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5f4bcae529487c" /><Relationship Type="http://schemas.openxmlformats.org/officeDocument/2006/relationships/extended-properties" Target="/docProps/app.xml" Id="R5d86ac1331b84bd6" /><Relationship Type="http://schemas.openxmlformats.org/officeDocument/2006/relationships/officeDocument" Target="/ppt/presentation.xml" Id="R4ccf02c40bec4710" /></Relationships>
</file>

<file path=ppt/presentation.xml><?xml version="1.0" encoding="utf-8"?>
<p:presentation xmlns:p="http://schemas.openxmlformats.org/presentationml/2006/main">
  <p:sldMasterIdLst>
    <p:sldMasterId xmlns:r="http://schemas.openxmlformats.org/officeDocument/2006/relationships" id="2147483648" r:id="R6b4f522778304c65"/>
  </p:sldMasterIdLst>
  <p:notesMasterIdLst>
    <p:notesMasterId xmlns:r="http://schemas.openxmlformats.org/officeDocument/2006/relationships" r:id="R5dec6e679a6349a6"/>
  </p:notesMasterIdLst>
  <p:sldIdLst>
    <p:sldId xmlns:r="http://schemas.openxmlformats.org/officeDocument/2006/relationships" id="256" r:id="R832c50a468fa45a5"/>
    <p:sldId xmlns:r="http://schemas.openxmlformats.org/officeDocument/2006/relationships" id="257" r:id="Ree81526e6de443ea"/>
    <p:sldId xmlns:r="http://schemas.openxmlformats.org/officeDocument/2006/relationships" id="258" r:id="R3268c75c671d4fae"/>
    <p:sldId xmlns:r="http://schemas.openxmlformats.org/officeDocument/2006/relationships" id="259" r:id="R742465059b9e4c71"/>
    <p:sldId xmlns:r="http://schemas.openxmlformats.org/officeDocument/2006/relationships" id="260" r:id="R68303b3c266f432c"/>
    <p:sldId xmlns:r="http://schemas.openxmlformats.org/officeDocument/2006/relationships" id="261" r:id="Ra60f275f9b0f4aae"/>
    <p:sldId xmlns:r="http://schemas.openxmlformats.org/officeDocument/2006/relationships" id="262" r:id="R3fbb433fdc784de7"/>
    <p:sldId xmlns:r="http://schemas.openxmlformats.org/officeDocument/2006/relationships" id="263" r:id="R3200d264d3a84db1"/>
    <p:sldId xmlns:r="http://schemas.openxmlformats.org/officeDocument/2006/relationships" id="264" r:id="R8036eb807f6d4511"/>
    <p:sldId xmlns:r="http://schemas.openxmlformats.org/officeDocument/2006/relationships" id="265" r:id="Rcf8eb1c7960749c8"/>
    <p:sldId xmlns:r="http://schemas.openxmlformats.org/officeDocument/2006/relationships" id="266" r:id="R00365bae013841a3"/>
    <p:sldId xmlns:r="http://schemas.openxmlformats.org/officeDocument/2006/relationships" id="267" r:id="R15a3ef1c89ea460e"/>
    <p:sldId xmlns:r="http://schemas.openxmlformats.org/officeDocument/2006/relationships" id="268" r:id="Rcc29ebae067242a5"/>
    <p:sldId xmlns:r="http://schemas.openxmlformats.org/officeDocument/2006/relationships" id="269" r:id="R52784acaffdc4dc9"/>
    <p:sldId xmlns:r="http://schemas.openxmlformats.org/officeDocument/2006/relationships" id="270" r:id="R3382ebe59fa645a0"/>
    <p:sldId xmlns:r="http://schemas.openxmlformats.org/officeDocument/2006/relationships" id="271" r:id="R2340d1ef06a14373"/>
    <p:sldId xmlns:r="http://schemas.openxmlformats.org/officeDocument/2006/relationships" id="272" r:id="R8ed134b4447d41de"/>
    <p:sldId xmlns:r="http://schemas.openxmlformats.org/officeDocument/2006/relationships" id="273" r:id="R443028e97b1c4fb9"/>
    <p:sldId xmlns:r="http://schemas.openxmlformats.org/officeDocument/2006/relationships" id="274" r:id="Rc6c6088a75b3432d"/>
    <p:sldId xmlns:r="http://schemas.openxmlformats.org/officeDocument/2006/relationships" id="275" r:id="R55d216f166774f2e"/>
    <p:sldId xmlns:r="http://schemas.openxmlformats.org/officeDocument/2006/relationships" id="276" r:id="R3d22049084a44526"/>
    <p:sldId xmlns:r="http://schemas.openxmlformats.org/officeDocument/2006/relationships" id="277" r:id="Rdf86437e07cf452b"/>
    <p:sldId xmlns:r="http://schemas.openxmlformats.org/officeDocument/2006/relationships" id="278" r:id="Rd10bad8dfbcb4a29"/>
    <p:sldId xmlns:r="http://schemas.openxmlformats.org/officeDocument/2006/relationships" id="279" r:id="Rb925c67bc0e749d8"/>
    <p:sldId xmlns:r="http://schemas.openxmlformats.org/officeDocument/2006/relationships" id="280" r:id="R1a59052238b24b3d"/>
    <p:sldId xmlns:r="http://schemas.openxmlformats.org/officeDocument/2006/relationships" id="281" r:id="Rf517a0e7c57d4db7"/>
    <p:sldId xmlns:r="http://schemas.openxmlformats.org/officeDocument/2006/relationships" id="282" r:id="Rfd3864cd688c4567"/>
    <p:sldId xmlns:r="http://schemas.openxmlformats.org/officeDocument/2006/relationships" id="283" r:id="Ra932524aefd44796"/>
    <p:sldId xmlns:r="http://schemas.openxmlformats.org/officeDocument/2006/relationships" id="284" r:id="R94288053e03445c6"/>
    <p:sldId xmlns:r="http://schemas.openxmlformats.org/officeDocument/2006/relationships" id="285" r:id="Rcc907c4e52134f1c"/>
    <p:sldId xmlns:r="http://schemas.openxmlformats.org/officeDocument/2006/relationships" id="286" r:id="Rd86fba17b4d749e1"/>
    <p:sldId xmlns:r="http://schemas.openxmlformats.org/officeDocument/2006/relationships" id="287" r:id="R9247beaf6b204e81"/>
    <p:sldId xmlns:r="http://schemas.openxmlformats.org/officeDocument/2006/relationships" id="288" r:id="R64cb3d33eb044468"/>
    <p:sldId xmlns:r="http://schemas.openxmlformats.org/officeDocument/2006/relationships" id="289" r:id="Re688fbfe2bb840fc"/>
    <p:sldId xmlns:r="http://schemas.openxmlformats.org/officeDocument/2006/relationships" id="290" r:id="Rfcb8efdd1f9740e4"/>
    <p:sldId xmlns:r="http://schemas.openxmlformats.org/officeDocument/2006/relationships" id="291" r:id="Rf8e4acdf36d84b7b"/>
    <p:sldId xmlns:r="http://schemas.openxmlformats.org/officeDocument/2006/relationships" id="292" r:id="Rf9f3ada5ad844944"/>
    <p:sldId xmlns:r="http://schemas.openxmlformats.org/officeDocument/2006/relationships" id="293" r:id="R3e5a723269a9473c"/>
    <p:sldId xmlns:r="http://schemas.openxmlformats.org/officeDocument/2006/relationships" id="294" r:id="R728185f765624893"/>
    <p:sldId xmlns:r="http://schemas.openxmlformats.org/officeDocument/2006/relationships" id="295" r:id="Ra312d1093bfd47db"/>
    <p:sldId xmlns:r="http://schemas.openxmlformats.org/officeDocument/2006/relationships" id="296" r:id="Rf3c491765a8c48a2"/>
    <p:sldId xmlns:r="http://schemas.openxmlformats.org/officeDocument/2006/relationships" id="297" r:id="R3cef5890c3664bc9"/>
    <p:sldId xmlns:r="http://schemas.openxmlformats.org/officeDocument/2006/relationships" id="298" r:id="Rdcaa932db536463f"/>
    <p:sldId xmlns:r="http://schemas.openxmlformats.org/officeDocument/2006/relationships" id="299" r:id="R35056799a9484b2b"/>
    <p:sldId xmlns:r="http://schemas.openxmlformats.org/officeDocument/2006/relationships" id="300" r:id="R1bc788a8e2a54266"/>
    <p:sldId xmlns:r="http://schemas.openxmlformats.org/officeDocument/2006/relationships" id="301" r:id="R8b435451a1ff42cb"/>
    <p:sldId xmlns:r="http://schemas.openxmlformats.org/officeDocument/2006/relationships" id="302" r:id="Rbefc4edcab7d4f08"/>
    <p:sldId xmlns:r="http://schemas.openxmlformats.org/officeDocument/2006/relationships" id="303" r:id="R46de368532ca4476"/>
    <p:sldId xmlns:r="http://schemas.openxmlformats.org/officeDocument/2006/relationships" id="304" r:id="R82480ec81f9d4270"/>
    <p:sldId xmlns:r="http://schemas.openxmlformats.org/officeDocument/2006/relationships" id="305" r:id="R5d204f315fc04836"/>
    <p:sldId xmlns:r="http://schemas.openxmlformats.org/officeDocument/2006/relationships" id="306" r:id="Rb1b624dbd3a04304"/>
    <p:sldId xmlns:r="http://schemas.openxmlformats.org/officeDocument/2006/relationships" id="307" r:id="R805dc84a38674c6a"/>
    <p:sldId xmlns:r="http://schemas.openxmlformats.org/officeDocument/2006/relationships" id="308" r:id="R97ac18f1b1124ffd"/>
    <p:sldId xmlns:r="http://schemas.openxmlformats.org/officeDocument/2006/relationships" id="309" r:id="R7ddf0347e72d4d0d"/>
    <p:sldId xmlns:r="http://schemas.openxmlformats.org/officeDocument/2006/relationships" id="310" r:id="R93f357c3d14f4621"/>
    <p:sldId xmlns:r="http://schemas.openxmlformats.org/officeDocument/2006/relationships" id="311" r:id="R38caaad7c20c4366"/>
    <p:sldId xmlns:r="http://schemas.openxmlformats.org/officeDocument/2006/relationships" id="312" r:id="R3bcd6b5f0e42416a"/>
    <p:sldId xmlns:r="http://schemas.openxmlformats.org/officeDocument/2006/relationships" id="313" r:id="Rf65f14ace2024842"/>
    <p:sldId xmlns:r="http://schemas.openxmlformats.org/officeDocument/2006/relationships" id="314" r:id="R44a8b88e849c4131"/>
    <p:sldId xmlns:r="http://schemas.openxmlformats.org/officeDocument/2006/relationships" id="315" r:id="R4dc9173ec9c74007"/>
    <p:sldId xmlns:r="http://schemas.openxmlformats.org/officeDocument/2006/relationships" id="316" r:id="Rfb9073db3a1947f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a85578463443d0" /><Relationship Type="http://schemas.openxmlformats.org/officeDocument/2006/relationships/slideMaster" Target="/ppt/slideMasters/slideMaster1.xml" Id="R6b4f522778304c65" /><Relationship Type="http://schemas.openxmlformats.org/officeDocument/2006/relationships/notesMaster" Target="/ppt/notesMasters/notesMaster1.xml" Id="R5dec6e679a6349a6" /><Relationship Type="http://schemas.openxmlformats.org/officeDocument/2006/relationships/presProps" Target="/ppt/presProps.xml" Id="R04c0101fb00b4cdc" /><Relationship Type="http://schemas.openxmlformats.org/officeDocument/2006/relationships/tableStyles" Target="/ppt/tableStyles.xml" Id="R1489396ff7824d9e" /><Relationship Type="http://schemas.openxmlformats.org/officeDocument/2006/relationships/slide" Target="/ppt/slides/slide1.xml" Id="R832c50a468fa45a5" /><Relationship Type="http://schemas.openxmlformats.org/officeDocument/2006/relationships/slide" Target="/ppt/slides/slide2.xml" Id="Ree81526e6de443ea" /><Relationship Type="http://schemas.openxmlformats.org/officeDocument/2006/relationships/slide" Target="/ppt/slides/slide3.xml" Id="R3268c75c671d4fae" /><Relationship Type="http://schemas.openxmlformats.org/officeDocument/2006/relationships/slide" Target="/ppt/slides/slide4.xml" Id="R742465059b9e4c71" /><Relationship Type="http://schemas.openxmlformats.org/officeDocument/2006/relationships/slide" Target="/ppt/slides/slide5.xml" Id="R68303b3c266f432c" /><Relationship Type="http://schemas.openxmlformats.org/officeDocument/2006/relationships/slide" Target="/ppt/slides/slide6.xml" Id="Ra60f275f9b0f4aae" /><Relationship Type="http://schemas.openxmlformats.org/officeDocument/2006/relationships/slide" Target="/ppt/slides/slide7.xml" Id="R3fbb433fdc784de7" /><Relationship Type="http://schemas.openxmlformats.org/officeDocument/2006/relationships/slide" Target="/ppt/slides/slide8.xml" Id="R3200d264d3a84db1" /><Relationship Type="http://schemas.openxmlformats.org/officeDocument/2006/relationships/slide" Target="/ppt/slides/slide9.xml" Id="R8036eb807f6d4511" /><Relationship Type="http://schemas.openxmlformats.org/officeDocument/2006/relationships/slide" Target="/ppt/slides/slide10.xml" Id="Rcf8eb1c7960749c8" /><Relationship Type="http://schemas.openxmlformats.org/officeDocument/2006/relationships/slide" Target="/ppt/slides/slide11.xml" Id="R00365bae013841a3" /><Relationship Type="http://schemas.openxmlformats.org/officeDocument/2006/relationships/slide" Target="/ppt/slides/slide12.xml" Id="R15a3ef1c89ea460e" /><Relationship Type="http://schemas.openxmlformats.org/officeDocument/2006/relationships/slide" Target="/ppt/slides/slide13.xml" Id="Rcc29ebae067242a5" /><Relationship Type="http://schemas.openxmlformats.org/officeDocument/2006/relationships/slide" Target="/ppt/slides/slide14.xml" Id="R52784acaffdc4dc9" /><Relationship Type="http://schemas.openxmlformats.org/officeDocument/2006/relationships/slide" Target="/ppt/slides/slide15.xml" Id="R3382ebe59fa645a0" /><Relationship Type="http://schemas.openxmlformats.org/officeDocument/2006/relationships/slide" Target="/ppt/slides/slide16.xml" Id="R2340d1ef06a14373" /><Relationship Type="http://schemas.openxmlformats.org/officeDocument/2006/relationships/slide" Target="/ppt/slides/slide17.xml" Id="R8ed134b4447d41de" /><Relationship Type="http://schemas.openxmlformats.org/officeDocument/2006/relationships/slide" Target="/ppt/slides/slide18.xml" Id="R443028e97b1c4fb9" /><Relationship Type="http://schemas.openxmlformats.org/officeDocument/2006/relationships/slide" Target="/ppt/slides/slide19.xml" Id="Rc6c6088a75b3432d" /><Relationship Type="http://schemas.openxmlformats.org/officeDocument/2006/relationships/slide" Target="/ppt/slides/slide20.xml" Id="R55d216f166774f2e" /><Relationship Type="http://schemas.openxmlformats.org/officeDocument/2006/relationships/slide" Target="/ppt/slides/slide21.xml" Id="R3d22049084a44526" /><Relationship Type="http://schemas.openxmlformats.org/officeDocument/2006/relationships/slide" Target="/ppt/slides/slide22.xml" Id="Rdf86437e07cf452b" /><Relationship Type="http://schemas.openxmlformats.org/officeDocument/2006/relationships/slide" Target="/ppt/slides/slide23.xml" Id="Rd10bad8dfbcb4a29" /><Relationship Type="http://schemas.openxmlformats.org/officeDocument/2006/relationships/slide" Target="/ppt/slides/slide24.xml" Id="Rb925c67bc0e749d8" /><Relationship Type="http://schemas.openxmlformats.org/officeDocument/2006/relationships/slide" Target="/ppt/slides/slide25.xml" Id="R1a59052238b24b3d" /><Relationship Type="http://schemas.openxmlformats.org/officeDocument/2006/relationships/slide" Target="/ppt/slides/slide26.xml" Id="Rf517a0e7c57d4db7" /><Relationship Type="http://schemas.openxmlformats.org/officeDocument/2006/relationships/slide" Target="/ppt/slides/slide27.xml" Id="Rfd3864cd688c4567" /><Relationship Type="http://schemas.openxmlformats.org/officeDocument/2006/relationships/slide" Target="/ppt/slides/slide28.xml" Id="Ra932524aefd44796" /><Relationship Type="http://schemas.openxmlformats.org/officeDocument/2006/relationships/slide" Target="/ppt/slides/slide29.xml" Id="R94288053e03445c6" /><Relationship Type="http://schemas.openxmlformats.org/officeDocument/2006/relationships/slide" Target="/ppt/slides/slide30.xml" Id="Rcc907c4e52134f1c" /><Relationship Type="http://schemas.openxmlformats.org/officeDocument/2006/relationships/slide" Target="/ppt/slides/slide31.xml" Id="Rd86fba17b4d749e1" /><Relationship Type="http://schemas.openxmlformats.org/officeDocument/2006/relationships/slide" Target="/ppt/slides/slide32.xml" Id="R9247beaf6b204e81" /><Relationship Type="http://schemas.openxmlformats.org/officeDocument/2006/relationships/slide" Target="/ppt/slides/slide33.xml" Id="R64cb3d33eb044468" /><Relationship Type="http://schemas.openxmlformats.org/officeDocument/2006/relationships/slide" Target="/ppt/slides/slide34.xml" Id="Re688fbfe2bb840fc" /><Relationship Type="http://schemas.openxmlformats.org/officeDocument/2006/relationships/slide" Target="/ppt/slides/slide35.xml" Id="Rfcb8efdd1f9740e4" /><Relationship Type="http://schemas.openxmlformats.org/officeDocument/2006/relationships/slide" Target="/ppt/slides/slide36.xml" Id="Rf8e4acdf36d84b7b" /><Relationship Type="http://schemas.openxmlformats.org/officeDocument/2006/relationships/slide" Target="/ppt/slides/slide37.xml" Id="Rf9f3ada5ad844944" /><Relationship Type="http://schemas.openxmlformats.org/officeDocument/2006/relationships/slide" Target="/ppt/slides/slide38.xml" Id="R3e5a723269a9473c" /><Relationship Type="http://schemas.openxmlformats.org/officeDocument/2006/relationships/slide" Target="/ppt/slides/slide39.xml" Id="R728185f765624893" /><Relationship Type="http://schemas.openxmlformats.org/officeDocument/2006/relationships/slide" Target="/ppt/slides/slide40.xml" Id="Ra312d1093bfd47db" /><Relationship Type="http://schemas.openxmlformats.org/officeDocument/2006/relationships/slide" Target="/ppt/slides/slide41.xml" Id="Rf3c491765a8c48a2" /><Relationship Type="http://schemas.openxmlformats.org/officeDocument/2006/relationships/slide" Target="/ppt/slides/slide42.xml" Id="R3cef5890c3664bc9" /><Relationship Type="http://schemas.openxmlformats.org/officeDocument/2006/relationships/slide" Target="/ppt/slides/slide43.xml" Id="Rdcaa932db536463f" /><Relationship Type="http://schemas.openxmlformats.org/officeDocument/2006/relationships/slide" Target="/ppt/slides/slide44.xml" Id="R35056799a9484b2b" /><Relationship Type="http://schemas.openxmlformats.org/officeDocument/2006/relationships/slide" Target="/ppt/slides/slide45.xml" Id="R1bc788a8e2a54266" /><Relationship Type="http://schemas.openxmlformats.org/officeDocument/2006/relationships/slide" Target="/ppt/slides/slide46.xml" Id="R8b435451a1ff42cb" /><Relationship Type="http://schemas.openxmlformats.org/officeDocument/2006/relationships/slide" Target="/ppt/slides/slide47.xml" Id="Rbefc4edcab7d4f08" /><Relationship Type="http://schemas.openxmlformats.org/officeDocument/2006/relationships/slide" Target="/ppt/slides/slide48.xml" Id="R46de368532ca4476" /><Relationship Type="http://schemas.openxmlformats.org/officeDocument/2006/relationships/slide" Target="/ppt/slides/slide49.xml" Id="R82480ec81f9d4270" /><Relationship Type="http://schemas.openxmlformats.org/officeDocument/2006/relationships/slide" Target="/ppt/slides/slide50.xml" Id="R5d204f315fc04836" /><Relationship Type="http://schemas.openxmlformats.org/officeDocument/2006/relationships/slide" Target="/ppt/slides/slide51.xml" Id="Rb1b624dbd3a04304" /><Relationship Type="http://schemas.openxmlformats.org/officeDocument/2006/relationships/slide" Target="/ppt/slides/slide52.xml" Id="R805dc84a38674c6a" /><Relationship Type="http://schemas.openxmlformats.org/officeDocument/2006/relationships/slide" Target="/ppt/slides/slide53.xml" Id="R97ac18f1b1124ffd" /><Relationship Type="http://schemas.openxmlformats.org/officeDocument/2006/relationships/slide" Target="/ppt/slides/slide54.xml" Id="R7ddf0347e72d4d0d" /><Relationship Type="http://schemas.openxmlformats.org/officeDocument/2006/relationships/slide" Target="/ppt/slides/slide55.xml" Id="R93f357c3d14f4621" /><Relationship Type="http://schemas.openxmlformats.org/officeDocument/2006/relationships/slide" Target="/ppt/slides/slide56.xml" Id="R38caaad7c20c4366" /><Relationship Type="http://schemas.openxmlformats.org/officeDocument/2006/relationships/slide" Target="/ppt/slides/slide57.xml" Id="R3bcd6b5f0e42416a" /><Relationship Type="http://schemas.openxmlformats.org/officeDocument/2006/relationships/slide" Target="/ppt/slides/slide58.xml" Id="Rf65f14ace2024842" /><Relationship Type="http://schemas.openxmlformats.org/officeDocument/2006/relationships/slide" Target="/ppt/slides/slide59.xml" Id="R44a8b88e849c4131" /><Relationship Type="http://schemas.openxmlformats.org/officeDocument/2006/relationships/slide" Target="/ppt/slides/slide60.xml" Id="R4dc9173ec9c74007" /><Relationship Type="http://schemas.openxmlformats.org/officeDocument/2006/relationships/slide" Target="/ppt/slides/slide61.xml" Id="Rfb9073db3a1947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260663b7f14e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ee04041cfd41b1" /><Relationship Type="http://schemas.openxmlformats.org/officeDocument/2006/relationships/notesMaster" Target="/ppt/notesMasters/notesMaster1.xml" Id="R2272721af79d43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5648b5a9394cff" /><Relationship Type="http://schemas.openxmlformats.org/officeDocument/2006/relationships/notesMaster" Target="/ppt/notesMasters/notesMaster1.xml" Id="Re7b64b17b8cf40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e13475cfdb45fd" /><Relationship Type="http://schemas.openxmlformats.org/officeDocument/2006/relationships/notesMaster" Target="/ppt/notesMasters/notesMaster1.xml" Id="Rf47aabb404aa4d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984f3375174050" /><Relationship Type="http://schemas.openxmlformats.org/officeDocument/2006/relationships/notesMaster" Target="/ppt/notesMasters/notesMaster1.xml" Id="R5bf8d2df959146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2b26e990064bff" /><Relationship Type="http://schemas.openxmlformats.org/officeDocument/2006/relationships/notesMaster" Target="/ppt/notesMasters/notesMaster1.xml" Id="R158b7a1fa23747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2e27e9d3dd487b" /><Relationship Type="http://schemas.openxmlformats.org/officeDocument/2006/relationships/notesMaster" Target="/ppt/notesMasters/notesMaster1.xml" Id="R9b1eea66bf1346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a88f13b42404a" /><Relationship Type="http://schemas.openxmlformats.org/officeDocument/2006/relationships/notesMaster" Target="/ppt/notesMasters/notesMaster1.xml" Id="Rd28f3b04d0bf4c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d05c8c86b14a2c" /><Relationship Type="http://schemas.openxmlformats.org/officeDocument/2006/relationships/notesMaster" Target="/ppt/notesMasters/notesMaster1.xml" Id="R737290f0ed6e4c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1da88fc1184f73" /><Relationship Type="http://schemas.openxmlformats.org/officeDocument/2006/relationships/notesMaster" Target="/ppt/notesMasters/notesMaster1.xml" Id="R0530fd80054446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a64e771ae44f0c" /><Relationship Type="http://schemas.openxmlformats.org/officeDocument/2006/relationships/notesMaster" Target="/ppt/notesMasters/notesMaster1.xml" Id="R452b51b9821047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68a64b53b34eb4" /><Relationship Type="http://schemas.openxmlformats.org/officeDocument/2006/relationships/notesMaster" Target="/ppt/notesMasters/notesMaster1.xml" Id="Ra2cd1732d78c46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7a771edf6740e2" /><Relationship Type="http://schemas.openxmlformats.org/officeDocument/2006/relationships/notesMaster" Target="/ppt/notesMasters/notesMaster1.xml" Id="R4d3bade02cc941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f081783f0d4eec" /><Relationship Type="http://schemas.openxmlformats.org/officeDocument/2006/relationships/notesMaster" Target="/ppt/notesMasters/notesMaster1.xml" Id="R5b0319d2f7554f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8e59f46ae048c6" /><Relationship Type="http://schemas.openxmlformats.org/officeDocument/2006/relationships/notesMaster" Target="/ppt/notesMasters/notesMaster1.xml" Id="R7a29fdf8e75440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1e470f125c42a4" /><Relationship Type="http://schemas.openxmlformats.org/officeDocument/2006/relationships/notesMaster" Target="/ppt/notesMasters/notesMaster1.xml" Id="R2d6f68c24eae42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9a27052ce64d0c" /><Relationship Type="http://schemas.openxmlformats.org/officeDocument/2006/relationships/notesMaster" Target="/ppt/notesMasters/notesMaster1.xml" Id="Rf228200ae1cb4a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269ba0d3604a75" /><Relationship Type="http://schemas.openxmlformats.org/officeDocument/2006/relationships/notesMaster" Target="/ppt/notesMasters/notesMaster1.xml" Id="R3283c3af04a44f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ca28199b304ee0" /><Relationship Type="http://schemas.openxmlformats.org/officeDocument/2006/relationships/notesMaster" Target="/ppt/notesMasters/notesMaster1.xml" Id="Rbee302ebf65247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416eb5459947b0" /><Relationship Type="http://schemas.openxmlformats.org/officeDocument/2006/relationships/notesMaster" Target="/ppt/notesMasters/notesMaster1.xml" Id="R1acea35060764e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5277f5cc03400c" /><Relationship Type="http://schemas.openxmlformats.org/officeDocument/2006/relationships/notesMaster" Target="/ppt/notesMasters/notesMaster1.xml" Id="R7e071429d95247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5956a9b59d64a42" /><Relationship Type="http://schemas.openxmlformats.org/officeDocument/2006/relationships/notesMaster" Target="/ppt/notesMasters/notesMaster1.xml" Id="R5aaaa15defff478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4730b25913403a" /><Relationship Type="http://schemas.openxmlformats.org/officeDocument/2006/relationships/notesMaster" Target="/ppt/notesMasters/notesMaster1.xml" Id="R0c74cc2881cf4c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12e7fedd184520" /><Relationship Type="http://schemas.openxmlformats.org/officeDocument/2006/relationships/notesMaster" Target="/ppt/notesMasters/notesMaster1.xml" Id="R41e3ce1f87a94b1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103c605f6674d8c" /><Relationship Type="http://schemas.openxmlformats.org/officeDocument/2006/relationships/notesMaster" Target="/ppt/notesMasters/notesMaster1.xml" Id="R2dd3b9ba4c5a4a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a9b21d3a044b8e" /><Relationship Type="http://schemas.openxmlformats.org/officeDocument/2006/relationships/notesMaster" Target="/ppt/notesMasters/notesMaster1.xml" Id="Rbab19501c326450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274a4ec7f24b94" /><Relationship Type="http://schemas.openxmlformats.org/officeDocument/2006/relationships/notesMaster" Target="/ppt/notesMasters/notesMaster1.xml" Id="R5b354d57a30f498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d90f7a036944b4c" /><Relationship Type="http://schemas.openxmlformats.org/officeDocument/2006/relationships/notesMaster" Target="/ppt/notesMasters/notesMaster1.xml" Id="Rda9f5e25d7364a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684bfe9e0c64487" /><Relationship Type="http://schemas.openxmlformats.org/officeDocument/2006/relationships/notesMaster" Target="/ppt/notesMasters/notesMaster1.xml" Id="Ra176f4bddec54d8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c35412c910140ee" /><Relationship Type="http://schemas.openxmlformats.org/officeDocument/2006/relationships/notesMaster" Target="/ppt/notesMasters/notesMaster1.xml" Id="R1f609332c3ac40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056e54f30174377" /><Relationship Type="http://schemas.openxmlformats.org/officeDocument/2006/relationships/notesMaster" Target="/ppt/notesMasters/notesMaster1.xml" Id="R4baebe15e347402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706b3c230794b6c" /><Relationship Type="http://schemas.openxmlformats.org/officeDocument/2006/relationships/notesMaster" Target="/ppt/notesMasters/notesMaster1.xml" Id="R9999de68cfea49f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18e0dfa2b25497d" /><Relationship Type="http://schemas.openxmlformats.org/officeDocument/2006/relationships/notesMaster" Target="/ppt/notesMasters/notesMaster1.xml" Id="Rcc9614081aec48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de83d487eae4842" /><Relationship Type="http://schemas.openxmlformats.org/officeDocument/2006/relationships/notesMaster" Target="/ppt/notesMasters/notesMaster1.xml" Id="Red2107853f4d46c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86598c755c04aa8" /><Relationship Type="http://schemas.openxmlformats.org/officeDocument/2006/relationships/notesMaster" Target="/ppt/notesMasters/notesMaster1.xml" Id="R8c5931b7b2ba47e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2ee5f2dab84b2f" /><Relationship Type="http://schemas.openxmlformats.org/officeDocument/2006/relationships/notesMaster" Target="/ppt/notesMasters/notesMaster1.xml" Id="R985afd4e0f6644c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145c852b364eff" /><Relationship Type="http://schemas.openxmlformats.org/officeDocument/2006/relationships/notesMaster" Target="/ppt/notesMasters/notesMaster1.xml" Id="R04072d00b2a74c5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5042ae150e140eb" /><Relationship Type="http://schemas.openxmlformats.org/officeDocument/2006/relationships/notesMaster" Target="/ppt/notesMasters/notesMaster1.xml" Id="R61f7d0e6d64f46f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f0b5d74b604a28" /><Relationship Type="http://schemas.openxmlformats.org/officeDocument/2006/relationships/notesMaster" Target="/ppt/notesMasters/notesMaster1.xml" Id="Rc2ff8ad48804496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3521b0892934ae3" /><Relationship Type="http://schemas.openxmlformats.org/officeDocument/2006/relationships/notesMaster" Target="/ppt/notesMasters/notesMaster1.xml" Id="R9897e2b40e6e4a0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61a4ad2928844c4" /><Relationship Type="http://schemas.openxmlformats.org/officeDocument/2006/relationships/notesMaster" Target="/ppt/notesMasters/notesMaster1.xml" Id="R360352bac4a0432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d02687cbd0a4d5a" /><Relationship Type="http://schemas.openxmlformats.org/officeDocument/2006/relationships/notesMaster" Target="/ppt/notesMasters/notesMaster1.xml" Id="Rec8b86557388495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591a177803c49e1" /><Relationship Type="http://schemas.openxmlformats.org/officeDocument/2006/relationships/notesMaster" Target="/ppt/notesMasters/notesMaster1.xml" Id="Rd77245044d204ec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64f26b3fb424ee0" /><Relationship Type="http://schemas.openxmlformats.org/officeDocument/2006/relationships/notesMaster" Target="/ppt/notesMasters/notesMaster1.xml" Id="R9edea0cf484d427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42c9740fe924e15" /><Relationship Type="http://schemas.openxmlformats.org/officeDocument/2006/relationships/notesMaster" Target="/ppt/notesMasters/notesMaster1.xml" Id="Rded48f768df6447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0b73ec413d34fd6" /><Relationship Type="http://schemas.openxmlformats.org/officeDocument/2006/relationships/notesMaster" Target="/ppt/notesMasters/notesMaster1.xml" Id="Rc0098d2acc21466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8f2b2ddf72a43f8" /><Relationship Type="http://schemas.openxmlformats.org/officeDocument/2006/relationships/notesMaster" Target="/ppt/notesMasters/notesMaster1.xml" Id="R2837dd62e788429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0db8b1d4b604582" /><Relationship Type="http://schemas.openxmlformats.org/officeDocument/2006/relationships/notesMaster" Target="/ppt/notesMasters/notesMaster1.xml" Id="R85f7bf481c77402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b156d2ce67a4138" /><Relationship Type="http://schemas.openxmlformats.org/officeDocument/2006/relationships/notesMaster" Target="/ppt/notesMasters/notesMaster1.xml" Id="R4b7146733a6141f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d9b8d1971174dac" /><Relationship Type="http://schemas.openxmlformats.org/officeDocument/2006/relationships/notesMaster" Target="/ppt/notesMasters/notesMaster1.xml" Id="R3e792490e5e348c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936c9fa2f7a4ab1" /><Relationship Type="http://schemas.openxmlformats.org/officeDocument/2006/relationships/notesMaster" Target="/ppt/notesMasters/notesMaster1.xml" Id="Ra89f71c05ef7494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e716a3f2c2b480a" /><Relationship Type="http://schemas.openxmlformats.org/officeDocument/2006/relationships/notesMaster" Target="/ppt/notesMasters/notesMaster1.xml" Id="R6f006d147546411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0ed6f0c25534542" /><Relationship Type="http://schemas.openxmlformats.org/officeDocument/2006/relationships/notesMaster" Target="/ppt/notesMasters/notesMaster1.xml" Id="R6faf0017b2ff4fb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cc7ff89d64245c3" /><Relationship Type="http://schemas.openxmlformats.org/officeDocument/2006/relationships/notesMaster" Target="/ppt/notesMasters/notesMaster1.xml" Id="Rd5640c92178d440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a99f60a0d854711" /><Relationship Type="http://schemas.openxmlformats.org/officeDocument/2006/relationships/notesMaster" Target="/ppt/notesMasters/notesMaster1.xml" Id="R3f64f5443b3d4e9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9c34cccf6e046ff" /><Relationship Type="http://schemas.openxmlformats.org/officeDocument/2006/relationships/notesMaster" Target="/ppt/notesMasters/notesMaster1.xml" Id="R9ec3e06de64e480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33cff7119094145" /><Relationship Type="http://schemas.openxmlformats.org/officeDocument/2006/relationships/notesMaster" Target="/ppt/notesMasters/notesMaster1.xml" Id="Rff68f4e1ae4a4ae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d001a74570c4353" /><Relationship Type="http://schemas.openxmlformats.org/officeDocument/2006/relationships/notesMaster" Target="/ppt/notesMasters/notesMaster1.xml" Id="R805c0bf70fc64a7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7e9b6de4cd542fb" /><Relationship Type="http://schemas.openxmlformats.org/officeDocument/2006/relationships/notesMaster" Target="/ppt/notesMasters/notesMaster1.xml" Id="R65d4bf970553434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f487082fe674ab1" /><Relationship Type="http://schemas.openxmlformats.org/officeDocument/2006/relationships/notesMaster" Target="/ppt/notesMasters/notesMaster1.xml" Id="R3d3a6c28c07249e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0441b0d68f14fec" /><Relationship Type="http://schemas.openxmlformats.org/officeDocument/2006/relationships/notesMaster" Target="/ppt/notesMasters/notesMaster1.xml" Id="Rda0f285770324c8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7d46a5eebc64b61" /><Relationship Type="http://schemas.openxmlformats.org/officeDocument/2006/relationships/notesMaster" Target="/ppt/notesMasters/notesMaster1.xml" Id="R22c41e6137de4b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t>[Sources]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Downey Unified School District Middle School Grading Schedule 2026-27 (reporting windows and grade submission dates).</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VEX Robotics, VIQRC Level Up Game Manual, Version 1.1, August 6, 2026: https://link.vex.com/docs/26-27/viqrc/game-manual</a:t>
            </a:r>
            <a:endParaRPr sz="1200">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SzPts val="1100"/>
              <a:buNone/>
            </a:pPr>
            <a:r>
              <a:t>- Global Robotics &amp; Science Foundation, Engineering Notebook Rubrics: https://library.globalrobotics.org/hc/en-us/articles/51134310278804-Engineering-Notebook-Rubrics</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[Sources]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Downey Unified School District Middle School Grading Schedule 2026-27 (reporting windows and grade submission dates).</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VEX Robotics, VIQRC Level Up Game Manual, Version 1.1, August 6, 2026: https://link.vex.com/docs/26-27/viqrc/game-manual</a:t>
            </a:r>
            <a:endParaRPr/>
          </a:p>
          <a:p xmlns:a="http://schemas.openxmlformats.org/drawingml/2006/main">
            <a:pPr marL="0" marR="0" lvl="0" indent="0" algn="l">
              <a:lnSpc>
                <a:spcPct val="100000"/>
              </a:lnSpc>
              <a:spcBef>
                <a:spcPts val="0"/>
              </a:spcBef>
              <a:spcAft>
                <a:spcPts val="0"/>
              </a:spcAft>
              <a:buSzPts val="1100"/>
              <a:buNone/>
            </a:pPr>
            <a:r>
              <a:rPr sz="1200">
                <a:solidFill>
                  <a:schemeClr val="dk1"/>
                </a:solidFill>
                <a:latin typeface="Arial"/>
                <a:ea typeface="Arial"/>
                <a:cs typeface="Arial"/>
              </a:rPr>
              <a:t>- Global Robotics &amp; Science Foundation, Engineering Notebook Rubrics: https://library.globalrobotics.org/hc/en-us/articles/51134310278804-Engineering-Notebook-Rubrics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062ef40a504d61"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c4356ea9694063" /><Relationship Type="http://schemas.openxmlformats.org/officeDocument/2006/relationships/slideLayout" Target="/ppt/slideLayouts/slideLayout1.xml" Id="Rf0f79936c2bd43d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0f79936c2bd43d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a744888cd7474a" /><Relationship Type="http://schemas.openxmlformats.org/officeDocument/2006/relationships/notesSlide" Target="/ppt/notesSlides/notesSlide1.xml" Id="R07f19f9d2b0348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e6074caa174fa0" /><Relationship Type="http://schemas.openxmlformats.org/officeDocument/2006/relationships/notesSlide" Target="/ppt/notesSlides/notesSlide2.xml" Id="Ra6b116c817f54a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f861d4a0b34111" /><Relationship Type="http://schemas.openxmlformats.org/officeDocument/2006/relationships/notesSlide" Target="/ppt/notesSlides/notesSlide3.xml" Id="Reda73fd4d9f141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7f0564ce0a4fb4" /><Relationship Type="http://schemas.openxmlformats.org/officeDocument/2006/relationships/hyperlink" Target="https://spartandesignrobotics.org/team-structure" TargetMode="External" Id="R2619e364dfe24306" /><Relationship Type="http://schemas.openxmlformats.org/officeDocument/2006/relationships/hyperlink" Target="https://spartandesignrobotics.org/role-driver" TargetMode="External" Id="R2934a5f43ec34acf" /><Relationship Type="http://schemas.openxmlformats.org/officeDocument/2006/relationships/hyperlink" Target="https://spartandesignrobotics.org/role-engineer" TargetMode="External" Id="Ra0a2b6d61ac04d2f" /><Relationship Type="http://schemas.openxmlformats.org/officeDocument/2006/relationships/hyperlink" Target="https://spartandesignrobotics.org/role-strategist" TargetMode="External" Id="R313f4160cc214fea" /><Relationship Type="http://schemas.openxmlformats.org/officeDocument/2006/relationships/notesSlide" Target="/ppt/notesSlides/notesSlide4.xml" Id="Re7678960f2e645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95d933bb0240c5" /><Relationship Type="http://schemas.openxmlformats.org/officeDocument/2006/relationships/hyperlink" Target="https://spartandesignrobotics.org/team-structure" TargetMode="External" Id="Rcc5207d0e697458b" /><Relationship Type="http://schemas.openxmlformats.org/officeDocument/2006/relationships/hyperlink" Target="https://spartandesignrobotics.org/role-driver" TargetMode="External" Id="Rf198fb28925541f7" /><Relationship Type="http://schemas.openxmlformats.org/officeDocument/2006/relationships/notesSlide" Target="/ppt/notesSlides/notesSlide5.xml" Id="R8cd952dffc0841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1982929c444e8b" /><Relationship Type="http://schemas.openxmlformats.org/officeDocument/2006/relationships/hyperlink" Target="https://spartandesignrobotics.org/team-structure" TargetMode="External" Id="R66791165920e4759" /><Relationship Type="http://schemas.openxmlformats.org/officeDocument/2006/relationships/hyperlink" Target="https://spartandesignrobotics.org/role-driver" TargetMode="External" Id="R60e029e587264852" /><Relationship Type="http://schemas.openxmlformats.org/officeDocument/2006/relationships/notesSlide" Target="/ppt/notesSlides/notesSlide6.xml" Id="R2e3eb9827f5044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76336438c543bb" /><Relationship Type="http://schemas.openxmlformats.org/officeDocument/2006/relationships/hyperlink" Target="https://spartandesignrobotics.org/notebook-pathway" TargetMode="External" Id="R8157ee2c63644c15" /><Relationship Type="http://schemas.openxmlformats.org/officeDocument/2006/relationships/notesSlide" Target="/ppt/notesSlides/notesSlide7.xml" Id="R19e8129a59ae47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3a14559cc24eee" /><Relationship Type="http://schemas.openxmlformats.org/officeDocument/2006/relationships/hyperlink" Target="https://spartandesignrobotics.org/notebook-start" TargetMode="External" Id="Rdcf809ed59df4c4a" /><Relationship Type="http://schemas.openxmlformats.org/officeDocument/2006/relationships/hyperlink" Target="https://spartandesignrobotics.org/criteria-constraints" TargetMode="External" Id="Rff3b4bec3add4b4b" /><Relationship Type="http://schemas.openxmlformats.org/officeDocument/2006/relationships/hyperlink" Target="https://spartandesignrobotics.org/game-analysis" TargetMode="External" Id="R51d1fb19ed854aa3" /><Relationship Type="http://schemas.openxmlformats.org/officeDocument/2006/relationships/notesSlide" Target="/ppt/notesSlides/notesSlide8.xml" Id="Rcf17464127bf4d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0c5b80bd1e4fb6" /><Relationship Type="http://schemas.openxmlformats.org/officeDocument/2006/relationships/hyperlink" Target="https://spartandesignrobotics.org/season-timeline" TargetMode="External" Id="R4b20251dcfa2403f" /><Relationship Type="http://schemas.openxmlformats.org/officeDocument/2006/relationships/hyperlink" Target="https://spartandesignrobotics.org/project-management" TargetMode="External" Id="Rda3cfb6e9de44e86" /><Relationship Type="http://schemas.openxmlformats.org/officeDocument/2006/relationships/hyperlink" Target="https://spartandesignrobotics.org/season-planner" TargetMode="External" Id="Re0b1e16d643649ed" /><Relationship Type="http://schemas.openxmlformats.org/officeDocument/2006/relationships/notesSlide" Target="/ppt/notesSlides/notesSlide9.xml" Id="R2b3163469adf47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a9b391b7cd6445e" /><Relationship Type="http://schemas.openxmlformats.org/officeDocument/2006/relationships/hyperlink" Target="https://spartandesignrobotics.org/game-manual" TargetMode="External" Id="R61400e5141a2485d" /><Relationship Type="http://schemas.openxmlformats.org/officeDocument/2006/relationships/hyperlink" Target="https://spartandesignrobotics.org/game-analysis" TargetMode="External" Id="Rbfdc95ccd3694d81" /><Relationship Type="http://schemas.openxmlformats.org/officeDocument/2006/relationships/notesSlide" Target="/ppt/notesSlides/notesSlide10.xml" Id="Rf5b5d10ed39b4a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699d9d526e4caf" /><Relationship Type="http://schemas.openxmlformats.org/officeDocument/2006/relationships/notesSlide" Target="/ppt/notesSlides/notesSlide11.xml" Id="R08a12519ffbe44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0646154c8c449a5" /><Relationship Type="http://schemas.openxmlformats.org/officeDocument/2006/relationships/hyperlink" Target="https://spartandesignrobotics.org/game-manual" TargetMode="External" Id="Rc0737bc4c04a496d" /><Relationship Type="http://schemas.openxmlformats.org/officeDocument/2006/relationships/hyperlink" Target="https://spartandesignrobotics.org/game-analysis" TargetMode="External" Id="R88fa4e354d64476c" /><Relationship Type="http://schemas.openxmlformats.org/officeDocument/2006/relationships/hyperlink" Target="https://spartandesignrobotics.org/field-mapper" TargetMode="External" Id="R03e9046326cc4f92" /><Relationship Type="http://schemas.openxmlformats.org/officeDocument/2006/relationships/notesSlide" Target="/ppt/notesSlides/notesSlide12.xml" Id="Rce362d4d45f74f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1c24bd8c5ca4c80" /><Relationship Type="http://schemas.openxmlformats.org/officeDocument/2006/relationships/hyperlink" Target="https://spartandesignrobotics.org/game-manual" TargetMode="External" Id="Rc991b8fbd51d436c" /><Relationship Type="http://schemas.openxmlformats.org/officeDocument/2006/relationships/hyperlink" Target="https://spartandesignrobotics.org/onshape-drawings" TargetMode="External" Id="R61e367ac3dc2458d" /><Relationship Type="http://schemas.openxmlformats.org/officeDocument/2006/relationships/hyperlink" Target="https://spartandesignrobotics.org/custom-parts-fab" TargetMode="External" Id="R188365a82cf84e5d" /><Relationship Type="http://schemas.openxmlformats.org/officeDocument/2006/relationships/notesSlide" Target="/ppt/notesSlides/notesSlide13.xml" Id="Rfdb47bd96f7449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13309ab2d442b5" /><Relationship Type="http://schemas.openxmlformats.org/officeDocument/2006/relationships/hyperlink" Target="https://spartandesignrobotics.org/game-manual" TargetMode="External" Id="Rf5dcf42f67794537" /><Relationship Type="http://schemas.openxmlformats.org/officeDocument/2006/relationships/hyperlink" Target="https://spartandesignrobotics.org/field-mapper" TargetMode="External" Id="Rac674b7b48624e9f" /><Relationship Type="http://schemas.openxmlformats.org/officeDocument/2006/relationships/hyperlink" Target="https://spartandesignrobotics.org/game-analysis" TargetMode="External" Id="Re9ceacae4bc34471" /><Relationship Type="http://schemas.openxmlformats.org/officeDocument/2006/relationships/notesSlide" Target="/ppt/notesSlides/notesSlide14.xml" Id="R8e3ed84e467440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d162cfb9614cce" /><Relationship Type="http://schemas.openxmlformats.org/officeDocument/2006/relationships/hyperlink" Target="https://spartandesignrobotics.org/game-manual" TargetMode="External" Id="Rd786fb6f3a374d6f" /><Relationship Type="http://schemas.openxmlformats.org/officeDocument/2006/relationships/hyperlink" Target="https://spartandesignrobotics.org/game-analysis" TargetMode="External" Id="R54dd1c0057db41eb" /><Relationship Type="http://schemas.openxmlformats.org/officeDocument/2006/relationships/notesSlide" Target="/ppt/notesSlides/notesSlide15.xml" Id="Rf59ede4065db4f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75685fd905476f" /><Relationship Type="http://schemas.openxmlformats.org/officeDocument/2006/relationships/hyperlink" Target="https://spartandesignrobotics.org/game-analysis" TargetMode="External" Id="R26a00324140244d9" /><Relationship Type="http://schemas.openxmlformats.org/officeDocument/2006/relationships/hyperlink" Target="https://spartandesignrobotics.org/ev-calculator" TargetMode="External" Id="Rfe1a3d78593746a7" /><Relationship Type="http://schemas.openxmlformats.org/officeDocument/2006/relationships/hyperlink" Target="https://spartandesignrobotics.org/score-predictor" TargetMode="External" Id="R321fe31781654564" /><Relationship Type="http://schemas.openxmlformats.org/officeDocument/2006/relationships/notesSlide" Target="/ppt/notesSlides/notesSlide16.xml" Id="Rd2b1a635b60c4a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15d3023243483f" /><Relationship Type="http://schemas.openxmlformats.org/officeDocument/2006/relationships/hyperlink" Target="https://spartandesignrobotics.org/criteria-constraints" TargetMode="External" Id="R191a6d521405428a" /><Relationship Type="http://schemas.openxmlformats.org/officeDocument/2006/relationships/hyperlink" Target="https://spartandesignrobotics.org/decision-matrix" TargetMode="External" Id="Race9914512d4491a" /><Relationship Type="http://schemas.openxmlformats.org/officeDocument/2006/relationships/notesSlide" Target="/ppt/notesSlides/notesSlide17.xml" Id="R0aae942f48a741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6ff6c5f89b494a" /><Relationship Type="http://schemas.openxmlformats.org/officeDocument/2006/relationships/notesSlide" Target="/ppt/notesSlides/notesSlide18.xml" Id="Rff32ab9d74ff4f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d75abe606b84bcb" /><Relationship Type="http://schemas.openxmlformats.org/officeDocument/2006/relationships/hyperlink" Target="https://spartandesignrobotics.org/drivetrain-selection" TargetMode="External" Id="R236ab5971c9042c0" /><Relationship Type="http://schemas.openxmlformats.org/officeDocument/2006/relationships/notesSlide" Target="/ppt/notesSlides/notesSlide19.xml" Id="R8891a5643d7846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8f7c2e5648d439c" /><Relationship Type="http://schemas.openxmlformats.org/officeDocument/2006/relationships/hyperlink" Target="https://spartandesignrobotics.org/mechanism-intakes" TargetMode="External" Id="R36014a71571641e7" /><Relationship Type="http://schemas.openxmlformats.org/officeDocument/2006/relationships/hyperlink" Target="https://spartandesignrobotics.org/design-sprint" TargetMode="External" Id="R4f8e4385e9d54c20" /><Relationship Type="http://schemas.openxmlformats.org/officeDocument/2006/relationships/hyperlink" Target="https://spartandesignrobotics.org/compliance-wheels" TargetMode="External" Id="R8147a156777a4fdf" /><Relationship Type="http://schemas.openxmlformats.org/officeDocument/2006/relationships/notesSlide" Target="/ppt/notesSlides/notesSlide20.xml" Id="Rcdfb40db36dc4f6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62dfce28574643" /><Relationship Type="http://schemas.openxmlformats.org/officeDocument/2006/relationships/hyperlink" Target="https://spartandesignrobotics.org/mechanism-lifts" TargetMode="External" Id="R469b03a94a084b6f" /><Relationship Type="http://schemas.openxmlformats.org/officeDocument/2006/relationships/hyperlink" Target="https://spartandesignrobotics.org/mechanism-launchers" TargetMode="External" Id="R6270c10644f14a82" /><Relationship Type="http://schemas.openxmlformats.org/officeDocument/2006/relationships/hyperlink" Target="https://spartandesignrobotics.org/design-sprint" TargetMode="External" Id="Rba4ae8f9aea94a22" /><Relationship Type="http://schemas.openxmlformats.org/officeDocument/2006/relationships/notesSlide" Target="/ppt/notesSlides/notesSlide21.xml" Id="R130bf55e9be848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2ca888c739c42b9" /><Relationship Type="http://schemas.openxmlformats.org/officeDocument/2006/relationships/hyperlink" Target="https://spartandesignrobotics.org/game-analysis" TargetMode="External" Id="Raf392759bf2b4991" /><Relationship Type="http://schemas.openxmlformats.org/officeDocument/2006/relationships/hyperlink" Target="https://spartandesignrobotics.org/design-sprint" TargetMode="External" Id="R3f25d16afae2483f" /><Relationship Type="http://schemas.openxmlformats.org/officeDocument/2006/relationships/hyperlink" Target="https://spartandesignrobotics.org/mechanism-intakes" TargetMode="External" Id="R73376868df4c446b" /><Relationship Type="http://schemas.openxmlformats.org/officeDocument/2006/relationships/notesSlide" Target="/ppt/notesSlides/notesSlide22.xml" Id="Rdbdd83b6adcc451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21925cb72494f9d" /><Relationship Type="http://schemas.openxmlformats.org/officeDocument/2006/relationships/hyperlink" Target="https://spartandesignrobotics.org/library" TargetMode="External" Id="R1f3f4faa12294246" /><Relationship Type="http://schemas.openxmlformats.org/officeDocument/2006/relationships/hyperlink" Target="https://spartandesignrobotics.org/game-analysis" TargetMode="External" Id="Rb08db67a55154993" /><Relationship Type="http://schemas.openxmlformats.org/officeDocument/2006/relationships/notesSlide" Target="/ppt/notesSlides/notesSlide23.xml" Id="Rf273056d22084b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288104e03ed4a4d" /><Relationship Type="http://schemas.openxmlformats.org/officeDocument/2006/relationships/hyperlink" Target="https://spartandesignrobotics.org/mechanism-intakes" TargetMode="External" Id="R3dc4c08f9fb04087" /><Relationship Type="http://schemas.openxmlformats.org/officeDocument/2006/relationships/hyperlink" Target="https://spartandesignrobotics.org/mechanism-lifts" TargetMode="External" Id="R3aff63d37385412c" /><Relationship Type="http://schemas.openxmlformats.org/officeDocument/2006/relationships/hyperlink" Target="https://spartandesignrobotics.org/decision-matrix" TargetMode="External" Id="Re9cca14960664b7c" /><Relationship Type="http://schemas.openxmlformats.org/officeDocument/2006/relationships/notesSlide" Target="/ppt/notesSlides/notesSlide24.xml" Id="Rdec1d9610a1f467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c776842049c4b54" /><Relationship Type="http://schemas.openxmlformats.org/officeDocument/2006/relationships/hyperlink" Target="https://spartandesignrobotics.org/mechanism-intakes" TargetMode="External" Id="R707a5e268373432c" /><Relationship Type="http://schemas.openxmlformats.org/officeDocument/2006/relationships/hyperlink" Target="https://spartandesignrobotics.org/mechanism-lifts" TargetMode="External" Id="Rdbfc7b0df3904660" /><Relationship Type="http://schemas.openxmlformats.org/officeDocument/2006/relationships/hyperlink" Target="https://spartandesignrobotics.org/decision-matrix" TargetMode="External" Id="R50b84117f4e94410" /><Relationship Type="http://schemas.openxmlformats.org/officeDocument/2006/relationships/notesSlide" Target="/ppt/notesSlides/notesSlide25.xml" Id="R0b120e5230c34e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b754c863ba74518" /><Relationship Type="http://schemas.openxmlformats.org/officeDocument/2006/relationships/hyperlink" Target="https://spartandesignrobotics.org/mechanism-intakes" TargetMode="External" Id="Re7cb8c35f5274d72" /><Relationship Type="http://schemas.openxmlformats.org/officeDocument/2006/relationships/hyperlink" Target="https://spartandesignrobotics.org/mechanism-lifts" TargetMode="External" Id="Rc28403db3f014678" /><Relationship Type="http://schemas.openxmlformats.org/officeDocument/2006/relationships/hyperlink" Target="https://spartandesignrobotics.org/decision-matrix" TargetMode="External" Id="Rc5970b615e7d41a3" /><Relationship Type="http://schemas.openxmlformats.org/officeDocument/2006/relationships/notesSlide" Target="/ppt/notesSlides/notesSlide26.xml" Id="Rdfb89cacb7a94a5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5569af67f074a47" /><Relationship Type="http://schemas.openxmlformats.org/officeDocument/2006/relationships/hyperlink" Target="https://spartandesignrobotics.org/mechanism-intakes" TargetMode="External" Id="Re6b6fa6359e346f2" /><Relationship Type="http://schemas.openxmlformats.org/officeDocument/2006/relationships/hyperlink" Target="https://spartandesignrobotics.org/mechanism-lifts" TargetMode="External" Id="Rac10611e95fb40a7" /><Relationship Type="http://schemas.openxmlformats.org/officeDocument/2006/relationships/hyperlink" Target="https://spartandesignrobotics.org/decision-matrix" TargetMode="External" Id="R86af6200210a48b5" /><Relationship Type="http://schemas.openxmlformats.org/officeDocument/2006/relationships/notesSlide" Target="/ppt/notesSlides/notesSlide27.xml" Id="R36c5e8a82c1841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501ea0169d4b75" /><Relationship Type="http://schemas.openxmlformats.org/officeDocument/2006/relationships/notesSlide" Target="/ppt/notesSlides/notesSlide28.xml" Id="R3e1ffae1fd2c42a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527e53543554623" /><Relationship Type="http://schemas.openxmlformats.org/officeDocument/2006/relationships/hyperlink" Target="https://spartandesignrobotics.org/decision-matrix" TargetMode="External" Id="Ra724d993497941fb" /><Relationship Type="http://schemas.openxmlformats.org/officeDocument/2006/relationships/notesSlide" Target="/ppt/notesSlides/notesSlide29.xml" Id="Re9008a5357a04b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d8b1171aa694fc1" /><Relationship Type="http://schemas.openxmlformats.org/officeDocument/2006/relationships/hyperlink" Target="https://spartandesignrobotics.org/decision-matrix" TargetMode="External" Id="R719f52eed8554ecc" /><Relationship Type="http://schemas.openxmlformats.org/officeDocument/2006/relationships/hyperlink" Target="https://spartandesignrobotics.org/mechanism-intakes" TargetMode="External" Id="Rb8111741197244fa" /><Relationship Type="http://schemas.openxmlformats.org/officeDocument/2006/relationships/notesSlide" Target="/ppt/notesSlides/notesSlide30.xml" Id="R0c6312e3feb041f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6e0b175cead41b1" /><Relationship Type="http://schemas.openxmlformats.org/officeDocument/2006/relationships/hyperlink" Target="https://spartandesignrobotics.org/decision-matrix" TargetMode="External" Id="R20b3356f10d646c9" /><Relationship Type="http://schemas.openxmlformats.org/officeDocument/2006/relationships/hyperlink" Target="https://spartandesignrobotics.org/mechanism-lifts" TargetMode="External" Id="Rc5503f7eb3bf4a8d" /><Relationship Type="http://schemas.openxmlformats.org/officeDocument/2006/relationships/notesSlide" Target="/ppt/notesSlides/notesSlide31.xml" Id="Ra0aa5e54d15d4b0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9b1ea5934734386" /><Relationship Type="http://schemas.openxmlformats.org/officeDocument/2006/relationships/hyperlink" Target="https://spartandesignrobotics.org/decision-matrix" TargetMode="External" Id="Rb500218a6fd3486b" /><Relationship Type="http://schemas.openxmlformats.org/officeDocument/2006/relationships/hyperlink" Target="https://spartandesignrobotics.org/game-analysis" TargetMode="External" Id="Re8dcc462a77a4267" /><Relationship Type="http://schemas.openxmlformats.org/officeDocument/2006/relationships/notesSlide" Target="/ppt/notesSlides/notesSlide32.xml" Id="R40be1e32156541f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259c271465d40de" /><Relationship Type="http://schemas.openxmlformats.org/officeDocument/2006/relationships/hyperlink" Target="https://spartandesignrobotics.org/decision-matrix" TargetMode="External" Id="Re1e5478d87ce4a3c" /><Relationship Type="http://schemas.openxmlformats.org/officeDocument/2006/relationships/hyperlink" Target="https://spartandesignrobotics.org/rebuild-decision" TargetMode="External" Id="R2894ac8d76ad4832" /><Relationship Type="http://schemas.openxmlformats.org/officeDocument/2006/relationships/notesSlide" Target="/ppt/notesSlides/notesSlide33.xml" Id="R9c4b1c2f0e5a440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c414c99318f4862" /><Relationship Type="http://schemas.openxmlformats.org/officeDocument/2006/relationships/hyperlink" Target="https://spartandesignrobotics.org/decision-matrix" TargetMode="External" Id="R6ce650ca258b4d36" /><Relationship Type="http://schemas.openxmlformats.org/officeDocument/2006/relationships/hyperlink" Target="https://spartandesignrobotics.org/onshape-robot-layout" TargetMode="External" Id="Raaebb3eeb46b4c5c" /><Relationship Type="http://schemas.openxmlformats.org/officeDocument/2006/relationships/notesSlide" Target="/ppt/notesSlides/notesSlide34.xml" Id="Rea120b3141204b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ff192137a24879" /><Relationship Type="http://schemas.openxmlformats.org/officeDocument/2006/relationships/hyperlink" Target="https://spartandesignrobotics.org/onshape-drawings" TargetMode="External" Id="Ra3fdbb5d27134f17" /><Relationship Type="http://schemas.openxmlformats.org/officeDocument/2006/relationships/hyperlink" Target="https://spartandesignrobotics.org/onshape-robot-layout" TargetMode="External" Id="R22b4d7c59158494c" /><Relationship Type="http://schemas.openxmlformats.org/officeDocument/2006/relationships/notesSlide" Target="/ppt/notesSlides/notesSlide35.xml" Id="R1e9bb0497a9e4db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c0eb98b1f8f4a2e" /><Relationship Type="http://schemas.openxmlformats.org/officeDocument/2006/relationships/notesSlide" Target="/ppt/notesSlides/notesSlide36.xml" Id="Re5060251e1c841a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74cba52650f41a0" /><Relationship Type="http://schemas.openxmlformats.org/officeDocument/2006/relationships/hyperlink" Target="https://spartandesignrobotics.org/onshape-mechanism" TargetMode="External" Id="Raf581d2bc26a4166" /><Relationship Type="http://schemas.openxmlformats.org/officeDocument/2006/relationships/hyperlink" Target="https://spartandesignrobotics.org/onshape-drawings" TargetMode="External" Id="R9be7950d5ddf4c6a" /><Relationship Type="http://schemas.openxmlformats.org/officeDocument/2006/relationships/hyperlink" Target="https://spartandesignrobotics.org/custom-parts-fab" TargetMode="External" Id="Rd029e85eb9174184" /><Relationship Type="http://schemas.openxmlformats.org/officeDocument/2006/relationships/hyperlink" Target="https://spartandesignrobotics.org/onshape-to-build" TargetMode="External" Id="Re2196e1ef71c45e0" /><Relationship Type="http://schemas.openxmlformats.org/officeDocument/2006/relationships/notesSlide" Target="/ppt/notesSlides/notesSlide37.xml" Id="Ra63c320540d84a0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178c61563f04865" /><Relationship Type="http://schemas.openxmlformats.org/officeDocument/2006/relationships/hyperlink" Target="https://spartandesignrobotics.org/onshape-mechanism" TargetMode="External" Id="R06389bbea7b74a8d" /><Relationship Type="http://schemas.openxmlformats.org/officeDocument/2006/relationships/hyperlink" Target="https://spartandesignrobotics.org/onshape-drawings" TargetMode="External" Id="Rbea5739f5b644bbf" /><Relationship Type="http://schemas.openxmlformats.org/officeDocument/2006/relationships/hyperlink" Target="https://spartandesignrobotics.org/custom-parts-fab" TargetMode="External" Id="R39ee0123f81542fe" /><Relationship Type="http://schemas.openxmlformats.org/officeDocument/2006/relationships/hyperlink" Target="https://spartandesignrobotics.org/onshape-to-build" TargetMode="External" Id="Rce5983f9f8ee4ccf" /><Relationship Type="http://schemas.openxmlformats.org/officeDocument/2006/relationships/notesSlide" Target="/ppt/notesSlides/notesSlide38.xml" Id="R21e3754abff1458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80eaf75f3154a80" /><Relationship Type="http://schemas.openxmlformats.org/officeDocument/2006/relationships/hyperlink" Target="https://spartandesignrobotics.org/onshape-mechanism" TargetMode="External" Id="R66d7b83f17ec4dd6" /><Relationship Type="http://schemas.openxmlformats.org/officeDocument/2006/relationships/hyperlink" Target="https://spartandesignrobotics.org/onshape-drawings" TargetMode="External" Id="Rdfabbc00ebb849a0" /><Relationship Type="http://schemas.openxmlformats.org/officeDocument/2006/relationships/hyperlink" Target="https://spartandesignrobotics.org/custom-parts-fab" TargetMode="External" Id="Reb4a0faee1df4676" /><Relationship Type="http://schemas.openxmlformats.org/officeDocument/2006/relationships/hyperlink" Target="https://spartandesignrobotics.org/onshape-to-build" TargetMode="External" Id="R9eb86bada4554896" /><Relationship Type="http://schemas.openxmlformats.org/officeDocument/2006/relationships/notesSlide" Target="/ppt/notesSlides/notesSlide39.xml" Id="R75c0940c34fe4c9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c63e05eb3b542a5" /><Relationship Type="http://schemas.openxmlformats.org/officeDocument/2006/relationships/hyperlink" Target="https://spartandesignrobotics.org/onshape-mechanism" TargetMode="External" Id="Rc36f237ad11a413c" /><Relationship Type="http://schemas.openxmlformats.org/officeDocument/2006/relationships/hyperlink" Target="https://spartandesignrobotics.org/onshape-drawings" TargetMode="External" Id="Rfa1c23f3d7974b32" /><Relationship Type="http://schemas.openxmlformats.org/officeDocument/2006/relationships/hyperlink" Target="https://spartandesignrobotics.org/custom-parts-fab" TargetMode="External" Id="R9b502c82dca74c3a" /><Relationship Type="http://schemas.openxmlformats.org/officeDocument/2006/relationships/hyperlink" Target="https://spartandesignrobotics.org/onshape-to-build" TargetMode="External" Id="Rfe7debe14138483d" /><Relationship Type="http://schemas.openxmlformats.org/officeDocument/2006/relationships/notesSlide" Target="/ppt/notesSlides/notesSlide40.xml" Id="R9722e4d94fda4b5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b45387f246e423a" /><Relationship Type="http://schemas.openxmlformats.org/officeDocument/2006/relationships/hyperlink" Target="https://spartandesignrobotics.org/custom-parts-fab" TargetMode="External" Id="R8e1e0993440a4495" /><Relationship Type="http://schemas.openxmlformats.org/officeDocument/2006/relationships/notesSlide" Target="/ppt/notesSlides/notesSlide41.xml" Id="R678b1ead1cce46b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3fbf2d4c4624d6c" /><Relationship Type="http://schemas.openxmlformats.org/officeDocument/2006/relationships/hyperlink" Target="https://spartandesignrobotics.org/custom-parts-fab" TargetMode="External" Id="R48e14f59bd034ecd" /><Relationship Type="http://schemas.openxmlformats.org/officeDocument/2006/relationships/notesSlide" Target="/ppt/notesSlides/notesSlide42.xml" Id="R21006109bb1a4ee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15c4401dc29497c" /><Relationship Type="http://schemas.openxmlformats.org/officeDocument/2006/relationships/hyperlink" Target="https://spartandesignrobotics.org/custom-parts-fab" TargetMode="External" Id="R9f576e43b3e24f55" /><Relationship Type="http://schemas.openxmlformats.org/officeDocument/2006/relationships/notesSlide" Target="/ppt/notesSlides/notesSlide43.xml" Id="Rad0b4704eced4dd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02dd386e3974fe4" /><Relationship Type="http://schemas.openxmlformats.org/officeDocument/2006/relationships/hyperlink" Target="https://spartandesignrobotics.org/custom-parts-fab" TargetMode="External" Id="R6055633d81c34430" /><Relationship Type="http://schemas.openxmlformats.org/officeDocument/2006/relationships/notesSlide" Target="/ppt/notesSlides/notesSlide44.xml" Id="R8b10e43dacba49b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fce0eb92c44420b" /><Relationship Type="http://schemas.openxmlformats.org/officeDocument/2006/relationships/hyperlink" Target="https://spartandesignrobotics.org/setup-guide" TargetMode="External" Id="R4199ad3644dd4dca" /><Relationship Type="http://schemas.openxmlformats.org/officeDocument/2006/relationships/notesSlide" Target="/ppt/notesSlides/notesSlide45.xml" Id="R7dd7a394e3a7439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74b6850c46744c7" /><Relationship Type="http://schemas.openxmlformats.org/officeDocument/2006/relationships/hyperlink" Target="https://spartandesignrobotics.org/organizing-code" TargetMode="External" Id="Rf70388dc002f4606" /><Relationship Type="http://schemas.openxmlformats.org/officeDocument/2006/relationships/notesSlide" Target="/ppt/notesSlides/notesSlide46.xml" Id="R504e2370ce81490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60dff5f26934226" /><Relationship Type="http://schemas.openxmlformats.org/officeDocument/2006/relationships/hyperlink" Target="https://spartandesignrobotics.org/wiring-esd" TargetMode="External" Id="R39706a427e3144a9" /><Relationship Type="http://schemas.openxmlformats.org/officeDocument/2006/relationships/notesSlide" Target="/ppt/notesSlides/notesSlide47.xml" Id="R49ff0301435a4bf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6b5b46e7b32543bb" /><Relationship Type="http://schemas.openxmlformats.org/officeDocument/2006/relationships/hyperlink" Target="https://spartandesignrobotics.org/auton-strategy" TargetMode="External" Id="R7cece8b392014bc7" /><Relationship Type="http://schemas.openxmlformats.org/officeDocument/2006/relationships/notesSlide" Target="/ppt/notesSlides/notesSlide48.xml" Id="Rf2f11beb75ce4ba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20898725945450a" /><Relationship Type="http://schemas.openxmlformats.org/officeDocument/2006/relationships/notesSlide" Target="/ppt/notesSlides/notesSlide49.xml" Id="Rcaf74e0acc21449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c11b898ad004e68" /><Relationship Type="http://schemas.openxmlformats.org/officeDocument/2006/relationships/hyperlink" Target="https://spartandesignrobotics.org/testing-system" TargetMode="External" Id="R90f26dcd11244a0e" /><Relationship Type="http://schemas.openxmlformats.org/officeDocument/2006/relationships/hyperlink" Target="https://spartandesignrobotics.org/data-logging" TargetMode="External" Id="Rd218e5f0db534e65" /><Relationship Type="http://schemas.openxmlformats.org/officeDocument/2006/relationships/notesSlide" Target="/ppt/notesSlides/notesSlide50.xml" Id="Rdc25f52ba49a4ce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fac1499fc1441b6" /><Relationship Type="http://schemas.openxmlformats.org/officeDocument/2006/relationships/hyperlink" Target="https://spartandesignrobotics.org/pid-diagnostics" TargetMode="External" Id="R6b2573a9002b4bee" /><Relationship Type="http://schemas.openxmlformats.org/officeDocument/2006/relationships/notesSlide" Target="/ppt/notesSlides/notesSlide51.xml" Id="Rb71b880c068347c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06154f74b4948ce" /><Relationship Type="http://schemas.openxmlformats.org/officeDocument/2006/relationships/notesSlide" Target="/ppt/notesSlides/notesSlide52.xml" Id="Re93c807caf7f443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80201a40fb445bc" /><Relationship Type="http://schemas.openxmlformats.org/officeDocument/2006/relationships/hyperlink" Target="https://spartandesignrobotics.org/competition-template" TargetMode="External" Id="Rdfc96dda89dd4c64" /><Relationship Type="http://schemas.openxmlformats.org/officeDocument/2006/relationships/notesSlide" Target="/ppt/notesSlides/notesSlide53.xml" Id="R444a7532311b4ba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da718657a844412" /><Relationship Type="http://schemas.openxmlformats.org/officeDocument/2006/relationships/hyperlink" Target="https://spartandesignrobotics.org/competition-template" TargetMode="External" Id="R1c3b1f4fa4c04f7c" /><Relationship Type="http://schemas.openxmlformats.org/officeDocument/2006/relationships/hyperlink" Target="https://spartandesignrobotics.org/auton-failure-diagnosis" TargetMode="External" Id="R64b4d6d4ed934fec" /><Relationship Type="http://schemas.openxmlformats.org/officeDocument/2006/relationships/notesSlide" Target="/ppt/notesSlides/notesSlide54.xml" Id="R970a3c91b9c54d2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5b106d353dc4740" /><Relationship Type="http://schemas.openxmlformats.org/officeDocument/2006/relationships/hyperlink" Target="https://spartandesignrobotics.org/competition-template" TargetMode="External" Id="R80e72dcee1644b0d" /><Relationship Type="http://schemas.openxmlformats.org/officeDocument/2006/relationships/notesSlide" Target="/ppt/notesSlides/notesSlide55.xml" Id="Rf358153dba994e7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976afede8ea4085" /><Relationship Type="http://schemas.openxmlformats.org/officeDocument/2006/relationships/hyperlink" Target="https://spartandesignrobotics.org/skills-tracker" TargetMode="External" Id="R4b943e602c7448e5" /><Relationship Type="http://schemas.openxmlformats.org/officeDocument/2006/relationships/notesSlide" Target="/ppt/notesSlides/notesSlide56.xml" Id="R9aff4c18591d40a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d0d671263a40413b" /><Relationship Type="http://schemas.openxmlformats.org/officeDocument/2006/relationships/notesSlide" Target="/ppt/notesSlides/notesSlide57.xml" Id="R759cacacb08c470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7c32aa881d64cc0" /><Relationship Type="http://schemas.openxmlformats.org/officeDocument/2006/relationships/notesSlide" Target="/ppt/notesSlides/notesSlide58.xml" Id="R415f3ef3ef7d412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c6c6ddffc7d04ac3" /><Relationship Type="http://schemas.openxmlformats.org/officeDocument/2006/relationships/notesSlide" Target="/ppt/notesSlides/notesSlide59.xml" Id="Rff8f12d3e30445b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25d7621fd9a7480a" /><Relationship Type="http://schemas.openxmlformats.org/officeDocument/2006/relationships/hyperlink" Target="https://spartandesignrobotics.org/library" TargetMode="External" Id="Rfbffa025421e4d55" /><Relationship Type="http://schemas.openxmlformats.org/officeDocument/2006/relationships/notesSlide" Target="/ppt/notesSlides/notesSlide60.xml" Id="R2cd551a25a3d4b9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3f6ba5c952342ca" /><Relationship Type="http://schemas.openxmlformats.org/officeDocument/2006/relationships/hyperlink" Target="https://spartandesignrobotics.org/budget-hub" TargetMode="External" Id="Rdd6892728daf4824" /><Relationship Type="http://schemas.openxmlformats.org/officeDocument/2006/relationships/hyperlink" Target="https://spartandesignrobotics.org/budget-parts" TargetMode="External" Id="R657df4d9e5134d56" /><Relationship Type="http://schemas.openxmlformats.org/officeDocument/2006/relationships/hyperlink" Target="https://spartandesignrobotics.org/outreach" TargetMode="External" Id="Rdaa7b0bd178e4705" /><Relationship Type="http://schemas.openxmlformats.org/officeDocument/2006/relationships/hyperlink" Target="https://spartandesignrobotics.org/bom-cost-tradeoffs" TargetMode="External" Id="R90158d97cc654611" /><Relationship Type="http://schemas.openxmlformats.org/officeDocument/2006/relationships/notesSlide" Target="/ppt/notesSlides/notesSlide61.xml" Id="Rf3329b3175ce43d3"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00760C76-ABC1-4073-9EEA-5DCB236B68E8}"/>
              </a:ext>
            </a:extLst>
          </p:cNvPr>
          <p:cNvSpPr>
            <a:spLocks xmlns:a="http://schemas.openxmlformats.org/drawingml/2006/main" noGrp="1"/>
          </p:cNvSpPr>
          <p:nvPr/>
        </p:nvSpPr>
        <p:spPr>
          <a:xfrm xmlns:a="http://schemas.openxmlformats.org/drawingml/2006/main">
            <a:off x="457200" y="347472"/>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1100"/>
              <a:buFont typeface="Arial"/>
              <a:buNone/>
            </a:pPr>
            <a:r>
              <a:rPr sz="1100" b="1" i="0" u="none" cap="none">
                <a:solidFill>
                  <a:srgbClr val="94A3B8"/>
                </a:solidFill>
                <a:latin typeface="Arial"/>
                <a:ea typeface="Arial"/>
                <a:cs typeface="Arial"/>
              </a:rPr>
              <a:t>VEX IQ ROBOTICS COMPETITION  ·  ENGINEERING NOTEBOOK</a:t>
            </a:r>
            <a:endParaRPr sz="1100" b="0" i="0" u="none" cap="none">
              <a:solidFill>
                <a:schemeClr val="dk1"/>
              </a:solidFill>
              <a:latin typeface="Arial"/>
              <a:ea typeface="Arial"/>
              <a:cs typeface="Arial"/>
            </a:endParaRPr>
          </a:p>
        </p:txBody>
      </p:sp>
      <p:sp>
        <p:nvSpPr>
          <p:cNvPr id="13" name="Google Shape;13;p3">
            <a:extLst xmlns:a="http://schemas.openxmlformats.org/drawingml/2006/main">
              <a:ext uri="{FF2B5EF4-FFF2-40B4-BE49-F238E27FC236}">
                <a16:creationId xmlns:a16="http://schemas.microsoft.com/office/drawing/2014/main" id="{0734581B-CD9C-43CF-8238-25E9EB3ECB01}"/>
              </a:ext>
            </a:extLst>
          </p:cNvPr>
          <p:cNvSpPr>
            <a:spLocks xmlns:a="http://schemas.openxmlformats.org/drawingml/2006/main" noGrp="1"/>
          </p:cNvSpPr>
          <p:nvPr/>
        </p:nvSpPr>
        <p:spPr>
          <a:xfrm xmlns:a="http://schemas.openxmlformats.org/drawingml/2006/main">
            <a:off x="457200" y="685800"/>
            <a:ext cx="548640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0"/>
              <a:buFont typeface="Arial"/>
              <a:buNone/>
            </a:pPr>
            <a:r>
              <a:rPr sz="10500" b="1" i="0" u="none" cap="none">
                <a:solidFill>
                  <a:srgbClr val="FFFFFF"/>
                </a:solidFill>
                <a:latin typeface="Arial"/>
                <a:ea typeface="Arial"/>
                <a:cs typeface="Arial"/>
              </a:rPr>
              <a:t>2822[X]</a:t>
            </a:r>
            <a:endParaRPr sz="10500" b="0" i="0" u="none" cap="none">
              <a:solidFill>
                <a:schemeClr val="dk1"/>
              </a:solidFill>
              <a:latin typeface="Arial"/>
              <a:ea typeface="Arial"/>
              <a:cs typeface="Arial"/>
            </a:endParaRPr>
          </a:p>
        </p:txBody>
      </p:sp>
      <p:sp>
        <p:nvSpPr>
          <p:cNvPr id="14" name="Google Shape;14;p3">
            <a:extLst xmlns:a="http://schemas.openxmlformats.org/drawingml/2006/main">
              <a:ext uri="{FF2B5EF4-FFF2-40B4-BE49-F238E27FC236}">
                <a16:creationId xmlns:a16="http://schemas.microsoft.com/office/drawing/2014/main" id="{89F9F798-0DB2-48CB-BBBF-90EB3F4D92BD}"/>
              </a:ext>
            </a:extLst>
          </p:cNvPr>
          <p:cNvSpPr>
            <a:spLocks xmlns:a="http://schemas.openxmlformats.org/drawingml/2006/main" noGrp="1"/>
          </p:cNvSpPr>
          <p:nvPr/>
        </p:nvSpPr>
        <p:spPr>
          <a:xfrm xmlns:a="http://schemas.openxmlformats.org/drawingml/2006/main">
            <a:off x="457200" y="2286000"/>
            <a:ext cx="54864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BBF24"/>
              </a:buClr>
              <a:buSzPts val="4200"/>
              <a:buFont typeface="Arial"/>
              <a:buNone/>
            </a:pPr>
            <a:r>
              <a:rPr sz="4200" b="1" i="0" u="none" cap="none">
                <a:solidFill>
                  <a:srgbClr val="FBBF24"/>
                </a:solidFill>
                <a:latin typeface="Arial"/>
                <a:ea typeface="Arial"/>
                <a:cs typeface="Arial"/>
              </a:rPr>
              <a:t>[TEAM NAME]</a:t>
            </a:r>
            <a:endParaRPr sz="4200" b="0" i="0" u="none" cap="none">
              <a:solidFill>
                <a:schemeClr val="dk1"/>
              </a:solidFill>
              <a:latin typeface="Arial"/>
              <a:ea typeface="Arial"/>
              <a:cs typeface="Arial"/>
            </a:endParaRPr>
          </a:p>
        </p:txBody>
      </p:sp>
      <p:sp>
        <p:nvSpPr>
          <p:cNvPr id="15" name="Google Shape;15;p3">
            <a:extLst xmlns:a="http://schemas.openxmlformats.org/drawingml/2006/main">
              <a:ext uri="{FF2B5EF4-FFF2-40B4-BE49-F238E27FC236}">
                <a16:creationId xmlns:a16="http://schemas.microsoft.com/office/drawing/2014/main" id="{270FF23E-7D61-4CAA-8277-8319552F7E93}"/>
              </a:ext>
            </a:extLst>
          </p:cNvPr>
          <p:cNvSpPr>
            <a:spLocks xmlns:a="http://schemas.openxmlformats.org/drawingml/2006/main" noGrp="1"/>
          </p:cNvSpPr>
          <p:nvPr/>
        </p:nvSpPr>
        <p:spPr>
          <a:xfrm xmlns:a="http://schemas.openxmlformats.org/drawingml/2006/main">
            <a:off x="457200" y="2944368"/>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1300"/>
              <a:buFont typeface="Arial"/>
              <a:buNone/>
            </a:pPr>
            <a:r>
              <a:rPr sz="1300" b="0" i="0" u="none" cap="none">
                <a:solidFill>
                  <a:srgbClr val="E2E8F0"/>
                </a:solidFill>
                <a:latin typeface="Arial"/>
                <a:ea typeface="Arial"/>
                <a:cs typeface="Arial"/>
              </a:rPr>
              <a:t>Season 2026–2027  ·  Level Up</a:t>
            </a:r>
            <a:endParaRPr sz="1300" b="0" i="0" u="none" cap="none">
              <a:solidFill>
                <a:schemeClr val="dk1"/>
              </a:solidFill>
              <a:latin typeface="Arial"/>
              <a:ea typeface="Arial"/>
              <a:cs typeface="Arial"/>
            </a:endParaRPr>
          </a:p>
        </p:txBody>
      </p:sp>
      <p:sp>
        <p:nvSpPr>
          <p:cNvPr id="16" name="Google Shape;16;p3">
            <a:extLst xmlns:a="http://schemas.openxmlformats.org/drawingml/2006/main">
              <a:ext uri="{FF2B5EF4-FFF2-40B4-BE49-F238E27FC236}">
                <a16:creationId xmlns:a16="http://schemas.microsoft.com/office/drawing/2014/main" id="{33376E71-C3C1-44E0-AF49-74719CFA09E9}"/>
              </a:ext>
            </a:extLst>
          </p:cNvPr>
          <p:cNvSpPr>
            <a:spLocks xmlns:a="http://schemas.openxmlformats.org/drawingml/2006/main" noGrp="1"/>
          </p:cNvSpPr>
          <p:nvPr/>
        </p:nvSpPr>
        <p:spPr>
          <a:xfrm xmlns:a="http://schemas.openxmlformats.org/drawingml/2006/main">
            <a:off x="457200" y="3236976"/>
            <a:ext cx="5486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Replace [X] with your team letter (A–F) and [TEAM NAME] with your team name  ·  e.g.  2822A · LEONIDAS</a:t>
            </a:r>
            <a:endParaRPr sz="900" b="0" i="0" u="none" cap="none">
              <a:solidFill>
                <a:schemeClr val="dk1"/>
              </a:solidFill>
              <a:latin typeface="Arial"/>
              <a:ea typeface="Arial"/>
              <a:cs typeface="Arial"/>
            </a:endParaRPr>
          </a:p>
        </p:txBody>
      </p:sp>
      <p:cxnSp>
        <p:nvCxnSpPr>
          <p:cNvPr id="54" name="Google Shape;17;p3"/>
          <p:cNvCxnSpPr/>
          <p:nvPr/>
        </p:nvCxnSpPr>
        <p:spPr>
          <a:xfrm xmlns:a="http://schemas.openxmlformats.org/drawingml/2006/main">
            <a:off x="457200" y="3822192"/>
            <a:ext cx="5486400" cy="0"/>
          </a:xfrm>
          <a:prstGeom xmlns:a="http://schemas.openxmlformats.org/drawingml/2006/main" prst="straightConnector1">
            <a:avLst/>
          </a:prstGeom>
          <a:ln xmlns:a="http://schemas.openxmlformats.org/drawingml/2006/main" w="12700" cap="flat">
            <a:solidFill>
              <a:srgbClr val="FBBF24"/>
            </a:solidFill>
            <a:prstDash val="solid"/>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11030F38-3A93-4357-A2FD-78B95D6DCCCA}"/>
              </a:ext>
            </a:extLst>
          </p:cNvPr>
          <p:cNvSpPr>
            <a:spLocks xmlns:a="http://schemas.openxmlformats.org/drawingml/2006/main" noGrp="1"/>
          </p:cNvSpPr>
          <p:nvPr/>
        </p:nvSpPr>
        <p:spPr>
          <a:xfrm xmlns:a="http://schemas.openxmlformats.org/drawingml/2006/main">
            <a:off x="457200" y="3950208"/>
            <a:ext cx="109728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1" i="0" u="none" cap="none">
                <a:solidFill>
                  <a:srgbClr val="94A3B8"/>
                </a:solidFill>
                <a:latin typeface="Arial"/>
                <a:ea typeface="Arial"/>
                <a:cs typeface="Arial"/>
              </a:rPr>
              <a:t>Team Name</a:t>
            </a:r>
            <a:endParaRPr sz="850" b="0" i="0" u="none" cap="none">
              <a:solidFill>
                <a:schemeClr val="dk1"/>
              </a:solidFill>
              <a:latin typeface="Arial"/>
              <a:ea typeface="Arial"/>
              <a:cs typeface="Arial"/>
            </a:endParaRPr>
          </a:p>
        </p:txBody>
      </p:sp>
      <p:sp>
        <p:nvSpPr>
          <p:cNvPr id="19" name="Google Shape;19;p3">
            <a:extLst xmlns:a="http://schemas.openxmlformats.org/drawingml/2006/main">
              <a:ext uri="{FF2B5EF4-FFF2-40B4-BE49-F238E27FC236}">
                <a16:creationId xmlns:a16="http://schemas.microsoft.com/office/drawing/2014/main" id="{23880EDB-C182-4416-9379-92C954A2B77D}"/>
              </a:ext>
            </a:extLst>
          </p:cNvPr>
          <p:cNvSpPr>
            <a:spLocks xmlns:a="http://schemas.openxmlformats.org/drawingml/2006/main" noGrp="1"/>
          </p:cNvSpPr>
          <p:nvPr/>
        </p:nvSpPr>
        <p:spPr>
          <a:xfrm xmlns:a="http://schemas.openxmlformats.org/drawingml/2006/main">
            <a:off x="1554480" y="3950208"/>
            <a:ext cx="164592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850"/>
              <a:buFont typeface="Arial"/>
              <a:buNone/>
            </a:pPr>
            <a:r>
              <a:rPr sz="850" b="0" i="0" u="none" cap="none">
                <a:solidFill>
                  <a:srgbClr val="E2E8F0"/>
                </a:solidFill>
                <a:latin typeface="Arial"/>
                <a:ea typeface="Arial"/>
                <a:cs typeface="Arial"/>
              </a:rPr>
              <a:t>[Team Name]</a:t>
            </a:r>
            <a:endParaRPr sz="850" b="0" i="0" u="none" cap="none">
              <a:solidFill>
                <a:schemeClr val="dk1"/>
              </a:solidFill>
              <a:latin typeface="Arial"/>
              <a:ea typeface="Arial"/>
              <a:cs typeface="Arial"/>
            </a:endParaRPr>
          </a:p>
        </p:txBody>
      </p:sp>
      <p:sp>
        <p:nvSpPr>
          <p:cNvPr id="20" name="Google Shape;20;p3">
            <a:extLst xmlns:a="http://schemas.openxmlformats.org/drawingml/2006/main">
              <a:ext uri="{FF2B5EF4-FFF2-40B4-BE49-F238E27FC236}">
                <a16:creationId xmlns:a16="http://schemas.microsoft.com/office/drawing/2014/main" id="{28A06ADF-ACFB-41BA-BBF5-9767C373E855}"/>
              </a:ext>
            </a:extLst>
          </p:cNvPr>
          <p:cNvSpPr>
            <a:spLocks xmlns:a="http://schemas.openxmlformats.org/drawingml/2006/main" noGrp="1"/>
          </p:cNvSpPr>
          <p:nvPr/>
        </p:nvSpPr>
        <p:spPr>
          <a:xfrm xmlns:a="http://schemas.openxmlformats.org/drawingml/2006/main">
            <a:off x="3337560" y="3950208"/>
            <a:ext cx="109728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1" i="0" u="none" cap="none">
                <a:solidFill>
                  <a:srgbClr val="94A3B8"/>
                </a:solidFill>
                <a:latin typeface="Arial"/>
                <a:ea typeface="Arial"/>
                <a:cs typeface="Arial"/>
              </a:rPr>
              <a:t>Coach</a:t>
            </a:r>
            <a:endParaRPr sz="850" b="0" i="0" u="none" cap="none">
              <a:solidFill>
                <a:schemeClr val="dk1"/>
              </a:solidFill>
              <a:latin typeface="Arial"/>
              <a:ea typeface="Arial"/>
              <a:cs typeface="Arial"/>
            </a:endParaRPr>
          </a:p>
        </p:txBody>
      </p:sp>
      <p:sp>
        <p:nvSpPr>
          <p:cNvPr id="21" name="Google Shape;21;p3">
            <a:extLst xmlns:a="http://schemas.openxmlformats.org/drawingml/2006/main">
              <a:ext uri="{FF2B5EF4-FFF2-40B4-BE49-F238E27FC236}">
                <a16:creationId xmlns:a16="http://schemas.microsoft.com/office/drawing/2014/main" id="{68509AB3-A6E7-419D-B5DB-E92190E16107}"/>
              </a:ext>
            </a:extLst>
          </p:cNvPr>
          <p:cNvSpPr>
            <a:spLocks xmlns:a="http://schemas.openxmlformats.org/drawingml/2006/main" noGrp="1"/>
          </p:cNvSpPr>
          <p:nvPr/>
        </p:nvSpPr>
        <p:spPr>
          <a:xfrm xmlns:a="http://schemas.openxmlformats.org/drawingml/2006/main">
            <a:off x="4480560" y="3950208"/>
            <a:ext cx="164592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850"/>
              <a:buFont typeface="Arial"/>
              <a:buNone/>
            </a:pPr>
            <a:r>
              <a:rPr sz="850" b="0" i="0" u="none" cap="none">
                <a:solidFill>
                  <a:srgbClr val="E2E8F0"/>
                </a:solidFill>
                <a:latin typeface="Arial"/>
                <a:ea typeface="Arial"/>
                <a:cs typeface="Arial"/>
              </a:rPr>
              <a:t>[Coach Name]</a:t>
            </a:r>
            <a:endParaRPr sz="850" b="0" i="0" u="none" cap="none">
              <a:solidFill>
                <a:schemeClr val="dk1"/>
              </a:solidFill>
              <a:latin typeface="Arial"/>
              <a:ea typeface="Arial"/>
              <a:cs typeface="Arial"/>
            </a:endParaRPr>
          </a:p>
        </p:txBody>
      </p:sp>
      <p:sp>
        <p:nvSpPr>
          <p:cNvPr id="22" name="Google Shape;22;p3">
            <a:extLst xmlns:a="http://schemas.openxmlformats.org/drawingml/2006/main">
              <a:ext uri="{FF2B5EF4-FFF2-40B4-BE49-F238E27FC236}">
                <a16:creationId xmlns:a16="http://schemas.microsoft.com/office/drawing/2014/main" id="{4A123A0A-F398-4F30-9379-5C8E09EB6978}"/>
              </a:ext>
            </a:extLst>
          </p:cNvPr>
          <p:cNvSpPr>
            <a:spLocks xmlns:a="http://schemas.openxmlformats.org/drawingml/2006/main" noGrp="1"/>
          </p:cNvSpPr>
          <p:nvPr/>
        </p:nvSpPr>
        <p:spPr>
          <a:xfrm xmlns:a="http://schemas.openxmlformats.org/drawingml/2006/main">
            <a:off x="457200" y="4133088"/>
            <a:ext cx="109728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1" i="0" u="none" cap="none">
                <a:solidFill>
                  <a:srgbClr val="94A3B8"/>
                </a:solidFill>
                <a:latin typeface="Arial"/>
                <a:ea typeface="Arial"/>
                <a:cs typeface="Arial"/>
              </a:rPr>
              <a:t>School</a:t>
            </a:r>
            <a:endParaRPr sz="850" b="0" i="0" u="none" cap="none">
              <a:solidFill>
                <a:schemeClr val="dk1"/>
              </a:solidFill>
              <a:latin typeface="Arial"/>
              <a:ea typeface="Arial"/>
              <a:cs typeface="Arial"/>
            </a:endParaRPr>
          </a:p>
        </p:txBody>
      </p:sp>
      <p:sp>
        <p:nvSpPr>
          <p:cNvPr id="23" name="Google Shape;23;p3">
            <a:extLst xmlns:a="http://schemas.openxmlformats.org/drawingml/2006/main">
              <a:ext uri="{FF2B5EF4-FFF2-40B4-BE49-F238E27FC236}">
                <a16:creationId xmlns:a16="http://schemas.microsoft.com/office/drawing/2014/main" id="{76CF301C-4AF6-4C4B-8F14-C09E9095CC8B}"/>
              </a:ext>
            </a:extLst>
          </p:cNvPr>
          <p:cNvSpPr>
            <a:spLocks xmlns:a="http://schemas.openxmlformats.org/drawingml/2006/main" noGrp="1"/>
          </p:cNvSpPr>
          <p:nvPr/>
        </p:nvSpPr>
        <p:spPr>
          <a:xfrm xmlns:a="http://schemas.openxmlformats.org/drawingml/2006/main">
            <a:off x="1554480" y="4133088"/>
            <a:ext cx="164592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850"/>
              <a:buFont typeface="Arial"/>
              <a:buNone/>
            </a:pPr>
            <a:r>
              <a:rPr sz="850" b="0" i="0" u="none" cap="none">
                <a:solidFill>
                  <a:srgbClr val="E2E8F0"/>
                </a:solidFill>
                <a:latin typeface="Arial"/>
                <a:ea typeface="Arial"/>
                <a:cs typeface="Arial"/>
              </a:rPr>
              <a:t>[School Name]</a:t>
            </a:r>
            <a:endParaRPr sz="850" b="0" i="0" u="none" cap="none">
              <a:solidFill>
                <a:schemeClr val="dk1"/>
              </a:solidFill>
              <a:latin typeface="Arial"/>
              <a:ea typeface="Arial"/>
              <a:cs typeface="Arial"/>
            </a:endParaRPr>
          </a:p>
        </p:txBody>
      </p:sp>
      <p:sp>
        <p:nvSpPr>
          <p:cNvPr id="24" name="Google Shape;24;p3">
            <a:extLst xmlns:a="http://schemas.openxmlformats.org/drawingml/2006/main">
              <a:ext uri="{FF2B5EF4-FFF2-40B4-BE49-F238E27FC236}">
                <a16:creationId xmlns:a16="http://schemas.microsoft.com/office/drawing/2014/main" id="{7555ACC0-CEAC-407D-A9E0-0D296D1A9D4A}"/>
              </a:ext>
            </a:extLst>
          </p:cNvPr>
          <p:cNvSpPr>
            <a:spLocks xmlns:a="http://schemas.openxmlformats.org/drawingml/2006/main" noGrp="1"/>
          </p:cNvSpPr>
          <p:nvPr/>
        </p:nvSpPr>
        <p:spPr>
          <a:xfrm xmlns:a="http://schemas.openxmlformats.org/drawingml/2006/main">
            <a:off x="3337560" y="4133088"/>
            <a:ext cx="109728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1" i="0" u="none" cap="none">
                <a:solidFill>
                  <a:srgbClr val="94A3B8"/>
                </a:solidFill>
                <a:latin typeface="Arial"/>
                <a:ea typeface="Arial"/>
                <a:cs typeface="Arial"/>
              </a:rPr>
              <a:t>Contact</a:t>
            </a:r>
            <a:endParaRPr sz="850" b="0" i="0" u="none" cap="none">
              <a:solidFill>
                <a:schemeClr val="dk1"/>
              </a:solidFill>
              <a:latin typeface="Arial"/>
              <a:ea typeface="Arial"/>
              <a:cs typeface="Arial"/>
            </a:endParaRPr>
          </a:p>
        </p:txBody>
      </p:sp>
      <p:sp>
        <p:nvSpPr>
          <p:cNvPr id="25" name="Google Shape;25;p3">
            <a:extLst xmlns:a="http://schemas.openxmlformats.org/drawingml/2006/main">
              <a:ext uri="{FF2B5EF4-FFF2-40B4-BE49-F238E27FC236}">
                <a16:creationId xmlns:a16="http://schemas.microsoft.com/office/drawing/2014/main" id="{257712BD-3A70-4A19-A2B7-DC8B0C902F7F}"/>
              </a:ext>
            </a:extLst>
          </p:cNvPr>
          <p:cNvSpPr>
            <a:spLocks xmlns:a="http://schemas.openxmlformats.org/drawingml/2006/main" noGrp="1"/>
          </p:cNvSpPr>
          <p:nvPr/>
        </p:nvSpPr>
        <p:spPr>
          <a:xfrm xmlns:a="http://schemas.openxmlformats.org/drawingml/2006/main">
            <a:off x="4480560" y="4133088"/>
            <a:ext cx="164592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850"/>
              <a:buFont typeface="Arial"/>
              <a:buNone/>
            </a:pPr>
            <a:r>
              <a:rPr sz="850" b="0" i="0" u="none" cap="none">
                <a:solidFill>
                  <a:srgbClr val="E2E8F0"/>
                </a:solidFill>
                <a:latin typeface="Arial"/>
                <a:ea typeface="Arial"/>
                <a:cs typeface="Arial"/>
              </a:rPr>
              <a:t>[teacher contact]</a:t>
            </a:r>
            <a:endParaRPr sz="850" b="0" i="0" u="none" cap="none">
              <a:solidFill>
                <a:schemeClr val="dk1"/>
              </a:solidFill>
              <a:latin typeface="Arial"/>
              <a:ea typeface="Arial"/>
              <a:cs typeface="Arial"/>
            </a:endParaRPr>
          </a:p>
        </p:txBody>
      </p:sp>
      <p:sp>
        <p:nvSpPr>
          <p:cNvPr id="26" name="Google Shape;26;p3">
            <a:extLst xmlns:a="http://schemas.openxmlformats.org/drawingml/2006/main">
              <a:ext uri="{FF2B5EF4-FFF2-40B4-BE49-F238E27FC236}">
                <a16:creationId xmlns:a16="http://schemas.microsoft.com/office/drawing/2014/main" id="{92BFF267-54C0-417F-BB50-74B087143E52}"/>
              </a:ext>
            </a:extLst>
          </p:cNvPr>
          <p:cNvSpPr>
            <a:spLocks xmlns:a="http://schemas.openxmlformats.org/drawingml/2006/main" noGrp="1"/>
          </p:cNvSpPr>
          <p:nvPr/>
        </p:nvSpPr>
        <p:spPr>
          <a:xfrm xmlns:a="http://schemas.openxmlformats.org/drawingml/2006/main">
            <a:off x="457200" y="4315968"/>
            <a:ext cx="109728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1" i="0" u="none" cap="none">
                <a:solidFill>
                  <a:srgbClr val="94A3B8"/>
                </a:solidFill>
                <a:latin typeface="Arial"/>
                <a:ea typeface="Arial"/>
                <a:cs typeface="Arial"/>
              </a:rPr>
              <a:t>Season Start</a:t>
            </a:r>
            <a:endParaRPr sz="850" b="0" i="0" u="none" cap="none">
              <a:solidFill>
                <a:schemeClr val="dk1"/>
              </a:solidFill>
              <a:latin typeface="Arial"/>
              <a:ea typeface="Arial"/>
              <a:cs typeface="Arial"/>
            </a:endParaRPr>
          </a:p>
        </p:txBody>
      </p:sp>
      <p:sp>
        <p:nvSpPr>
          <p:cNvPr id="27" name="Google Shape;27;p3">
            <a:extLst xmlns:a="http://schemas.openxmlformats.org/drawingml/2006/main">
              <a:ext uri="{FF2B5EF4-FFF2-40B4-BE49-F238E27FC236}">
                <a16:creationId xmlns:a16="http://schemas.microsoft.com/office/drawing/2014/main" id="{79E4C253-D287-4CD9-9FF7-104050A4C305}"/>
              </a:ext>
            </a:extLst>
          </p:cNvPr>
          <p:cNvSpPr>
            <a:spLocks xmlns:a="http://schemas.openxmlformats.org/drawingml/2006/main" noGrp="1"/>
          </p:cNvSpPr>
          <p:nvPr/>
        </p:nvSpPr>
        <p:spPr>
          <a:xfrm xmlns:a="http://schemas.openxmlformats.org/drawingml/2006/main">
            <a:off x="1554480" y="4315968"/>
            <a:ext cx="164592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850"/>
              <a:buFont typeface="Arial"/>
              <a:buNone/>
            </a:pPr>
            <a:r>
              <a:rPr sz="850" b="0" i="0" u="none" cap="none">
                <a:solidFill>
                  <a:srgbClr val="E2E8F0"/>
                </a:solidFill>
                <a:latin typeface="Arial"/>
                <a:ea typeface="Arial"/>
                <a:cs typeface="Arial"/>
              </a:rPr>
              <a:t>__/__/____</a:t>
            </a:r>
            <a:endParaRPr sz="850" b="0" i="0" u="none" cap="none">
              <a:solidFill>
                <a:schemeClr val="dk1"/>
              </a:solidFill>
              <a:latin typeface="Arial"/>
              <a:ea typeface="Arial"/>
              <a:cs typeface="Arial"/>
            </a:endParaRPr>
          </a:p>
        </p:txBody>
      </p:sp>
      <p:sp>
        <p:nvSpPr>
          <p:cNvPr id="28" name="Google Shape;28;p3">
            <a:extLst xmlns:a="http://schemas.openxmlformats.org/drawingml/2006/main">
              <a:ext uri="{FF2B5EF4-FFF2-40B4-BE49-F238E27FC236}">
                <a16:creationId xmlns:a16="http://schemas.microsoft.com/office/drawing/2014/main" id="{AD08AC1B-78AB-4635-8F98-56A4D4741AAA}"/>
              </a:ext>
            </a:extLst>
          </p:cNvPr>
          <p:cNvSpPr>
            <a:spLocks xmlns:a="http://schemas.openxmlformats.org/drawingml/2006/main" noGrp="1"/>
          </p:cNvSpPr>
          <p:nvPr/>
        </p:nvSpPr>
        <p:spPr>
          <a:xfrm xmlns:a="http://schemas.openxmlformats.org/drawingml/2006/main">
            <a:off x="3337560" y="4315968"/>
            <a:ext cx="109728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1" i="0" u="none" cap="none">
                <a:solidFill>
                  <a:srgbClr val="94A3B8"/>
                </a:solidFill>
                <a:latin typeface="Arial"/>
                <a:ea typeface="Arial"/>
                <a:cs typeface="Arial"/>
              </a:rPr>
              <a:t>Season End</a:t>
            </a:r>
            <a:endParaRPr sz="850" b="0" i="0" u="none" cap="none">
              <a:solidFill>
                <a:schemeClr val="dk1"/>
              </a:solidFill>
              <a:latin typeface="Arial"/>
              <a:ea typeface="Arial"/>
              <a:cs typeface="Arial"/>
            </a:endParaRPr>
          </a:p>
        </p:txBody>
      </p:sp>
      <p:sp>
        <p:nvSpPr>
          <p:cNvPr id="29" name="Google Shape;29;p3">
            <a:extLst xmlns:a="http://schemas.openxmlformats.org/drawingml/2006/main">
              <a:ext uri="{FF2B5EF4-FFF2-40B4-BE49-F238E27FC236}">
                <a16:creationId xmlns:a16="http://schemas.microsoft.com/office/drawing/2014/main" id="{FAE1E2A2-082E-435C-B067-23878CA87A00}"/>
              </a:ext>
            </a:extLst>
          </p:cNvPr>
          <p:cNvSpPr>
            <a:spLocks xmlns:a="http://schemas.openxmlformats.org/drawingml/2006/main" noGrp="1"/>
          </p:cNvSpPr>
          <p:nvPr/>
        </p:nvSpPr>
        <p:spPr>
          <a:xfrm xmlns:a="http://schemas.openxmlformats.org/drawingml/2006/main">
            <a:off x="4480560" y="4315968"/>
            <a:ext cx="1645920" cy="173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2E8F0"/>
              </a:buClr>
              <a:buSzPts val="850"/>
              <a:buFont typeface="Arial"/>
              <a:buNone/>
            </a:pPr>
            <a:r>
              <a:rPr sz="850" b="0" i="0" u="none" cap="none">
                <a:solidFill>
                  <a:srgbClr val="E2E8F0"/>
                </a:solidFill>
                <a:latin typeface="Arial"/>
                <a:ea typeface="Arial"/>
                <a:cs typeface="Arial"/>
              </a:rPr>
              <a:t>__/__/____</a:t>
            </a:r>
            <a:endParaRPr sz="850" b="0" i="0" u="none" cap="none">
              <a:solidFill>
                <a:schemeClr val="dk1"/>
              </a:solidFill>
              <a:latin typeface="Arial"/>
              <a:ea typeface="Arial"/>
              <a:cs typeface="Arial"/>
            </a:endParaRPr>
          </a:p>
        </p:txBody>
      </p:sp>
      <p:sp>
        <p:nvSpPr>
          <p:cNvPr id="30" name="Google Shape;30;p3">
            <a:extLst xmlns:a="http://schemas.openxmlformats.org/drawingml/2006/main">
              <a:ext uri="{FF2B5EF4-FFF2-40B4-BE49-F238E27FC236}">
                <a16:creationId xmlns:a16="http://schemas.microsoft.com/office/drawing/2014/main" id="{2F48F50E-DCF7-4B3B-B9B9-F10067681755}"/>
              </a:ext>
            </a:extLst>
          </p:cNvPr>
          <p:cNvSpPr>
            <a:spLocks xmlns:a="http://schemas.openxmlformats.org/drawingml/2006/main" noGrp="1"/>
          </p:cNvSpPr>
          <p:nvPr/>
        </p:nvSpPr>
        <p:spPr>
          <a:xfrm xmlns:a="http://schemas.openxmlformats.org/drawingml/2006/main">
            <a:off x="6492240" y="347472"/>
            <a:ext cx="2194560" cy="1371600"/>
          </a:xfrm>
          <a:prstGeom xmlns:a="http://schemas.openxmlformats.org/drawingml/2006/main" prst="rect">
            <a:avLst/>
          </a:prstGeom>
          <a:solidFill xmlns:a="http://schemas.openxmlformats.org/drawingml/2006/main">
            <a:srgbClr val="1E293B"/>
          </a:solidFill>
          <a:ln xmlns:a="http://schemas.openxmlformats.org/drawingml/2006/main" w="19050" cmpd="sng">
            <a:solidFill>
              <a:srgbClr val="FBBF24"/>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 name="Google Shape;31;p3">
            <a:extLst xmlns:a="http://schemas.openxmlformats.org/drawingml/2006/main">
              <a:ext uri="{FF2B5EF4-FFF2-40B4-BE49-F238E27FC236}">
                <a16:creationId xmlns:a16="http://schemas.microsoft.com/office/drawing/2014/main" id="{A66F1CB3-C09B-4104-8854-6F4CAB8E0B87}"/>
              </a:ext>
            </a:extLst>
          </p:cNvPr>
          <p:cNvSpPr>
            <a:spLocks xmlns:a="http://schemas.openxmlformats.org/drawingml/2006/main" noGrp="1"/>
          </p:cNvSpPr>
          <p:nvPr/>
        </p:nvSpPr>
        <p:spPr>
          <a:xfrm xmlns:a="http://schemas.openxmlformats.org/drawingml/2006/main">
            <a:off x="6492240" y="347472"/>
            <a:ext cx="219456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BBF24"/>
              </a:buClr>
              <a:buSzPts val="1400"/>
              <a:buFont typeface="Arial"/>
              <a:buNone/>
            </a:pPr>
            <a:r>
              <a:rPr sz="1400" b="1" i="0" u="none" cap="none">
                <a:solidFill>
                  <a:srgbClr val="FBBF24"/>
                </a:solidFill>
                <a:latin typeface="Arial"/>
                <a:ea typeface="Arial"/>
                <a:cs typeface="Arial"/>
              </a:rPr>
              <a:t>[TEAM LOGO]</a:t>
            </a:r>
            <a:endParaRPr sz="1400" b="0" i="0" u="none" cap="none">
              <a:solidFill>
                <a:schemeClr val="dk1"/>
              </a:solidFill>
              <a:latin typeface="Arial"/>
              <a:ea typeface="Arial"/>
              <a:cs typeface="Arial"/>
            </a:endParaRPr>
          </a:p>
        </p:txBody>
      </p:sp>
      <p:sp>
        <p:nvSpPr>
          <p:cNvPr id="32" name="Google Shape;32;p3">
            <a:extLst xmlns:a="http://schemas.openxmlformats.org/drawingml/2006/main">
              <a:ext uri="{FF2B5EF4-FFF2-40B4-BE49-F238E27FC236}">
                <a16:creationId xmlns:a16="http://schemas.microsoft.com/office/drawing/2014/main" id="{9130F890-9DB8-400D-9D12-22428C2DAF43}"/>
              </a:ext>
            </a:extLst>
          </p:cNvPr>
          <p:cNvSpPr>
            <a:spLocks xmlns:a="http://schemas.openxmlformats.org/drawingml/2006/main" noGrp="1"/>
          </p:cNvSpPr>
          <p:nvPr/>
        </p:nvSpPr>
        <p:spPr>
          <a:xfrm xmlns:a="http://schemas.openxmlformats.org/drawingml/2006/main">
            <a:off x="6492240" y="1124712"/>
            <a:ext cx="219456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4748B"/>
              </a:buClr>
              <a:buSzPts val="850"/>
              <a:buFont typeface="Arial"/>
              <a:buNone/>
            </a:pPr>
            <a:r>
              <a:rPr sz="850" b="0" i="1" u="none" cap="none">
                <a:solidFill>
                  <a:srgbClr val="64748B"/>
                </a:solidFill>
                <a:latin typeface="Arial"/>
                <a:ea typeface="Arial"/>
                <a:cs typeface="Arial"/>
              </a:rPr>
              <a:t>Drop your team logo here</a:t>
            </a:r>
            <a:endParaRPr sz="85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64748B"/>
              </a:buClr>
              <a:buSzPts val="850"/>
              <a:buFont typeface="Arial"/>
              <a:buNone/>
            </a:pPr>
            <a:r>
              <a:rPr sz="850" b="0" i="1" u="none" cap="none">
                <a:solidFill>
                  <a:srgbClr val="64748B"/>
                </a:solidFill>
                <a:latin typeface="Arial"/>
                <a:ea typeface="Arial"/>
                <a:cs typeface="Arial"/>
              </a:rPr>
              <a:t>RGB PNG, square crop</a:t>
            </a:r>
            <a:endParaRPr sz="850" b="0" i="0" u="none" cap="none">
              <a:solidFill>
                <a:schemeClr val="dk1"/>
              </a:solidFill>
              <a:latin typeface="Arial"/>
              <a:ea typeface="Arial"/>
              <a:cs typeface="Arial"/>
            </a:endParaRPr>
          </a:p>
        </p:txBody>
      </p:sp>
      <p:sp>
        <p:nvSpPr>
          <p:cNvPr id="33" name="Google Shape;33;p3">
            <a:extLst xmlns:a="http://schemas.openxmlformats.org/drawingml/2006/main">
              <a:ext uri="{FF2B5EF4-FFF2-40B4-BE49-F238E27FC236}">
                <a16:creationId xmlns:a16="http://schemas.microsoft.com/office/drawing/2014/main" id="{9E05A864-5C08-4127-99FF-8E872FBFE4E4}"/>
              </a:ext>
            </a:extLst>
          </p:cNvPr>
          <p:cNvSpPr>
            <a:spLocks xmlns:a="http://schemas.openxmlformats.org/drawingml/2006/main" noGrp="1"/>
          </p:cNvSpPr>
          <p:nvPr/>
        </p:nvSpPr>
        <p:spPr>
          <a:xfrm xmlns:a="http://schemas.openxmlformats.org/drawingml/2006/main">
            <a:off x="6492240" y="1828800"/>
            <a:ext cx="2194560" cy="2194560"/>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334155"/>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 name="Google Shape;34;p3">
            <a:extLst xmlns:a="http://schemas.openxmlformats.org/drawingml/2006/main">
              <a:ext uri="{FF2B5EF4-FFF2-40B4-BE49-F238E27FC236}">
                <a16:creationId xmlns:a16="http://schemas.microsoft.com/office/drawing/2014/main" id="{3C641E8C-5D98-4807-A4AB-93FEC93BC973}"/>
              </a:ext>
            </a:extLst>
          </p:cNvPr>
          <p:cNvSpPr>
            <a:spLocks xmlns:a="http://schemas.openxmlformats.org/drawingml/2006/main" noGrp="1"/>
          </p:cNvSpPr>
          <p:nvPr/>
        </p:nvSpPr>
        <p:spPr>
          <a:xfrm xmlns:a="http://schemas.openxmlformats.org/drawingml/2006/main">
            <a:off x="6492240" y="1828800"/>
            <a:ext cx="219456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4748B"/>
              </a:buClr>
              <a:buSzPts val="1000"/>
              <a:buFont typeface="Arial"/>
              <a:buNone/>
            </a:pPr>
            <a:r>
              <a:rPr sz="1000" b="0" i="1" u="none" cap="none">
                <a:solidFill>
                  <a:srgbClr val="64748B"/>
                </a:solidFill>
                <a:latin typeface="Arial"/>
                <a:ea typeface="Arial"/>
                <a:cs typeface="Arial"/>
              </a:rPr>
              <a:t>[Insert team photo here]</a:t>
            </a:r>
            <a:endParaRPr sz="1000" b="0" i="0" u="none" cap="none">
              <a:solidFill>
                <a:schemeClr val="dk1"/>
              </a:solidFill>
              <a:latin typeface="Arial"/>
              <a:ea typeface="Arial"/>
              <a:cs typeface="Arial"/>
            </a:endParaRPr>
          </a:p>
        </p:txBody>
      </p:sp>
      <p:sp>
        <p:nvSpPr>
          <p:cNvPr id="35" name="Google Shape;35;p3">
            <a:extLst xmlns:a="http://schemas.openxmlformats.org/drawingml/2006/main">
              <a:ext uri="{FF2B5EF4-FFF2-40B4-BE49-F238E27FC236}">
                <a16:creationId xmlns:a16="http://schemas.microsoft.com/office/drawing/2014/main" id="{361968D1-D2DB-4F59-98E6-DC9058097399}"/>
              </a:ext>
            </a:extLst>
          </p:cNvPr>
          <p:cNvSpPr>
            <a:spLocks xmlns:a="http://schemas.openxmlformats.org/drawingml/2006/main" noGrp="1"/>
          </p:cNvSpPr>
          <p:nvPr/>
        </p:nvSpPr>
        <p:spPr>
          <a:xfrm xmlns:a="http://schemas.openxmlformats.org/drawingml/2006/main">
            <a:off x="0" y="4754880"/>
            <a:ext cx="9144000" cy="384048"/>
          </a:xfrm>
          <a:prstGeom xmlns:a="http://schemas.openxmlformats.org/drawingml/2006/main" prst="rect">
            <a:avLst/>
          </a:prstGeom>
          <a:solidFill xmlns:a="http://schemas.openxmlformats.org/drawingml/2006/main">
            <a:srgbClr val="450A0A"/>
          </a:solidFill>
          <a:ln xmlns:a="http://schemas.openxmlformats.org/drawingml/2006/main" w="12700" cmpd="sng">
            <a:solidFill>
              <a:srgbClr val="450A0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 name="Google Shape;36;p3">
            <a:extLst xmlns:a="http://schemas.openxmlformats.org/drawingml/2006/main">
              <a:ext uri="{FF2B5EF4-FFF2-40B4-BE49-F238E27FC236}">
                <a16:creationId xmlns:a16="http://schemas.microsoft.com/office/drawing/2014/main" id="{66E69574-266A-4AEC-8958-05E68C4D468E}"/>
              </a:ext>
            </a:extLst>
          </p:cNvPr>
          <p:cNvSpPr>
            <a:spLocks xmlns:a="http://schemas.openxmlformats.org/drawingml/2006/main" noGrp="1"/>
          </p:cNvSpPr>
          <p:nvPr/>
        </p:nvSpPr>
        <p:spPr>
          <a:xfrm xmlns:a="http://schemas.openxmlformats.org/drawingml/2006/main">
            <a:off x="320040" y="4754880"/>
            <a:ext cx="85039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CA5A5"/>
              </a:buClr>
              <a:buSzPts val="950"/>
              <a:buFont typeface="Arial"/>
              <a:buNone/>
            </a:pPr>
            <a:r>
              <a:rPr sz="950" b="1" i="0" u="none" cap="none">
                <a:solidFill>
                  <a:srgbClr val="FCA5A5"/>
                </a:solidFill>
                <a:latin typeface="Arial"/>
                <a:ea typeface="Arial"/>
                <a:cs typeface="Arial"/>
              </a:rPr>
              <a:t>⚠  STUDENT WORK:  Notebook evidence and judged explanations must represent the team's authentic work.</a:t>
            </a:r>
            <a:endParaRPr sz="950" b="0" i="0" u="none" cap="none">
              <a:solidFill>
                <a:schemeClr val="dk1"/>
              </a:solidFill>
              <a:latin typeface="Arial"/>
              <a:ea typeface="Arial"/>
              <a:cs typeface="Arial"/>
            </a:endParaRPr>
          </a:p>
        </p:txBody>
      </p:sp>
    </p:spTree>
    <p:extLst>
      <p:ext uri="{BB962C8B-B14F-4D97-AF65-F5344CB8AC3E}">
        <p14:creationId xmlns:p14="http://schemas.microsoft.com/office/powerpoint/2010/main" val="18456093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2" name="Google Shape;42;p4">
            <a:extLst xmlns:a="http://schemas.openxmlformats.org/drawingml/2006/main">
              <a:ext uri="{FF2B5EF4-FFF2-40B4-BE49-F238E27FC236}">
                <a16:creationId xmlns:a16="http://schemas.microsoft.com/office/drawing/2014/main" id="{4830895B-6047-400E-B717-35B1E50B7C0F}"/>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3" name="Google Shape;43;p4">
            <a:extLst xmlns:a="http://schemas.openxmlformats.org/drawingml/2006/main">
              <a:ext uri="{FF2B5EF4-FFF2-40B4-BE49-F238E27FC236}">
                <a16:creationId xmlns:a16="http://schemas.microsoft.com/office/drawing/2014/main" id="{E10BC6E4-E2CE-4CA2-ADD6-67A0C64D0EC1}"/>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NAVIGATION</a:t>
            </a:r>
            <a:endParaRPr sz="1050" b="0" i="0" u="none" cap="none">
              <a:solidFill>
                <a:schemeClr val="dk1"/>
              </a:solidFill>
              <a:latin typeface="Arial"/>
              <a:ea typeface="Arial"/>
              <a:cs typeface="Arial"/>
            </a:endParaRPr>
          </a:p>
        </p:txBody>
      </p:sp>
      <p:sp>
        <p:nvSpPr>
          <p:cNvPr id="44" name="Google Shape;44;p4">
            <a:extLst xmlns:a="http://schemas.openxmlformats.org/drawingml/2006/main">
              <a:ext uri="{FF2B5EF4-FFF2-40B4-BE49-F238E27FC236}">
                <a16:creationId xmlns:a16="http://schemas.microsoft.com/office/drawing/2014/main" id="{74EA31C1-B3B4-42E7-9D56-435EB9D6030E}"/>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45" name="Google Shape;45;p4">
            <a:extLst xmlns:a="http://schemas.openxmlformats.org/drawingml/2006/main">
              <a:ext uri="{FF2B5EF4-FFF2-40B4-BE49-F238E27FC236}">
                <a16:creationId xmlns:a16="http://schemas.microsoft.com/office/drawing/2014/main" id="{2C63FB67-2E27-404C-96BE-F8F650D9674E}"/>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Table of Contents — Part 1</a:t>
            </a:r>
            <a:endParaRPr sz="2200" b="0" i="0" u="none" cap="none">
              <a:solidFill>
                <a:schemeClr val="dk1"/>
              </a:solidFill>
              <a:latin typeface="Arial"/>
              <a:ea typeface="Arial"/>
              <a:cs typeface="Arial"/>
            </a:endParaRPr>
          </a:p>
        </p:txBody>
      </p:sp>
      <p:sp>
        <p:nvSpPr>
          <p:cNvPr id="46" name="Google Shape;46;p4">
            <a:extLst xmlns:a="http://schemas.openxmlformats.org/drawingml/2006/main">
              <a:ext uri="{FF2B5EF4-FFF2-40B4-BE49-F238E27FC236}">
                <a16:creationId xmlns:a16="http://schemas.microsoft.com/office/drawing/2014/main" id="{39EACFCA-A7CB-45C0-9477-62327C8F73EA}"/>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Buffer rows (italic, no number) = duplicate this slide type as needed. Fill in the slide number after adding the slide.</a:t>
            </a:r>
            <a:endParaRPr sz="900" b="0" i="0" u="none" cap="none">
              <a:solidFill>
                <a:schemeClr val="dk1"/>
              </a:solidFill>
              <a:latin typeface="Arial"/>
              <a:ea typeface="Arial"/>
              <a:cs typeface="Arial"/>
            </a:endParaRPr>
          </a:p>
        </p:txBody>
      </p:sp>
      <p:sp>
        <p:nvSpPr>
          <p:cNvPr id="47" name="Google Shape;47;p4">
            <a:extLst xmlns:a="http://schemas.openxmlformats.org/drawingml/2006/main">
              <a:ext uri="{FF2B5EF4-FFF2-40B4-BE49-F238E27FC236}">
                <a16:creationId xmlns:a16="http://schemas.microsoft.com/office/drawing/2014/main" id="{20FE16BE-6010-4252-ABC6-0185D2A6A6A9}"/>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8" name="Google Shape;48;p4">
            <a:extLst xmlns:a="http://schemas.openxmlformats.org/drawingml/2006/main">
              <a:ext uri="{FF2B5EF4-FFF2-40B4-BE49-F238E27FC236}">
                <a16:creationId xmlns:a16="http://schemas.microsoft.com/office/drawing/2014/main" id="{43DB7BA5-1497-45D6-AE1B-804A70B98312}"/>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 / 61</a:t>
            </a:r>
            <a:endParaRPr sz="900" b="0" i="0" u="none" cap="none">
              <a:solidFill>
                <a:schemeClr val="dk1"/>
              </a:solidFill>
              <a:latin typeface="Arial"/>
              <a:ea typeface="Arial"/>
              <a:cs typeface="Arial"/>
            </a:endParaRPr>
          </a:p>
        </p:txBody>
      </p:sp>
      <p:sp>
        <p:nvSpPr>
          <p:cNvPr id="49" name="Google Shape;49;p4">
            <a:extLst xmlns:a="http://schemas.openxmlformats.org/drawingml/2006/main">
              <a:ext uri="{FF2B5EF4-FFF2-40B4-BE49-F238E27FC236}">
                <a16:creationId xmlns:a16="http://schemas.microsoft.com/office/drawing/2014/main" id="{6B34987F-81B6-461A-9ACA-5E6B60485A62}"/>
              </a:ext>
            </a:extLst>
          </p:cNvPr>
          <p:cNvSpPr>
            <a:spLocks xmlns:a="http://schemas.openxmlformats.org/drawingml/2006/main" noGrp="1"/>
          </p:cNvSpPr>
          <p:nvPr/>
        </p:nvSpPr>
        <p:spPr>
          <a:xfrm xmlns:a="http://schemas.openxmlformats.org/drawingml/2006/main">
            <a:off x="320040" y="1097280"/>
            <a:ext cx="4114800" cy="20116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0" name="Google Shape;50;p4">
            <a:extLst xmlns:a="http://schemas.openxmlformats.org/drawingml/2006/main">
              <a:ext uri="{FF2B5EF4-FFF2-40B4-BE49-F238E27FC236}">
                <a16:creationId xmlns:a16="http://schemas.microsoft.com/office/drawing/2014/main" id="{35D04A77-79B7-41FC-A72F-8A0DAC5C0428}"/>
              </a:ext>
            </a:extLst>
          </p:cNvPr>
          <p:cNvSpPr>
            <a:spLocks xmlns:a="http://schemas.openxmlformats.org/drawingml/2006/main" noGrp="1"/>
          </p:cNvSpPr>
          <p:nvPr/>
        </p:nvSpPr>
        <p:spPr>
          <a:xfrm xmlns:a="http://schemas.openxmlformats.org/drawingml/2006/main">
            <a:off x="374904" y="1097280"/>
            <a:ext cx="356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Slide</a:t>
            </a:r>
            <a:endParaRPr sz="850" b="0" i="0" u="none" cap="none">
              <a:solidFill>
                <a:schemeClr val="dk1"/>
              </a:solidFill>
              <a:latin typeface="Arial"/>
              <a:ea typeface="Arial"/>
              <a:cs typeface="Arial"/>
            </a:endParaRPr>
          </a:p>
        </p:txBody>
      </p:sp>
      <p:sp>
        <p:nvSpPr>
          <p:cNvPr id="51" name="Google Shape;51;p4">
            <a:extLst xmlns:a="http://schemas.openxmlformats.org/drawingml/2006/main">
              <a:ext uri="{FF2B5EF4-FFF2-40B4-BE49-F238E27FC236}">
                <a16:creationId xmlns:a16="http://schemas.microsoft.com/office/drawing/2014/main" id="{AD621B5F-93B4-4DD0-A5FA-4494F9A08601}"/>
              </a:ext>
            </a:extLst>
          </p:cNvPr>
          <p:cNvSpPr>
            <a:spLocks xmlns:a="http://schemas.openxmlformats.org/drawingml/2006/main" noGrp="1"/>
          </p:cNvSpPr>
          <p:nvPr/>
        </p:nvSpPr>
        <p:spPr>
          <a:xfrm xmlns:a="http://schemas.openxmlformats.org/drawingml/2006/main">
            <a:off x="786384" y="1097280"/>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Title</a:t>
            </a:r>
            <a:endParaRPr sz="850" b="0" i="0" u="none" cap="none">
              <a:solidFill>
                <a:schemeClr val="dk1"/>
              </a:solidFill>
              <a:latin typeface="Arial"/>
              <a:ea typeface="Arial"/>
              <a:cs typeface="Arial"/>
            </a:endParaRPr>
          </a:p>
        </p:txBody>
      </p:sp>
      <p:sp>
        <p:nvSpPr>
          <p:cNvPr id="52" name="Google Shape;52;p4">
            <a:extLst xmlns:a="http://schemas.openxmlformats.org/drawingml/2006/main">
              <a:ext uri="{FF2B5EF4-FFF2-40B4-BE49-F238E27FC236}">
                <a16:creationId xmlns:a16="http://schemas.microsoft.com/office/drawing/2014/main" id="{6F2C4C34-24B4-4F02-97CA-89389A58D1D4}"/>
              </a:ext>
            </a:extLst>
          </p:cNvPr>
          <p:cNvSpPr>
            <a:spLocks xmlns:a="http://schemas.openxmlformats.org/drawingml/2006/main" noGrp="1"/>
          </p:cNvSpPr>
          <p:nvPr/>
        </p:nvSpPr>
        <p:spPr>
          <a:xfrm xmlns:a="http://schemas.openxmlformats.org/drawingml/2006/main">
            <a:off x="3529584" y="1097280"/>
            <a:ext cx="905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EDP Phase</a:t>
            </a:r>
            <a:endParaRPr sz="850" b="0" i="0" u="none" cap="none">
              <a:solidFill>
                <a:schemeClr val="dk1"/>
              </a:solidFill>
              <a:latin typeface="Arial"/>
              <a:ea typeface="Arial"/>
              <a:cs typeface="Arial"/>
            </a:endParaRPr>
          </a:p>
        </p:txBody>
      </p:sp>
      <p:sp>
        <p:nvSpPr>
          <p:cNvPr id="53" name="Google Shape;53;p4">
            <a:extLst xmlns:a="http://schemas.openxmlformats.org/drawingml/2006/main">
              <a:ext uri="{FF2B5EF4-FFF2-40B4-BE49-F238E27FC236}">
                <a16:creationId xmlns:a16="http://schemas.microsoft.com/office/drawing/2014/main" id="{9AC66F1E-F67E-4825-9246-B858DF8BF68D}"/>
              </a:ext>
            </a:extLst>
          </p:cNvPr>
          <p:cNvSpPr>
            <a:spLocks xmlns:a="http://schemas.openxmlformats.org/drawingml/2006/main" noGrp="1"/>
          </p:cNvSpPr>
          <p:nvPr/>
        </p:nvSpPr>
        <p:spPr>
          <a:xfrm xmlns:a="http://schemas.openxmlformats.org/drawingml/2006/main">
            <a:off x="320040" y="1298448"/>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28" name="Google Shape;54;p4"/>
          <p:cNvCxnSpPr/>
          <p:nvPr/>
        </p:nvCxnSpPr>
        <p:spPr>
          <a:xfrm xmlns:a="http://schemas.openxmlformats.org/drawingml/2006/main">
            <a:off x="320040" y="1458709"/>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5" name="Google Shape;55;p4">
            <a:extLst xmlns:a="http://schemas.openxmlformats.org/drawingml/2006/main">
              <a:ext uri="{FF2B5EF4-FFF2-40B4-BE49-F238E27FC236}">
                <a16:creationId xmlns:a16="http://schemas.microsoft.com/office/drawing/2014/main" id="{A9BD32F3-8A5D-44B8-920D-BA059B208D21}"/>
              </a:ext>
            </a:extLst>
          </p:cNvPr>
          <p:cNvSpPr>
            <a:spLocks xmlns:a="http://schemas.openxmlformats.org/drawingml/2006/main" noGrp="1"/>
          </p:cNvSpPr>
          <p:nvPr/>
        </p:nvSpPr>
        <p:spPr>
          <a:xfrm xmlns:a="http://schemas.openxmlformats.org/drawingml/2006/main">
            <a:off x="374904" y="1298448"/>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a:t>
            </a:r>
            <a:endParaRPr sz="780" b="0" i="0" u="none" cap="none">
              <a:solidFill>
                <a:schemeClr val="dk1"/>
              </a:solidFill>
              <a:latin typeface="Arial"/>
              <a:ea typeface="Arial"/>
              <a:cs typeface="Arial"/>
            </a:endParaRPr>
          </a:p>
        </p:txBody>
      </p:sp>
      <p:sp>
        <p:nvSpPr>
          <p:cNvPr id="56" name="Google Shape;56;p4">
            <a:extLst xmlns:a="http://schemas.openxmlformats.org/drawingml/2006/main">
              <a:ext uri="{FF2B5EF4-FFF2-40B4-BE49-F238E27FC236}">
                <a16:creationId xmlns:a16="http://schemas.microsoft.com/office/drawing/2014/main" id="{454724FB-2931-4832-9BC5-5304DE9790F5}"/>
              </a:ext>
            </a:extLst>
          </p:cNvPr>
          <p:cNvSpPr>
            <a:spLocks xmlns:a="http://schemas.openxmlformats.org/drawingml/2006/main" noGrp="1"/>
          </p:cNvSpPr>
          <p:nvPr/>
        </p:nvSpPr>
        <p:spPr>
          <a:xfrm xmlns:a="http://schemas.openxmlformats.org/drawingml/2006/main">
            <a:off x="786384" y="1298448"/>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Cover Page</a:t>
            </a:r>
            <a:endParaRPr sz="780" b="0" i="0" u="none" cap="none">
              <a:solidFill>
                <a:schemeClr val="dk1"/>
              </a:solidFill>
              <a:latin typeface="Arial"/>
              <a:ea typeface="Arial"/>
              <a:cs typeface="Arial"/>
            </a:endParaRPr>
          </a:p>
        </p:txBody>
      </p:sp>
      <p:sp>
        <p:nvSpPr>
          <p:cNvPr id="57" name="Google Shape;57;p4">
            <a:extLst xmlns:a="http://schemas.openxmlformats.org/drawingml/2006/main">
              <a:ext uri="{FF2B5EF4-FFF2-40B4-BE49-F238E27FC236}">
                <a16:creationId xmlns:a16="http://schemas.microsoft.com/office/drawing/2014/main" id="{4A434EE2-2AC9-43D4-9BD3-E216EE90233A}"/>
              </a:ext>
            </a:extLst>
          </p:cNvPr>
          <p:cNvSpPr>
            <a:spLocks xmlns:a="http://schemas.openxmlformats.org/drawingml/2006/main" noGrp="1"/>
          </p:cNvSpPr>
          <p:nvPr/>
        </p:nvSpPr>
        <p:spPr>
          <a:xfrm xmlns:a="http://schemas.openxmlformats.org/drawingml/2006/main">
            <a:off x="3529584" y="1298448"/>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cxnSp>
        <p:nvCxnSpPr>
          <p:cNvPr id="632" name="Google Shape;58;p4"/>
          <p:cNvCxnSpPr/>
          <p:nvPr/>
        </p:nvCxnSpPr>
        <p:spPr>
          <a:xfrm xmlns:a="http://schemas.openxmlformats.org/drawingml/2006/main">
            <a:off x="320040" y="1618969"/>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9" name="Google Shape;59;p4">
            <a:extLst xmlns:a="http://schemas.openxmlformats.org/drawingml/2006/main">
              <a:ext uri="{FF2B5EF4-FFF2-40B4-BE49-F238E27FC236}">
                <a16:creationId xmlns:a16="http://schemas.microsoft.com/office/drawing/2014/main" id="{8F8EE50A-F760-45B3-AD5C-3CD98D1A8FC8}"/>
              </a:ext>
            </a:extLst>
          </p:cNvPr>
          <p:cNvSpPr>
            <a:spLocks xmlns:a="http://schemas.openxmlformats.org/drawingml/2006/main" noGrp="1"/>
          </p:cNvSpPr>
          <p:nvPr/>
        </p:nvSpPr>
        <p:spPr>
          <a:xfrm xmlns:a="http://schemas.openxmlformats.org/drawingml/2006/main">
            <a:off x="374904" y="1458709"/>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a:t>
            </a:r>
            <a:endParaRPr sz="780" b="0" i="0" u="none" cap="none">
              <a:solidFill>
                <a:schemeClr val="dk1"/>
              </a:solidFill>
              <a:latin typeface="Arial"/>
              <a:ea typeface="Arial"/>
              <a:cs typeface="Arial"/>
            </a:endParaRPr>
          </a:p>
        </p:txBody>
      </p:sp>
      <p:sp>
        <p:nvSpPr>
          <p:cNvPr id="60" name="Google Shape;60;p4">
            <a:extLst xmlns:a="http://schemas.openxmlformats.org/drawingml/2006/main">
              <a:ext uri="{FF2B5EF4-FFF2-40B4-BE49-F238E27FC236}">
                <a16:creationId xmlns:a16="http://schemas.microsoft.com/office/drawing/2014/main" id="{66E0F2A6-F951-4239-A492-A79722FCC077}"/>
              </a:ext>
            </a:extLst>
          </p:cNvPr>
          <p:cNvSpPr>
            <a:spLocks xmlns:a="http://schemas.openxmlformats.org/drawingml/2006/main" noGrp="1"/>
          </p:cNvSpPr>
          <p:nvPr/>
        </p:nvSpPr>
        <p:spPr>
          <a:xfrm xmlns:a="http://schemas.openxmlformats.org/drawingml/2006/main">
            <a:off x="786384" y="1458709"/>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Table of Contents — Part 1</a:t>
            </a:r>
            <a:endParaRPr sz="780" b="0" i="0" u="none" cap="none">
              <a:solidFill>
                <a:schemeClr val="dk1"/>
              </a:solidFill>
              <a:latin typeface="Arial"/>
              <a:ea typeface="Arial"/>
              <a:cs typeface="Arial"/>
            </a:endParaRPr>
          </a:p>
        </p:txBody>
      </p:sp>
      <p:sp>
        <p:nvSpPr>
          <p:cNvPr id="61" name="Google Shape;61;p4">
            <a:extLst xmlns:a="http://schemas.openxmlformats.org/drawingml/2006/main">
              <a:ext uri="{FF2B5EF4-FFF2-40B4-BE49-F238E27FC236}">
                <a16:creationId xmlns:a16="http://schemas.microsoft.com/office/drawing/2014/main" id="{FDC27788-FBA9-488F-9F67-8C4954C1B1FB}"/>
              </a:ext>
            </a:extLst>
          </p:cNvPr>
          <p:cNvSpPr>
            <a:spLocks xmlns:a="http://schemas.openxmlformats.org/drawingml/2006/main" noGrp="1"/>
          </p:cNvSpPr>
          <p:nvPr/>
        </p:nvSpPr>
        <p:spPr>
          <a:xfrm xmlns:a="http://schemas.openxmlformats.org/drawingml/2006/main">
            <a:off x="3529584" y="1458709"/>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sp>
        <p:nvSpPr>
          <p:cNvPr id="62" name="Google Shape;62;p4">
            <a:extLst xmlns:a="http://schemas.openxmlformats.org/drawingml/2006/main">
              <a:ext uri="{FF2B5EF4-FFF2-40B4-BE49-F238E27FC236}">
                <a16:creationId xmlns:a16="http://schemas.microsoft.com/office/drawing/2014/main" id="{C183451C-8B88-4679-941C-602EED6CD088}"/>
              </a:ext>
            </a:extLst>
          </p:cNvPr>
          <p:cNvSpPr>
            <a:spLocks xmlns:a="http://schemas.openxmlformats.org/drawingml/2006/main" noGrp="1"/>
          </p:cNvSpPr>
          <p:nvPr/>
        </p:nvSpPr>
        <p:spPr>
          <a:xfrm xmlns:a="http://schemas.openxmlformats.org/drawingml/2006/main">
            <a:off x="320040" y="1618969"/>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37" name="Google Shape;63;p4"/>
          <p:cNvCxnSpPr/>
          <p:nvPr/>
        </p:nvCxnSpPr>
        <p:spPr>
          <a:xfrm xmlns:a="http://schemas.openxmlformats.org/drawingml/2006/main">
            <a:off x="320040" y="177923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4" name="Google Shape;64;p4">
            <a:extLst xmlns:a="http://schemas.openxmlformats.org/drawingml/2006/main">
              <a:ext uri="{FF2B5EF4-FFF2-40B4-BE49-F238E27FC236}">
                <a16:creationId xmlns:a16="http://schemas.microsoft.com/office/drawing/2014/main" id="{A05BA987-48E6-4B0D-8669-2B6E00969D82}"/>
              </a:ext>
            </a:extLst>
          </p:cNvPr>
          <p:cNvSpPr>
            <a:spLocks xmlns:a="http://schemas.openxmlformats.org/drawingml/2006/main" noGrp="1"/>
          </p:cNvSpPr>
          <p:nvPr/>
        </p:nvSpPr>
        <p:spPr>
          <a:xfrm xmlns:a="http://schemas.openxmlformats.org/drawingml/2006/main">
            <a:off x="374904" y="1618969"/>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a:t>
            </a:r>
            <a:endParaRPr sz="780" b="0" i="0" u="none" cap="none">
              <a:solidFill>
                <a:schemeClr val="dk1"/>
              </a:solidFill>
              <a:latin typeface="Arial"/>
              <a:ea typeface="Arial"/>
              <a:cs typeface="Arial"/>
            </a:endParaRPr>
          </a:p>
        </p:txBody>
      </p:sp>
      <p:sp>
        <p:nvSpPr>
          <p:cNvPr id="65" name="Google Shape;65;p4">
            <a:extLst xmlns:a="http://schemas.openxmlformats.org/drawingml/2006/main">
              <a:ext uri="{FF2B5EF4-FFF2-40B4-BE49-F238E27FC236}">
                <a16:creationId xmlns:a16="http://schemas.microsoft.com/office/drawing/2014/main" id="{759CC7AF-D34E-4200-8331-F7D8D327AFEE}"/>
              </a:ext>
            </a:extLst>
          </p:cNvPr>
          <p:cNvSpPr>
            <a:spLocks xmlns:a="http://schemas.openxmlformats.org/drawingml/2006/main" noGrp="1"/>
          </p:cNvSpPr>
          <p:nvPr/>
        </p:nvSpPr>
        <p:spPr>
          <a:xfrm xmlns:a="http://schemas.openxmlformats.org/drawingml/2006/main">
            <a:off x="786384" y="1618969"/>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Table of Contents — Part 2</a:t>
            </a:r>
            <a:endParaRPr sz="780" b="0" i="0" u="none" cap="none">
              <a:solidFill>
                <a:schemeClr val="dk1"/>
              </a:solidFill>
              <a:latin typeface="Arial"/>
              <a:ea typeface="Arial"/>
              <a:cs typeface="Arial"/>
            </a:endParaRPr>
          </a:p>
        </p:txBody>
      </p:sp>
      <p:sp>
        <p:nvSpPr>
          <p:cNvPr id="66" name="Google Shape;66;p4">
            <a:extLst xmlns:a="http://schemas.openxmlformats.org/drawingml/2006/main">
              <a:ext uri="{FF2B5EF4-FFF2-40B4-BE49-F238E27FC236}">
                <a16:creationId xmlns:a16="http://schemas.microsoft.com/office/drawing/2014/main" id="{288BD1DF-4D46-4CF6-8112-026F65D71BE8}"/>
              </a:ext>
            </a:extLst>
          </p:cNvPr>
          <p:cNvSpPr>
            <a:spLocks xmlns:a="http://schemas.openxmlformats.org/drawingml/2006/main" noGrp="1"/>
          </p:cNvSpPr>
          <p:nvPr/>
        </p:nvSpPr>
        <p:spPr>
          <a:xfrm xmlns:a="http://schemas.openxmlformats.org/drawingml/2006/main">
            <a:off x="3529584" y="1618969"/>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cxnSp>
        <p:nvCxnSpPr>
          <p:cNvPr id="641" name="Google Shape;67;p4"/>
          <p:cNvCxnSpPr/>
          <p:nvPr/>
        </p:nvCxnSpPr>
        <p:spPr>
          <a:xfrm xmlns:a="http://schemas.openxmlformats.org/drawingml/2006/main">
            <a:off x="320040" y="193949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8" name="Google Shape;68;p4">
            <a:extLst xmlns:a="http://schemas.openxmlformats.org/drawingml/2006/main">
              <a:ext uri="{FF2B5EF4-FFF2-40B4-BE49-F238E27FC236}">
                <a16:creationId xmlns:a16="http://schemas.microsoft.com/office/drawing/2014/main" id="{1EBD0BCB-CDCC-4B6D-811E-F693920CFD87}"/>
              </a:ext>
            </a:extLst>
          </p:cNvPr>
          <p:cNvSpPr>
            <a:spLocks xmlns:a="http://schemas.openxmlformats.org/drawingml/2006/main" noGrp="1"/>
          </p:cNvSpPr>
          <p:nvPr/>
        </p:nvSpPr>
        <p:spPr>
          <a:xfrm xmlns:a="http://schemas.openxmlformats.org/drawingml/2006/main">
            <a:off x="374904" y="1779230"/>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a:t>
            </a:r>
            <a:endParaRPr sz="780" b="0" i="0" u="none" cap="none">
              <a:solidFill>
                <a:schemeClr val="dk1"/>
              </a:solidFill>
              <a:latin typeface="Arial"/>
              <a:ea typeface="Arial"/>
              <a:cs typeface="Arial"/>
            </a:endParaRPr>
          </a:p>
        </p:txBody>
      </p:sp>
      <p:sp>
        <p:nvSpPr>
          <p:cNvPr id="69" name="Google Shape;69;p4">
            <a:extLst xmlns:a="http://schemas.openxmlformats.org/drawingml/2006/main">
              <a:ext uri="{FF2B5EF4-FFF2-40B4-BE49-F238E27FC236}">
                <a16:creationId xmlns:a16="http://schemas.microsoft.com/office/drawing/2014/main" id="{0659B521-13C6-4F6F-85F8-4E8BDD3CFF79}"/>
              </a:ext>
            </a:extLst>
          </p:cNvPr>
          <p:cNvSpPr>
            <a:spLocks xmlns:a="http://schemas.openxmlformats.org/drawingml/2006/main" noGrp="1"/>
          </p:cNvSpPr>
          <p:nvPr/>
        </p:nvSpPr>
        <p:spPr>
          <a:xfrm xmlns:a="http://schemas.openxmlformats.org/drawingml/2006/main">
            <a:off x="786384" y="1779230"/>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Team Roster (6 members, lead + backup pairs)</a:t>
            </a:r>
            <a:endParaRPr sz="780" b="0" i="0" u="none" cap="none">
              <a:solidFill>
                <a:schemeClr val="dk1"/>
              </a:solidFill>
              <a:latin typeface="Arial"/>
              <a:ea typeface="Arial"/>
              <a:cs typeface="Arial"/>
            </a:endParaRPr>
          </a:p>
        </p:txBody>
      </p:sp>
      <p:sp>
        <p:nvSpPr>
          <p:cNvPr id="70" name="Google Shape;70;p4">
            <a:extLst xmlns:a="http://schemas.openxmlformats.org/drawingml/2006/main">
              <a:ext uri="{FF2B5EF4-FFF2-40B4-BE49-F238E27FC236}">
                <a16:creationId xmlns:a16="http://schemas.microsoft.com/office/drawing/2014/main" id="{549E726F-19C1-4935-84A0-4EE32E82FBD1}"/>
              </a:ext>
            </a:extLst>
          </p:cNvPr>
          <p:cNvSpPr>
            <a:spLocks xmlns:a="http://schemas.openxmlformats.org/drawingml/2006/main" noGrp="1"/>
          </p:cNvSpPr>
          <p:nvPr/>
        </p:nvSpPr>
        <p:spPr>
          <a:xfrm xmlns:a="http://schemas.openxmlformats.org/drawingml/2006/main">
            <a:off x="3529584" y="1779230"/>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sp>
        <p:nvSpPr>
          <p:cNvPr id="71" name="Google Shape;71;p4">
            <a:extLst xmlns:a="http://schemas.openxmlformats.org/drawingml/2006/main">
              <a:ext uri="{FF2B5EF4-FFF2-40B4-BE49-F238E27FC236}">
                <a16:creationId xmlns:a16="http://schemas.microsoft.com/office/drawing/2014/main" id="{55BEFB1A-0447-4E59-A299-A67AC080C81B}"/>
              </a:ext>
            </a:extLst>
          </p:cNvPr>
          <p:cNvSpPr>
            <a:spLocks xmlns:a="http://schemas.openxmlformats.org/drawingml/2006/main" noGrp="1"/>
          </p:cNvSpPr>
          <p:nvPr/>
        </p:nvSpPr>
        <p:spPr>
          <a:xfrm xmlns:a="http://schemas.openxmlformats.org/drawingml/2006/main">
            <a:off x="320040" y="1939491"/>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46" name="Google Shape;72;p4"/>
          <p:cNvCxnSpPr/>
          <p:nvPr/>
        </p:nvCxnSpPr>
        <p:spPr>
          <a:xfrm xmlns:a="http://schemas.openxmlformats.org/drawingml/2006/main">
            <a:off x="320040" y="209975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3" name="Google Shape;73;p4">
            <a:extLst xmlns:a="http://schemas.openxmlformats.org/drawingml/2006/main">
              <a:ext uri="{FF2B5EF4-FFF2-40B4-BE49-F238E27FC236}">
                <a16:creationId xmlns:a16="http://schemas.microsoft.com/office/drawing/2014/main" id="{21C611AF-05DC-44BC-A4E6-ADF4E354A63A}"/>
              </a:ext>
            </a:extLst>
          </p:cNvPr>
          <p:cNvSpPr>
            <a:spLocks xmlns:a="http://schemas.openxmlformats.org/drawingml/2006/main" noGrp="1"/>
          </p:cNvSpPr>
          <p:nvPr/>
        </p:nvSpPr>
        <p:spPr>
          <a:xfrm xmlns:a="http://schemas.openxmlformats.org/drawingml/2006/main">
            <a:off x="374904" y="1939491"/>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a:t>
            </a:r>
            <a:endParaRPr sz="780" b="0" i="0" u="none" cap="none">
              <a:solidFill>
                <a:schemeClr val="dk1"/>
              </a:solidFill>
              <a:latin typeface="Arial"/>
              <a:ea typeface="Arial"/>
              <a:cs typeface="Arial"/>
            </a:endParaRPr>
          </a:p>
        </p:txBody>
      </p:sp>
      <p:sp>
        <p:nvSpPr>
          <p:cNvPr id="74" name="Google Shape;74;p4">
            <a:extLst xmlns:a="http://schemas.openxmlformats.org/drawingml/2006/main">
              <a:ext uri="{FF2B5EF4-FFF2-40B4-BE49-F238E27FC236}">
                <a16:creationId xmlns:a16="http://schemas.microsoft.com/office/drawing/2014/main" id="{16BAA0F2-3A59-4BFC-8D73-335ADBDDF076}"/>
              </a:ext>
            </a:extLst>
          </p:cNvPr>
          <p:cNvSpPr>
            <a:spLocks xmlns:a="http://schemas.openxmlformats.org/drawingml/2006/main" noGrp="1"/>
          </p:cNvSpPr>
          <p:nvPr/>
        </p:nvSpPr>
        <p:spPr>
          <a:xfrm xmlns:a="http://schemas.openxmlformats.org/drawingml/2006/main">
            <a:off x="786384" y="1939491"/>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Lead Pair Members — Photos</a:t>
            </a:r>
            <a:endParaRPr sz="780" b="0" i="0" u="none" cap="none">
              <a:solidFill>
                <a:schemeClr val="dk1"/>
              </a:solidFill>
              <a:latin typeface="Arial"/>
              <a:ea typeface="Arial"/>
              <a:cs typeface="Arial"/>
            </a:endParaRPr>
          </a:p>
        </p:txBody>
      </p:sp>
      <p:sp>
        <p:nvSpPr>
          <p:cNvPr id="75" name="Google Shape;75;p4">
            <a:extLst xmlns:a="http://schemas.openxmlformats.org/drawingml/2006/main">
              <a:ext uri="{FF2B5EF4-FFF2-40B4-BE49-F238E27FC236}">
                <a16:creationId xmlns:a16="http://schemas.microsoft.com/office/drawing/2014/main" id="{1BA89E02-C3BD-49C1-B5F5-065F1C73F285}"/>
              </a:ext>
            </a:extLst>
          </p:cNvPr>
          <p:cNvSpPr>
            <a:spLocks xmlns:a="http://schemas.openxmlformats.org/drawingml/2006/main" noGrp="1"/>
          </p:cNvSpPr>
          <p:nvPr/>
        </p:nvSpPr>
        <p:spPr>
          <a:xfrm xmlns:a="http://schemas.openxmlformats.org/drawingml/2006/main">
            <a:off x="3529584" y="1939491"/>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cxnSp>
        <p:nvCxnSpPr>
          <p:cNvPr id="650" name="Google Shape;76;p4"/>
          <p:cNvCxnSpPr/>
          <p:nvPr/>
        </p:nvCxnSpPr>
        <p:spPr>
          <a:xfrm xmlns:a="http://schemas.openxmlformats.org/drawingml/2006/main">
            <a:off x="320040" y="226001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7" name="Google Shape;77;p4">
            <a:extLst xmlns:a="http://schemas.openxmlformats.org/drawingml/2006/main">
              <a:ext uri="{FF2B5EF4-FFF2-40B4-BE49-F238E27FC236}">
                <a16:creationId xmlns:a16="http://schemas.microsoft.com/office/drawing/2014/main" id="{D68A4A38-66F5-427C-89F5-2C4E65DC0A38}"/>
              </a:ext>
            </a:extLst>
          </p:cNvPr>
          <p:cNvSpPr>
            <a:spLocks xmlns:a="http://schemas.openxmlformats.org/drawingml/2006/main" noGrp="1"/>
          </p:cNvSpPr>
          <p:nvPr/>
        </p:nvSpPr>
        <p:spPr>
          <a:xfrm xmlns:a="http://schemas.openxmlformats.org/drawingml/2006/main">
            <a:off x="374904" y="2099751"/>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6</a:t>
            </a:r>
            <a:endParaRPr sz="780" b="0" i="0" u="none" cap="none">
              <a:solidFill>
                <a:schemeClr val="dk1"/>
              </a:solidFill>
              <a:latin typeface="Arial"/>
              <a:ea typeface="Arial"/>
              <a:cs typeface="Arial"/>
            </a:endParaRPr>
          </a:p>
        </p:txBody>
      </p:sp>
      <p:sp>
        <p:nvSpPr>
          <p:cNvPr id="78" name="Google Shape;78;p4">
            <a:extLst xmlns:a="http://schemas.openxmlformats.org/drawingml/2006/main">
              <a:ext uri="{FF2B5EF4-FFF2-40B4-BE49-F238E27FC236}">
                <a16:creationId xmlns:a16="http://schemas.microsoft.com/office/drawing/2014/main" id="{59887827-FF7D-4E08-85FA-664CD485507D}"/>
              </a:ext>
            </a:extLst>
          </p:cNvPr>
          <p:cNvSpPr>
            <a:spLocks xmlns:a="http://schemas.openxmlformats.org/drawingml/2006/main" noGrp="1"/>
          </p:cNvSpPr>
          <p:nvPr/>
        </p:nvSpPr>
        <p:spPr>
          <a:xfrm xmlns:a="http://schemas.openxmlformats.org/drawingml/2006/main">
            <a:off x="786384" y="2099751"/>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Backup Pair Members — Photos</a:t>
            </a:r>
            <a:endParaRPr sz="780" b="0" i="0" u="none" cap="none">
              <a:solidFill>
                <a:schemeClr val="dk1"/>
              </a:solidFill>
              <a:latin typeface="Arial"/>
              <a:ea typeface="Arial"/>
              <a:cs typeface="Arial"/>
            </a:endParaRPr>
          </a:p>
        </p:txBody>
      </p:sp>
      <p:sp>
        <p:nvSpPr>
          <p:cNvPr id="79" name="Google Shape;79;p4">
            <a:extLst xmlns:a="http://schemas.openxmlformats.org/drawingml/2006/main">
              <a:ext uri="{FF2B5EF4-FFF2-40B4-BE49-F238E27FC236}">
                <a16:creationId xmlns:a16="http://schemas.microsoft.com/office/drawing/2014/main" id="{6FC3817D-ED14-450F-A8B2-FC8047B61F6D}"/>
              </a:ext>
            </a:extLst>
          </p:cNvPr>
          <p:cNvSpPr>
            <a:spLocks xmlns:a="http://schemas.openxmlformats.org/drawingml/2006/main" noGrp="1"/>
          </p:cNvSpPr>
          <p:nvPr/>
        </p:nvSpPr>
        <p:spPr>
          <a:xfrm xmlns:a="http://schemas.openxmlformats.org/drawingml/2006/main">
            <a:off x="3529584" y="2099751"/>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sp>
        <p:nvSpPr>
          <p:cNvPr id="80" name="Google Shape;80;p4">
            <a:extLst xmlns:a="http://schemas.openxmlformats.org/drawingml/2006/main">
              <a:ext uri="{FF2B5EF4-FFF2-40B4-BE49-F238E27FC236}">
                <a16:creationId xmlns:a16="http://schemas.microsoft.com/office/drawing/2014/main" id="{0F876E61-E474-4BBB-9BDF-09BDFF2B7E0C}"/>
              </a:ext>
            </a:extLst>
          </p:cNvPr>
          <p:cNvSpPr>
            <a:spLocks xmlns:a="http://schemas.openxmlformats.org/drawingml/2006/main" noGrp="1"/>
          </p:cNvSpPr>
          <p:nvPr/>
        </p:nvSpPr>
        <p:spPr>
          <a:xfrm xmlns:a="http://schemas.openxmlformats.org/drawingml/2006/main">
            <a:off x="320040" y="2260012"/>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55" name="Google Shape;81;p4"/>
          <p:cNvCxnSpPr/>
          <p:nvPr/>
        </p:nvCxnSpPr>
        <p:spPr>
          <a:xfrm xmlns:a="http://schemas.openxmlformats.org/drawingml/2006/main">
            <a:off x="320040" y="242027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2" name="Google Shape;82;p4">
            <a:extLst xmlns:a="http://schemas.openxmlformats.org/drawingml/2006/main">
              <a:ext uri="{FF2B5EF4-FFF2-40B4-BE49-F238E27FC236}">
                <a16:creationId xmlns:a16="http://schemas.microsoft.com/office/drawing/2014/main" id="{65C2EFF5-C2F0-4939-9EC7-76C6E2F60876}"/>
              </a:ext>
            </a:extLst>
          </p:cNvPr>
          <p:cNvSpPr>
            <a:spLocks xmlns:a="http://schemas.openxmlformats.org/drawingml/2006/main" noGrp="1"/>
          </p:cNvSpPr>
          <p:nvPr/>
        </p:nvSpPr>
        <p:spPr>
          <a:xfrm xmlns:a="http://schemas.openxmlformats.org/drawingml/2006/main">
            <a:off x="374904" y="2260012"/>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7</a:t>
            </a:r>
            <a:endParaRPr sz="780" b="0" i="0" u="none" cap="none">
              <a:solidFill>
                <a:schemeClr val="dk1"/>
              </a:solidFill>
              <a:latin typeface="Arial"/>
              <a:ea typeface="Arial"/>
              <a:cs typeface="Arial"/>
            </a:endParaRPr>
          </a:p>
        </p:txBody>
      </p:sp>
      <p:sp>
        <p:nvSpPr>
          <p:cNvPr id="83" name="Google Shape;83;p4">
            <a:extLst xmlns:a="http://schemas.openxmlformats.org/drawingml/2006/main">
              <a:ext uri="{FF2B5EF4-FFF2-40B4-BE49-F238E27FC236}">
                <a16:creationId xmlns:a16="http://schemas.microsoft.com/office/drawing/2014/main" id="{F7882B03-0C34-4B5C-9EED-0923A45B9D69}"/>
              </a:ext>
            </a:extLst>
          </p:cNvPr>
          <p:cNvSpPr>
            <a:spLocks xmlns:a="http://schemas.openxmlformats.org/drawingml/2006/main" noGrp="1"/>
          </p:cNvSpPr>
          <p:nvPr/>
        </p:nvSpPr>
        <p:spPr>
          <a:xfrm xmlns:a="http://schemas.openxmlformats.org/drawingml/2006/main">
            <a:off x="786384" y="2260012"/>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How to Use This Notebook + EDP Key</a:t>
            </a:r>
            <a:endParaRPr sz="780" b="0" i="0" u="none" cap="none">
              <a:solidFill>
                <a:schemeClr val="dk1"/>
              </a:solidFill>
              <a:latin typeface="Arial"/>
              <a:ea typeface="Arial"/>
              <a:cs typeface="Arial"/>
            </a:endParaRPr>
          </a:p>
        </p:txBody>
      </p:sp>
      <p:sp>
        <p:nvSpPr>
          <p:cNvPr id="84" name="Google Shape;84;p4">
            <a:extLst xmlns:a="http://schemas.openxmlformats.org/drawingml/2006/main">
              <a:ext uri="{FF2B5EF4-FFF2-40B4-BE49-F238E27FC236}">
                <a16:creationId xmlns:a16="http://schemas.microsoft.com/office/drawing/2014/main" id="{C60CA2E1-79F2-4531-A12C-834BDF8AC5DC}"/>
              </a:ext>
            </a:extLst>
          </p:cNvPr>
          <p:cNvSpPr>
            <a:spLocks xmlns:a="http://schemas.openxmlformats.org/drawingml/2006/main" noGrp="1"/>
          </p:cNvSpPr>
          <p:nvPr/>
        </p:nvSpPr>
        <p:spPr>
          <a:xfrm xmlns:a="http://schemas.openxmlformats.org/drawingml/2006/main">
            <a:off x="3529584" y="2260012"/>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a:t>
            </a:r>
            <a:endParaRPr sz="780" b="0" i="0" u="none" cap="none">
              <a:solidFill>
                <a:schemeClr val="dk1"/>
              </a:solidFill>
              <a:latin typeface="Arial"/>
              <a:ea typeface="Arial"/>
              <a:cs typeface="Arial"/>
            </a:endParaRPr>
          </a:p>
        </p:txBody>
      </p:sp>
      <p:cxnSp>
        <p:nvCxnSpPr>
          <p:cNvPr id="659" name="Google Shape;85;p4"/>
          <p:cNvCxnSpPr/>
          <p:nvPr/>
        </p:nvCxnSpPr>
        <p:spPr>
          <a:xfrm xmlns:a="http://schemas.openxmlformats.org/drawingml/2006/main">
            <a:off x="320040" y="2580533"/>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6" name="Google Shape;86;p4">
            <a:extLst xmlns:a="http://schemas.openxmlformats.org/drawingml/2006/main">
              <a:ext uri="{FF2B5EF4-FFF2-40B4-BE49-F238E27FC236}">
                <a16:creationId xmlns:a16="http://schemas.microsoft.com/office/drawing/2014/main" id="{8F286FA8-4489-44D5-A867-812C94D55495}"/>
              </a:ext>
            </a:extLst>
          </p:cNvPr>
          <p:cNvSpPr>
            <a:spLocks xmlns:a="http://schemas.openxmlformats.org/drawingml/2006/main" noGrp="1"/>
          </p:cNvSpPr>
          <p:nvPr/>
        </p:nvSpPr>
        <p:spPr>
          <a:xfrm xmlns:a="http://schemas.openxmlformats.org/drawingml/2006/main">
            <a:off x="374904" y="2420272"/>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8</a:t>
            </a:r>
            <a:endParaRPr sz="780" b="0" i="0" u="none" cap="none">
              <a:solidFill>
                <a:schemeClr val="dk1"/>
              </a:solidFill>
              <a:latin typeface="Arial"/>
              <a:ea typeface="Arial"/>
              <a:cs typeface="Arial"/>
            </a:endParaRPr>
          </a:p>
        </p:txBody>
      </p:sp>
      <p:sp>
        <p:nvSpPr>
          <p:cNvPr id="87" name="Google Shape;87;p4">
            <a:extLst xmlns:a="http://schemas.openxmlformats.org/drawingml/2006/main">
              <a:ext uri="{FF2B5EF4-FFF2-40B4-BE49-F238E27FC236}">
                <a16:creationId xmlns:a16="http://schemas.microsoft.com/office/drawing/2014/main" id="{47B13A0B-A644-4B2C-A63C-D8A7DD2CD6AC}"/>
              </a:ext>
            </a:extLst>
          </p:cNvPr>
          <p:cNvSpPr>
            <a:spLocks xmlns:a="http://schemas.openxmlformats.org/drawingml/2006/main" noGrp="1"/>
          </p:cNvSpPr>
          <p:nvPr/>
        </p:nvSpPr>
        <p:spPr>
          <a:xfrm xmlns:a="http://schemas.openxmlformats.org/drawingml/2006/main">
            <a:off x="786384" y="2420272"/>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Season Goals &amp; Problem Statement</a:t>
            </a:r>
            <a:endParaRPr sz="780" b="0" i="0" u="none" cap="none">
              <a:solidFill>
                <a:schemeClr val="dk1"/>
              </a:solidFill>
              <a:latin typeface="Arial"/>
              <a:ea typeface="Arial"/>
              <a:cs typeface="Arial"/>
            </a:endParaRPr>
          </a:p>
        </p:txBody>
      </p:sp>
      <p:sp>
        <p:nvSpPr>
          <p:cNvPr id="88" name="Google Shape;88;p4">
            <a:extLst xmlns:a="http://schemas.openxmlformats.org/drawingml/2006/main">
              <a:ext uri="{FF2B5EF4-FFF2-40B4-BE49-F238E27FC236}">
                <a16:creationId xmlns:a16="http://schemas.microsoft.com/office/drawing/2014/main" id="{7486CDE9-FBCB-4A23-BAF9-C04BECC79497}"/>
              </a:ext>
            </a:extLst>
          </p:cNvPr>
          <p:cNvSpPr>
            <a:spLocks xmlns:a="http://schemas.openxmlformats.org/drawingml/2006/main" noGrp="1"/>
          </p:cNvSpPr>
          <p:nvPr/>
        </p:nvSpPr>
        <p:spPr>
          <a:xfrm xmlns:a="http://schemas.openxmlformats.org/drawingml/2006/main">
            <a:off x="3529584" y="2420272"/>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sp>
        <p:nvSpPr>
          <p:cNvPr id="89" name="Google Shape;89;p4">
            <a:extLst xmlns:a="http://schemas.openxmlformats.org/drawingml/2006/main">
              <a:ext uri="{FF2B5EF4-FFF2-40B4-BE49-F238E27FC236}">
                <a16:creationId xmlns:a16="http://schemas.microsoft.com/office/drawing/2014/main" id="{429484AE-4BFC-4C8A-8F5A-5F9BE5A7FA94}"/>
              </a:ext>
            </a:extLst>
          </p:cNvPr>
          <p:cNvSpPr>
            <a:spLocks xmlns:a="http://schemas.openxmlformats.org/drawingml/2006/main" noGrp="1"/>
          </p:cNvSpPr>
          <p:nvPr/>
        </p:nvSpPr>
        <p:spPr>
          <a:xfrm xmlns:a="http://schemas.openxmlformats.org/drawingml/2006/main">
            <a:off x="320040" y="2580533"/>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64" name="Google Shape;90;p4"/>
          <p:cNvCxnSpPr/>
          <p:nvPr/>
        </p:nvCxnSpPr>
        <p:spPr>
          <a:xfrm xmlns:a="http://schemas.openxmlformats.org/drawingml/2006/main">
            <a:off x="320040" y="274079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91" name="Google Shape;91;p4">
            <a:extLst xmlns:a="http://schemas.openxmlformats.org/drawingml/2006/main">
              <a:ext uri="{FF2B5EF4-FFF2-40B4-BE49-F238E27FC236}">
                <a16:creationId xmlns:a16="http://schemas.microsoft.com/office/drawing/2014/main" id="{8AE4C462-EEB2-4DB2-8226-A17DF42EB256}"/>
              </a:ext>
            </a:extLst>
          </p:cNvPr>
          <p:cNvSpPr>
            <a:spLocks xmlns:a="http://schemas.openxmlformats.org/drawingml/2006/main" noGrp="1"/>
          </p:cNvSpPr>
          <p:nvPr/>
        </p:nvSpPr>
        <p:spPr>
          <a:xfrm xmlns:a="http://schemas.openxmlformats.org/drawingml/2006/main">
            <a:off x="374904" y="2580533"/>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9</a:t>
            </a:r>
            <a:endParaRPr sz="780" b="0" i="0" u="none" cap="none">
              <a:solidFill>
                <a:schemeClr val="dk1"/>
              </a:solidFill>
              <a:latin typeface="Arial"/>
              <a:ea typeface="Arial"/>
              <a:cs typeface="Arial"/>
            </a:endParaRPr>
          </a:p>
        </p:txBody>
      </p:sp>
      <p:sp>
        <p:nvSpPr>
          <p:cNvPr id="92" name="Google Shape;92;p4">
            <a:extLst xmlns:a="http://schemas.openxmlformats.org/drawingml/2006/main">
              <a:ext uri="{FF2B5EF4-FFF2-40B4-BE49-F238E27FC236}">
                <a16:creationId xmlns:a16="http://schemas.microsoft.com/office/drawing/2014/main" id="{4897C50A-B120-4B2F-BEAF-F9312677ACBA}"/>
              </a:ext>
            </a:extLst>
          </p:cNvPr>
          <p:cNvSpPr>
            <a:spLocks xmlns:a="http://schemas.openxmlformats.org/drawingml/2006/main" noGrp="1"/>
          </p:cNvSpPr>
          <p:nvPr/>
        </p:nvSpPr>
        <p:spPr>
          <a:xfrm xmlns:a="http://schemas.openxmlformats.org/drawingml/2006/main">
            <a:off x="786384" y="2580533"/>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Project Management &amp; Timeline</a:t>
            </a:r>
            <a:endParaRPr sz="780" b="0" i="0" u="none" cap="none">
              <a:solidFill>
                <a:schemeClr val="dk1"/>
              </a:solidFill>
              <a:latin typeface="Arial"/>
              <a:ea typeface="Arial"/>
              <a:cs typeface="Arial"/>
            </a:endParaRPr>
          </a:p>
        </p:txBody>
      </p:sp>
      <p:sp>
        <p:nvSpPr>
          <p:cNvPr id="93" name="Google Shape;93;p4">
            <a:extLst xmlns:a="http://schemas.openxmlformats.org/drawingml/2006/main">
              <a:ext uri="{FF2B5EF4-FFF2-40B4-BE49-F238E27FC236}">
                <a16:creationId xmlns:a16="http://schemas.microsoft.com/office/drawing/2014/main" id="{EB668C5F-D05C-4664-B56E-FCD046C899DB}"/>
              </a:ext>
            </a:extLst>
          </p:cNvPr>
          <p:cNvSpPr>
            <a:spLocks xmlns:a="http://schemas.openxmlformats.org/drawingml/2006/main" noGrp="1"/>
          </p:cNvSpPr>
          <p:nvPr/>
        </p:nvSpPr>
        <p:spPr>
          <a:xfrm xmlns:a="http://schemas.openxmlformats.org/drawingml/2006/main">
            <a:off x="3529584" y="2580533"/>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cxnSp>
        <p:nvCxnSpPr>
          <p:cNvPr id="668" name="Google Shape;94;p4"/>
          <p:cNvCxnSpPr/>
          <p:nvPr/>
        </p:nvCxnSpPr>
        <p:spPr>
          <a:xfrm xmlns:a="http://schemas.openxmlformats.org/drawingml/2006/main">
            <a:off x="320040" y="290105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95" name="Google Shape;95;p4">
            <a:extLst xmlns:a="http://schemas.openxmlformats.org/drawingml/2006/main">
              <a:ext uri="{FF2B5EF4-FFF2-40B4-BE49-F238E27FC236}">
                <a16:creationId xmlns:a16="http://schemas.microsoft.com/office/drawing/2014/main" id="{B2765E0A-F17F-4984-B13E-7A397D1E6782}"/>
              </a:ext>
            </a:extLst>
          </p:cNvPr>
          <p:cNvSpPr>
            <a:spLocks xmlns:a="http://schemas.openxmlformats.org/drawingml/2006/main" noGrp="1"/>
          </p:cNvSpPr>
          <p:nvPr/>
        </p:nvSpPr>
        <p:spPr>
          <a:xfrm xmlns:a="http://schemas.openxmlformats.org/drawingml/2006/main">
            <a:off x="374904" y="2740794"/>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10</a:t>
            </a:r>
            <a:endParaRPr sz="780" b="0" i="0" u="none" cap="none">
              <a:solidFill>
                <a:schemeClr val="dk1"/>
              </a:solidFill>
              <a:latin typeface="Arial"/>
              <a:ea typeface="Arial"/>
              <a:cs typeface="Arial"/>
            </a:endParaRPr>
          </a:p>
        </p:txBody>
      </p:sp>
      <p:sp>
        <p:nvSpPr>
          <p:cNvPr id="96" name="Google Shape;96;p4">
            <a:extLst xmlns:a="http://schemas.openxmlformats.org/drawingml/2006/main">
              <a:ext uri="{FF2B5EF4-FFF2-40B4-BE49-F238E27FC236}">
                <a16:creationId xmlns:a16="http://schemas.microsoft.com/office/drawing/2014/main" id="{7E72C828-0EA5-4880-9945-71E05CDBA318}"/>
              </a:ext>
            </a:extLst>
          </p:cNvPr>
          <p:cNvSpPr>
            <a:spLocks xmlns:a="http://schemas.openxmlformats.org/drawingml/2006/main" noGrp="1"/>
          </p:cNvSpPr>
          <p:nvPr/>
        </p:nvSpPr>
        <p:spPr>
          <a:xfrm xmlns:a="http://schemas.openxmlformats.org/drawingml/2006/main">
            <a:off x="786384" y="2740794"/>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Manual Version Tracker</a:t>
            </a:r>
            <a:endParaRPr sz="780" b="0" i="0" u="none" cap="none">
              <a:solidFill>
                <a:schemeClr val="dk1"/>
              </a:solidFill>
              <a:latin typeface="Arial"/>
              <a:ea typeface="Arial"/>
              <a:cs typeface="Arial"/>
            </a:endParaRPr>
          </a:p>
        </p:txBody>
      </p:sp>
      <p:sp>
        <p:nvSpPr>
          <p:cNvPr id="97" name="Google Shape;97;p4">
            <a:extLst xmlns:a="http://schemas.openxmlformats.org/drawingml/2006/main">
              <a:ext uri="{FF2B5EF4-FFF2-40B4-BE49-F238E27FC236}">
                <a16:creationId xmlns:a16="http://schemas.microsoft.com/office/drawing/2014/main" id="{2B7CB2E4-A751-4D5C-A36E-82D157232A4A}"/>
              </a:ext>
            </a:extLst>
          </p:cNvPr>
          <p:cNvSpPr>
            <a:spLocks xmlns:a="http://schemas.openxmlformats.org/drawingml/2006/main" noGrp="1"/>
          </p:cNvSpPr>
          <p:nvPr/>
        </p:nvSpPr>
        <p:spPr>
          <a:xfrm xmlns:a="http://schemas.openxmlformats.org/drawingml/2006/main">
            <a:off x="3529584" y="2740794"/>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sp>
        <p:nvSpPr>
          <p:cNvPr id="98" name="Google Shape;98;p4">
            <a:extLst xmlns:a="http://schemas.openxmlformats.org/drawingml/2006/main">
              <a:ext uri="{FF2B5EF4-FFF2-40B4-BE49-F238E27FC236}">
                <a16:creationId xmlns:a16="http://schemas.microsoft.com/office/drawing/2014/main" id="{6F623A67-8526-43D5-8498-33F53FFA93A0}"/>
              </a:ext>
            </a:extLst>
          </p:cNvPr>
          <p:cNvSpPr>
            <a:spLocks xmlns:a="http://schemas.openxmlformats.org/drawingml/2006/main" noGrp="1"/>
          </p:cNvSpPr>
          <p:nvPr/>
        </p:nvSpPr>
        <p:spPr>
          <a:xfrm xmlns:a="http://schemas.openxmlformats.org/drawingml/2006/main">
            <a:off x="320040" y="2901054"/>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73" name="Google Shape;99;p4"/>
          <p:cNvCxnSpPr/>
          <p:nvPr/>
        </p:nvCxnSpPr>
        <p:spPr>
          <a:xfrm xmlns:a="http://schemas.openxmlformats.org/drawingml/2006/main">
            <a:off x="320040" y="3061315"/>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0" name="Google Shape;100;p4">
            <a:extLst xmlns:a="http://schemas.openxmlformats.org/drawingml/2006/main">
              <a:ext uri="{FF2B5EF4-FFF2-40B4-BE49-F238E27FC236}">
                <a16:creationId xmlns:a16="http://schemas.microsoft.com/office/drawing/2014/main" id="{DCCE8CA0-DB7D-4C6C-881A-110C646A868F}"/>
              </a:ext>
            </a:extLst>
          </p:cNvPr>
          <p:cNvSpPr>
            <a:spLocks xmlns:a="http://schemas.openxmlformats.org/drawingml/2006/main" noGrp="1"/>
          </p:cNvSpPr>
          <p:nvPr/>
        </p:nvSpPr>
        <p:spPr>
          <a:xfrm xmlns:a="http://schemas.openxmlformats.org/drawingml/2006/main">
            <a:off x="374904" y="2901054"/>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11</a:t>
            </a:r>
            <a:endParaRPr sz="780" b="0" i="0" u="none" cap="none">
              <a:solidFill>
                <a:schemeClr val="dk1"/>
              </a:solidFill>
              <a:latin typeface="Arial"/>
              <a:ea typeface="Arial"/>
              <a:cs typeface="Arial"/>
            </a:endParaRPr>
          </a:p>
        </p:txBody>
      </p:sp>
      <p:sp>
        <p:nvSpPr>
          <p:cNvPr id="101" name="Google Shape;101;p4">
            <a:extLst xmlns:a="http://schemas.openxmlformats.org/drawingml/2006/main">
              <a:ext uri="{FF2B5EF4-FFF2-40B4-BE49-F238E27FC236}">
                <a16:creationId xmlns:a16="http://schemas.microsoft.com/office/drawing/2014/main" id="{34A162F2-2789-4869-976F-A35882123D3A}"/>
              </a:ext>
            </a:extLst>
          </p:cNvPr>
          <p:cNvSpPr>
            <a:spLocks xmlns:a="http://schemas.openxmlformats.org/drawingml/2006/main" noGrp="1"/>
          </p:cNvSpPr>
          <p:nvPr/>
        </p:nvSpPr>
        <p:spPr>
          <a:xfrm xmlns:a="http://schemas.openxmlformats.org/drawingml/2006/main">
            <a:off x="786384" y="2901054"/>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Identify Challenge</a:t>
            </a:r>
            <a:endParaRPr sz="780" b="0" i="0" u="none" cap="none">
              <a:solidFill>
                <a:schemeClr val="dk1"/>
              </a:solidFill>
              <a:latin typeface="Arial"/>
              <a:ea typeface="Arial"/>
              <a:cs typeface="Arial"/>
            </a:endParaRPr>
          </a:p>
        </p:txBody>
      </p:sp>
      <p:sp>
        <p:nvSpPr>
          <p:cNvPr id="102" name="Google Shape;102;p4">
            <a:extLst xmlns:a="http://schemas.openxmlformats.org/drawingml/2006/main">
              <a:ext uri="{FF2B5EF4-FFF2-40B4-BE49-F238E27FC236}">
                <a16:creationId xmlns:a16="http://schemas.microsoft.com/office/drawing/2014/main" id="{6C50C1AC-C103-4E80-8CE5-81041C778088}"/>
              </a:ext>
            </a:extLst>
          </p:cNvPr>
          <p:cNvSpPr>
            <a:spLocks xmlns:a="http://schemas.openxmlformats.org/drawingml/2006/main" noGrp="1"/>
          </p:cNvSpPr>
          <p:nvPr/>
        </p:nvSpPr>
        <p:spPr>
          <a:xfrm xmlns:a="http://schemas.openxmlformats.org/drawingml/2006/main">
            <a:off x="3529584" y="2901054"/>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cxnSp>
        <p:nvCxnSpPr>
          <p:cNvPr id="677" name="Google Shape;103;p4"/>
          <p:cNvCxnSpPr/>
          <p:nvPr/>
        </p:nvCxnSpPr>
        <p:spPr>
          <a:xfrm xmlns:a="http://schemas.openxmlformats.org/drawingml/2006/main">
            <a:off x="320040" y="322157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4" name="Google Shape;104;p4">
            <a:extLst xmlns:a="http://schemas.openxmlformats.org/drawingml/2006/main">
              <a:ext uri="{FF2B5EF4-FFF2-40B4-BE49-F238E27FC236}">
                <a16:creationId xmlns:a16="http://schemas.microsoft.com/office/drawing/2014/main" id="{AE7BA57E-BEE5-44D4-A79F-5647E065B08C}"/>
              </a:ext>
            </a:extLst>
          </p:cNvPr>
          <p:cNvSpPr>
            <a:spLocks xmlns:a="http://schemas.openxmlformats.org/drawingml/2006/main" noGrp="1"/>
          </p:cNvSpPr>
          <p:nvPr/>
        </p:nvSpPr>
        <p:spPr>
          <a:xfrm xmlns:a="http://schemas.openxmlformats.org/drawingml/2006/main">
            <a:off x="374904" y="3061315"/>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12</a:t>
            </a:r>
            <a:endParaRPr sz="780" b="0" i="0" u="none" cap="none">
              <a:solidFill>
                <a:schemeClr val="dk1"/>
              </a:solidFill>
              <a:latin typeface="Arial"/>
              <a:ea typeface="Arial"/>
              <a:cs typeface="Arial"/>
            </a:endParaRPr>
          </a:p>
        </p:txBody>
      </p:sp>
      <p:sp>
        <p:nvSpPr>
          <p:cNvPr id="105" name="Google Shape;105;p4">
            <a:extLst xmlns:a="http://schemas.openxmlformats.org/drawingml/2006/main">
              <a:ext uri="{FF2B5EF4-FFF2-40B4-BE49-F238E27FC236}">
                <a16:creationId xmlns:a16="http://schemas.microsoft.com/office/drawing/2014/main" id="{186AC140-3CB8-47CE-BC28-1FC07617E629}"/>
              </a:ext>
            </a:extLst>
          </p:cNvPr>
          <p:cNvSpPr>
            <a:spLocks xmlns:a="http://schemas.openxmlformats.org/drawingml/2006/main" noGrp="1"/>
          </p:cNvSpPr>
          <p:nvPr/>
        </p:nvSpPr>
        <p:spPr>
          <a:xfrm xmlns:a="http://schemas.openxmlformats.org/drawingml/2006/main">
            <a:off x="786384" y="3061315"/>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Game Overview</a:t>
            </a:r>
            <a:endParaRPr sz="780" b="0" i="0" u="none" cap="none">
              <a:solidFill>
                <a:schemeClr val="dk1"/>
              </a:solidFill>
              <a:latin typeface="Arial"/>
              <a:ea typeface="Arial"/>
              <a:cs typeface="Arial"/>
            </a:endParaRPr>
          </a:p>
        </p:txBody>
      </p:sp>
      <p:sp>
        <p:nvSpPr>
          <p:cNvPr id="106" name="Google Shape;106;p4">
            <a:extLst xmlns:a="http://schemas.openxmlformats.org/drawingml/2006/main">
              <a:ext uri="{FF2B5EF4-FFF2-40B4-BE49-F238E27FC236}">
                <a16:creationId xmlns:a16="http://schemas.microsoft.com/office/drawing/2014/main" id="{3E0795E6-E700-4A54-AE26-AB2A2F569D77}"/>
              </a:ext>
            </a:extLst>
          </p:cNvPr>
          <p:cNvSpPr>
            <a:spLocks xmlns:a="http://schemas.openxmlformats.org/drawingml/2006/main" noGrp="1"/>
          </p:cNvSpPr>
          <p:nvPr/>
        </p:nvSpPr>
        <p:spPr>
          <a:xfrm xmlns:a="http://schemas.openxmlformats.org/drawingml/2006/main">
            <a:off x="3529584" y="3061315"/>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sp>
        <p:nvSpPr>
          <p:cNvPr id="107" name="Google Shape;107;p4">
            <a:extLst xmlns:a="http://schemas.openxmlformats.org/drawingml/2006/main">
              <a:ext uri="{FF2B5EF4-FFF2-40B4-BE49-F238E27FC236}">
                <a16:creationId xmlns:a16="http://schemas.microsoft.com/office/drawing/2014/main" id="{0555AF33-9F70-4805-AC17-C58A27753783}"/>
              </a:ext>
            </a:extLst>
          </p:cNvPr>
          <p:cNvSpPr>
            <a:spLocks xmlns:a="http://schemas.openxmlformats.org/drawingml/2006/main" noGrp="1"/>
          </p:cNvSpPr>
          <p:nvPr/>
        </p:nvSpPr>
        <p:spPr>
          <a:xfrm xmlns:a="http://schemas.openxmlformats.org/drawingml/2006/main">
            <a:off x="320040" y="3221576"/>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82" name="Google Shape;108;p4"/>
          <p:cNvCxnSpPr/>
          <p:nvPr/>
        </p:nvCxnSpPr>
        <p:spPr>
          <a:xfrm xmlns:a="http://schemas.openxmlformats.org/drawingml/2006/main">
            <a:off x="320040" y="338183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9" name="Google Shape;109;p4">
            <a:extLst xmlns:a="http://schemas.openxmlformats.org/drawingml/2006/main">
              <a:ext uri="{FF2B5EF4-FFF2-40B4-BE49-F238E27FC236}">
                <a16:creationId xmlns:a16="http://schemas.microsoft.com/office/drawing/2014/main" id="{A24EA499-1794-42C6-A962-E51CEDDB2C0F}"/>
              </a:ext>
            </a:extLst>
          </p:cNvPr>
          <p:cNvSpPr>
            <a:spLocks xmlns:a="http://schemas.openxmlformats.org/drawingml/2006/main" noGrp="1"/>
          </p:cNvSpPr>
          <p:nvPr/>
        </p:nvSpPr>
        <p:spPr>
          <a:xfrm xmlns:a="http://schemas.openxmlformats.org/drawingml/2006/main">
            <a:off x="374904" y="3221576"/>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13</a:t>
            </a:r>
            <a:endParaRPr sz="780" b="0" i="0" u="none" cap="none">
              <a:solidFill>
                <a:schemeClr val="dk1"/>
              </a:solidFill>
              <a:latin typeface="Arial"/>
              <a:ea typeface="Arial"/>
              <a:cs typeface="Arial"/>
            </a:endParaRPr>
          </a:p>
        </p:txBody>
      </p:sp>
      <p:sp>
        <p:nvSpPr>
          <p:cNvPr id="110" name="Google Shape;110;p4">
            <a:extLst xmlns:a="http://schemas.openxmlformats.org/drawingml/2006/main">
              <a:ext uri="{FF2B5EF4-FFF2-40B4-BE49-F238E27FC236}">
                <a16:creationId xmlns:a16="http://schemas.microsoft.com/office/drawing/2014/main" id="{31B71AA9-94D9-4187-994A-85AE0122442A}"/>
              </a:ext>
            </a:extLst>
          </p:cNvPr>
          <p:cNvSpPr>
            <a:spLocks xmlns:a="http://schemas.openxmlformats.org/drawingml/2006/main" noGrp="1"/>
          </p:cNvSpPr>
          <p:nvPr/>
        </p:nvSpPr>
        <p:spPr>
          <a:xfrm xmlns:a="http://schemas.openxmlformats.org/drawingml/2006/main">
            <a:off x="786384" y="3221576"/>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Game Elements — Technical Drawings</a:t>
            </a:r>
            <a:endParaRPr sz="780" b="0" i="0" u="none" cap="none">
              <a:solidFill>
                <a:schemeClr val="dk1"/>
              </a:solidFill>
              <a:latin typeface="Arial"/>
              <a:ea typeface="Arial"/>
              <a:cs typeface="Arial"/>
            </a:endParaRPr>
          </a:p>
        </p:txBody>
      </p:sp>
      <p:sp>
        <p:nvSpPr>
          <p:cNvPr id="111" name="Google Shape;111;p4">
            <a:extLst xmlns:a="http://schemas.openxmlformats.org/drawingml/2006/main">
              <a:ext uri="{FF2B5EF4-FFF2-40B4-BE49-F238E27FC236}">
                <a16:creationId xmlns:a16="http://schemas.microsoft.com/office/drawing/2014/main" id="{53C1833E-DD0A-42BB-A1CC-767C6F66F6B4}"/>
              </a:ext>
            </a:extLst>
          </p:cNvPr>
          <p:cNvSpPr>
            <a:spLocks xmlns:a="http://schemas.openxmlformats.org/drawingml/2006/main" noGrp="1"/>
          </p:cNvSpPr>
          <p:nvPr/>
        </p:nvSpPr>
        <p:spPr>
          <a:xfrm xmlns:a="http://schemas.openxmlformats.org/drawingml/2006/main">
            <a:off x="3529584" y="3221576"/>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cxnSp>
        <p:nvCxnSpPr>
          <p:cNvPr id="686" name="Google Shape;112;p4"/>
          <p:cNvCxnSpPr/>
          <p:nvPr/>
        </p:nvCxnSpPr>
        <p:spPr>
          <a:xfrm xmlns:a="http://schemas.openxmlformats.org/drawingml/2006/main">
            <a:off x="320040" y="354209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3" name="Google Shape;113;p4">
            <a:extLst xmlns:a="http://schemas.openxmlformats.org/drawingml/2006/main">
              <a:ext uri="{FF2B5EF4-FFF2-40B4-BE49-F238E27FC236}">
                <a16:creationId xmlns:a16="http://schemas.microsoft.com/office/drawing/2014/main" id="{46002D52-6EC6-4E55-A962-4E0596A6DBC8}"/>
              </a:ext>
            </a:extLst>
          </p:cNvPr>
          <p:cNvSpPr>
            <a:spLocks xmlns:a="http://schemas.openxmlformats.org/drawingml/2006/main" noGrp="1"/>
          </p:cNvSpPr>
          <p:nvPr/>
        </p:nvSpPr>
        <p:spPr>
          <a:xfrm xmlns:a="http://schemas.openxmlformats.org/drawingml/2006/main">
            <a:off x="374904" y="3381836"/>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14</a:t>
            </a:r>
            <a:endParaRPr sz="780" b="0" i="0" u="none" cap="none">
              <a:solidFill>
                <a:schemeClr val="dk1"/>
              </a:solidFill>
              <a:latin typeface="Arial"/>
              <a:ea typeface="Arial"/>
              <a:cs typeface="Arial"/>
            </a:endParaRPr>
          </a:p>
        </p:txBody>
      </p:sp>
      <p:sp>
        <p:nvSpPr>
          <p:cNvPr id="114" name="Google Shape;114;p4">
            <a:extLst xmlns:a="http://schemas.openxmlformats.org/drawingml/2006/main">
              <a:ext uri="{FF2B5EF4-FFF2-40B4-BE49-F238E27FC236}">
                <a16:creationId xmlns:a16="http://schemas.microsoft.com/office/drawing/2014/main" id="{7F027EBD-9B27-4440-AB0A-F379C6B169FF}"/>
              </a:ext>
            </a:extLst>
          </p:cNvPr>
          <p:cNvSpPr>
            <a:spLocks xmlns:a="http://schemas.openxmlformats.org/drawingml/2006/main" noGrp="1"/>
          </p:cNvSpPr>
          <p:nvPr/>
        </p:nvSpPr>
        <p:spPr>
          <a:xfrm xmlns:a="http://schemas.openxmlformats.org/drawingml/2006/main">
            <a:off x="786384" y="3381836"/>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Field Elements — Technical Drawings</a:t>
            </a:r>
            <a:endParaRPr sz="780" b="0" i="0" u="none" cap="none">
              <a:solidFill>
                <a:schemeClr val="dk1"/>
              </a:solidFill>
              <a:latin typeface="Arial"/>
              <a:ea typeface="Arial"/>
              <a:cs typeface="Arial"/>
            </a:endParaRPr>
          </a:p>
        </p:txBody>
      </p:sp>
      <p:sp>
        <p:nvSpPr>
          <p:cNvPr id="115" name="Google Shape;115;p4">
            <a:extLst xmlns:a="http://schemas.openxmlformats.org/drawingml/2006/main">
              <a:ext uri="{FF2B5EF4-FFF2-40B4-BE49-F238E27FC236}">
                <a16:creationId xmlns:a16="http://schemas.microsoft.com/office/drawing/2014/main" id="{6802AA68-87A8-4A27-9B7D-9700C7E29A48}"/>
              </a:ext>
            </a:extLst>
          </p:cNvPr>
          <p:cNvSpPr>
            <a:spLocks xmlns:a="http://schemas.openxmlformats.org/drawingml/2006/main" noGrp="1"/>
          </p:cNvSpPr>
          <p:nvPr/>
        </p:nvSpPr>
        <p:spPr>
          <a:xfrm xmlns:a="http://schemas.openxmlformats.org/drawingml/2006/main">
            <a:off x="3529584" y="3381836"/>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sp>
        <p:nvSpPr>
          <p:cNvPr id="116" name="Google Shape;116;p4">
            <a:extLst xmlns:a="http://schemas.openxmlformats.org/drawingml/2006/main">
              <a:ext uri="{FF2B5EF4-FFF2-40B4-BE49-F238E27FC236}">
                <a16:creationId xmlns:a16="http://schemas.microsoft.com/office/drawing/2014/main" id="{4F5BE936-5D24-4695-B23F-1EADBBDB941A}"/>
              </a:ext>
            </a:extLst>
          </p:cNvPr>
          <p:cNvSpPr>
            <a:spLocks xmlns:a="http://schemas.openxmlformats.org/drawingml/2006/main" noGrp="1"/>
          </p:cNvSpPr>
          <p:nvPr/>
        </p:nvSpPr>
        <p:spPr>
          <a:xfrm xmlns:a="http://schemas.openxmlformats.org/drawingml/2006/main">
            <a:off x="320040" y="3542097"/>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91" name="Google Shape;117;p4"/>
          <p:cNvCxnSpPr/>
          <p:nvPr/>
        </p:nvCxnSpPr>
        <p:spPr>
          <a:xfrm xmlns:a="http://schemas.openxmlformats.org/drawingml/2006/main">
            <a:off x="320040" y="370235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8" name="Google Shape;118;p4">
            <a:extLst xmlns:a="http://schemas.openxmlformats.org/drawingml/2006/main">
              <a:ext uri="{FF2B5EF4-FFF2-40B4-BE49-F238E27FC236}">
                <a16:creationId xmlns:a16="http://schemas.microsoft.com/office/drawing/2014/main" id="{DD19803D-6992-4F82-9CC7-61805231C985}"/>
              </a:ext>
            </a:extLst>
          </p:cNvPr>
          <p:cNvSpPr>
            <a:spLocks xmlns:a="http://schemas.openxmlformats.org/drawingml/2006/main" noGrp="1"/>
          </p:cNvSpPr>
          <p:nvPr/>
        </p:nvSpPr>
        <p:spPr>
          <a:xfrm xmlns:a="http://schemas.openxmlformats.org/drawingml/2006/main">
            <a:off x="374904" y="3542097"/>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15</a:t>
            </a:r>
            <a:endParaRPr sz="780" b="0" i="0" u="none" cap="none">
              <a:solidFill>
                <a:schemeClr val="dk1"/>
              </a:solidFill>
              <a:latin typeface="Arial"/>
              <a:ea typeface="Arial"/>
              <a:cs typeface="Arial"/>
            </a:endParaRPr>
          </a:p>
        </p:txBody>
      </p:sp>
      <p:sp>
        <p:nvSpPr>
          <p:cNvPr id="119" name="Google Shape;119;p4">
            <a:extLst xmlns:a="http://schemas.openxmlformats.org/drawingml/2006/main">
              <a:ext uri="{FF2B5EF4-FFF2-40B4-BE49-F238E27FC236}">
                <a16:creationId xmlns:a16="http://schemas.microsoft.com/office/drawing/2014/main" id="{E6558083-B1B9-4EE0-AAE0-D57B389F2984}"/>
              </a:ext>
            </a:extLst>
          </p:cNvPr>
          <p:cNvSpPr>
            <a:spLocks xmlns:a="http://schemas.openxmlformats.org/drawingml/2006/main" noGrp="1"/>
          </p:cNvSpPr>
          <p:nvPr/>
        </p:nvSpPr>
        <p:spPr>
          <a:xfrm xmlns:a="http://schemas.openxmlformats.org/drawingml/2006/main">
            <a:off x="786384" y="3542097"/>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Rule Analysis &amp; Team Impact</a:t>
            </a:r>
            <a:endParaRPr sz="780" b="0" i="0" u="none" cap="none">
              <a:solidFill>
                <a:schemeClr val="dk1"/>
              </a:solidFill>
              <a:latin typeface="Arial"/>
              <a:ea typeface="Arial"/>
              <a:cs typeface="Arial"/>
            </a:endParaRPr>
          </a:p>
        </p:txBody>
      </p:sp>
      <p:sp>
        <p:nvSpPr>
          <p:cNvPr id="120" name="Google Shape;120;p4">
            <a:extLst xmlns:a="http://schemas.openxmlformats.org/drawingml/2006/main">
              <a:ext uri="{FF2B5EF4-FFF2-40B4-BE49-F238E27FC236}">
                <a16:creationId xmlns:a16="http://schemas.microsoft.com/office/drawing/2014/main" id="{A04CE7A3-6F58-4370-99F2-7DFDE8BA88A2}"/>
              </a:ext>
            </a:extLst>
          </p:cNvPr>
          <p:cNvSpPr>
            <a:spLocks xmlns:a="http://schemas.openxmlformats.org/drawingml/2006/main" noGrp="1"/>
          </p:cNvSpPr>
          <p:nvPr/>
        </p:nvSpPr>
        <p:spPr>
          <a:xfrm xmlns:a="http://schemas.openxmlformats.org/drawingml/2006/main">
            <a:off x="3529584" y="3542097"/>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cxnSp>
        <p:nvCxnSpPr>
          <p:cNvPr id="695" name="Google Shape;121;p4"/>
          <p:cNvCxnSpPr/>
          <p:nvPr/>
        </p:nvCxnSpPr>
        <p:spPr>
          <a:xfrm xmlns:a="http://schemas.openxmlformats.org/drawingml/2006/main">
            <a:off x="320040" y="3862618"/>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2" name="Google Shape;122;p4">
            <a:extLst xmlns:a="http://schemas.openxmlformats.org/drawingml/2006/main">
              <a:ext uri="{FF2B5EF4-FFF2-40B4-BE49-F238E27FC236}">
                <a16:creationId xmlns:a16="http://schemas.microsoft.com/office/drawing/2014/main" id="{D611B4AB-BBDB-4363-BB19-274207B98E68}"/>
              </a:ext>
            </a:extLst>
          </p:cNvPr>
          <p:cNvSpPr>
            <a:spLocks xmlns:a="http://schemas.openxmlformats.org/drawingml/2006/main" noGrp="1"/>
          </p:cNvSpPr>
          <p:nvPr/>
        </p:nvSpPr>
        <p:spPr>
          <a:xfrm xmlns:a="http://schemas.openxmlformats.org/drawingml/2006/main">
            <a:off x="374904" y="3702357"/>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16</a:t>
            </a:r>
            <a:endParaRPr sz="780" b="0" i="0" u="none" cap="none">
              <a:solidFill>
                <a:schemeClr val="dk1"/>
              </a:solidFill>
              <a:latin typeface="Arial"/>
              <a:ea typeface="Arial"/>
              <a:cs typeface="Arial"/>
            </a:endParaRPr>
          </a:p>
        </p:txBody>
      </p:sp>
      <p:sp>
        <p:nvSpPr>
          <p:cNvPr id="123" name="Google Shape;123;p4">
            <a:extLst xmlns:a="http://schemas.openxmlformats.org/drawingml/2006/main">
              <a:ext uri="{FF2B5EF4-FFF2-40B4-BE49-F238E27FC236}">
                <a16:creationId xmlns:a16="http://schemas.microsoft.com/office/drawing/2014/main" id="{D3AC97BD-D900-43B5-B6C7-BC63A729CD2B}"/>
              </a:ext>
            </a:extLst>
          </p:cNvPr>
          <p:cNvSpPr>
            <a:spLocks xmlns:a="http://schemas.openxmlformats.org/drawingml/2006/main" noGrp="1"/>
          </p:cNvSpPr>
          <p:nvPr/>
        </p:nvSpPr>
        <p:spPr>
          <a:xfrm xmlns:a="http://schemas.openxmlformats.org/drawingml/2006/main">
            <a:off x="786384" y="3702357"/>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Scoring Analysis</a:t>
            </a:r>
            <a:endParaRPr sz="780" b="0" i="0" u="none" cap="none">
              <a:solidFill>
                <a:schemeClr val="dk1"/>
              </a:solidFill>
              <a:latin typeface="Arial"/>
              <a:ea typeface="Arial"/>
              <a:cs typeface="Arial"/>
            </a:endParaRPr>
          </a:p>
        </p:txBody>
      </p:sp>
      <p:sp>
        <p:nvSpPr>
          <p:cNvPr id="124" name="Google Shape;124;p4">
            <a:extLst xmlns:a="http://schemas.openxmlformats.org/drawingml/2006/main">
              <a:ext uri="{FF2B5EF4-FFF2-40B4-BE49-F238E27FC236}">
                <a16:creationId xmlns:a16="http://schemas.microsoft.com/office/drawing/2014/main" id="{FA9CA6C7-8C89-4796-A8E5-288EA85C7B7F}"/>
              </a:ext>
            </a:extLst>
          </p:cNvPr>
          <p:cNvSpPr>
            <a:spLocks xmlns:a="http://schemas.openxmlformats.org/drawingml/2006/main" noGrp="1"/>
          </p:cNvSpPr>
          <p:nvPr/>
        </p:nvSpPr>
        <p:spPr>
          <a:xfrm xmlns:a="http://schemas.openxmlformats.org/drawingml/2006/main">
            <a:off x="3529584" y="3702357"/>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sp>
        <p:nvSpPr>
          <p:cNvPr id="125" name="Google Shape;125;p4">
            <a:extLst xmlns:a="http://schemas.openxmlformats.org/drawingml/2006/main">
              <a:ext uri="{FF2B5EF4-FFF2-40B4-BE49-F238E27FC236}">
                <a16:creationId xmlns:a16="http://schemas.microsoft.com/office/drawing/2014/main" id="{9CE9BDD5-5A80-45F2-AD2A-D6C301868EB9}"/>
              </a:ext>
            </a:extLst>
          </p:cNvPr>
          <p:cNvSpPr>
            <a:spLocks xmlns:a="http://schemas.openxmlformats.org/drawingml/2006/main" noGrp="1"/>
          </p:cNvSpPr>
          <p:nvPr/>
        </p:nvSpPr>
        <p:spPr>
          <a:xfrm xmlns:a="http://schemas.openxmlformats.org/drawingml/2006/main">
            <a:off x="320040" y="3862618"/>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00" name="Google Shape;126;p4"/>
          <p:cNvCxnSpPr/>
          <p:nvPr/>
        </p:nvCxnSpPr>
        <p:spPr>
          <a:xfrm xmlns:a="http://schemas.openxmlformats.org/drawingml/2006/main">
            <a:off x="320040" y="4022879"/>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7" name="Google Shape;127;p4">
            <a:extLst xmlns:a="http://schemas.openxmlformats.org/drawingml/2006/main">
              <a:ext uri="{FF2B5EF4-FFF2-40B4-BE49-F238E27FC236}">
                <a16:creationId xmlns:a16="http://schemas.microsoft.com/office/drawing/2014/main" id="{DEE4BE07-5CD0-45B3-90AB-63D89E7FD296}"/>
              </a:ext>
            </a:extLst>
          </p:cNvPr>
          <p:cNvSpPr>
            <a:spLocks xmlns:a="http://schemas.openxmlformats.org/drawingml/2006/main" noGrp="1"/>
          </p:cNvSpPr>
          <p:nvPr/>
        </p:nvSpPr>
        <p:spPr>
          <a:xfrm xmlns:a="http://schemas.openxmlformats.org/drawingml/2006/main">
            <a:off x="374904" y="3862618"/>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17</a:t>
            </a:r>
            <a:endParaRPr sz="780" b="0" i="0" u="none" cap="none">
              <a:solidFill>
                <a:schemeClr val="dk1"/>
              </a:solidFill>
              <a:latin typeface="Arial"/>
              <a:ea typeface="Arial"/>
              <a:cs typeface="Arial"/>
            </a:endParaRPr>
          </a:p>
        </p:txBody>
      </p:sp>
      <p:sp>
        <p:nvSpPr>
          <p:cNvPr id="128" name="Google Shape;128;p4">
            <a:extLst xmlns:a="http://schemas.openxmlformats.org/drawingml/2006/main">
              <a:ext uri="{FF2B5EF4-FFF2-40B4-BE49-F238E27FC236}">
                <a16:creationId xmlns:a16="http://schemas.microsoft.com/office/drawing/2014/main" id="{AA093204-9F61-4CE8-B325-9F5568FE67A4}"/>
              </a:ext>
            </a:extLst>
          </p:cNvPr>
          <p:cNvSpPr>
            <a:spLocks xmlns:a="http://schemas.openxmlformats.org/drawingml/2006/main" noGrp="1"/>
          </p:cNvSpPr>
          <p:nvPr/>
        </p:nvSpPr>
        <p:spPr>
          <a:xfrm xmlns:a="http://schemas.openxmlformats.org/drawingml/2006/main">
            <a:off x="786384" y="3862618"/>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Criteria &amp; Constraints</a:t>
            </a:r>
            <a:endParaRPr sz="780" b="0" i="0" u="none" cap="none">
              <a:solidFill>
                <a:schemeClr val="dk1"/>
              </a:solidFill>
              <a:latin typeface="Arial"/>
              <a:ea typeface="Arial"/>
              <a:cs typeface="Arial"/>
            </a:endParaRPr>
          </a:p>
        </p:txBody>
      </p:sp>
      <p:sp>
        <p:nvSpPr>
          <p:cNvPr id="129" name="Google Shape;129;p4">
            <a:extLst xmlns:a="http://schemas.openxmlformats.org/drawingml/2006/main">
              <a:ext uri="{FF2B5EF4-FFF2-40B4-BE49-F238E27FC236}">
                <a16:creationId xmlns:a16="http://schemas.microsoft.com/office/drawing/2014/main" id="{1BED9423-6D8C-4086-8B2B-B52A5E5C1696}"/>
              </a:ext>
            </a:extLst>
          </p:cNvPr>
          <p:cNvSpPr>
            <a:spLocks xmlns:a="http://schemas.openxmlformats.org/drawingml/2006/main" noGrp="1"/>
          </p:cNvSpPr>
          <p:nvPr/>
        </p:nvSpPr>
        <p:spPr>
          <a:xfrm xmlns:a="http://schemas.openxmlformats.org/drawingml/2006/main">
            <a:off x="3529584" y="3862618"/>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Identify</a:t>
            </a:r>
            <a:endParaRPr sz="780" b="0" i="0" u="none" cap="none">
              <a:solidFill>
                <a:schemeClr val="dk1"/>
              </a:solidFill>
              <a:latin typeface="Arial"/>
              <a:ea typeface="Arial"/>
              <a:cs typeface="Arial"/>
            </a:endParaRPr>
          </a:p>
        </p:txBody>
      </p:sp>
      <p:cxnSp>
        <p:nvCxnSpPr>
          <p:cNvPr id="704" name="Google Shape;130;p4"/>
          <p:cNvCxnSpPr/>
          <p:nvPr/>
        </p:nvCxnSpPr>
        <p:spPr>
          <a:xfrm xmlns:a="http://schemas.openxmlformats.org/drawingml/2006/main">
            <a:off x="320040" y="4183139"/>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1" name="Google Shape;131;p4">
            <a:extLst xmlns:a="http://schemas.openxmlformats.org/drawingml/2006/main">
              <a:ext uri="{FF2B5EF4-FFF2-40B4-BE49-F238E27FC236}">
                <a16:creationId xmlns:a16="http://schemas.microsoft.com/office/drawing/2014/main" id="{CFD95B3E-2651-4E35-A5A4-101B623DF71B}"/>
              </a:ext>
            </a:extLst>
          </p:cNvPr>
          <p:cNvSpPr>
            <a:spLocks xmlns:a="http://schemas.openxmlformats.org/drawingml/2006/main" noGrp="1"/>
          </p:cNvSpPr>
          <p:nvPr/>
        </p:nvSpPr>
        <p:spPr>
          <a:xfrm xmlns:a="http://schemas.openxmlformats.org/drawingml/2006/main">
            <a:off x="374904" y="4022879"/>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18</a:t>
            </a:r>
            <a:endParaRPr sz="780" b="0" i="0" u="none" cap="none">
              <a:solidFill>
                <a:schemeClr val="dk1"/>
              </a:solidFill>
              <a:latin typeface="Arial"/>
              <a:ea typeface="Arial"/>
              <a:cs typeface="Arial"/>
            </a:endParaRPr>
          </a:p>
        </p:txBody>
      </p:sp>
      <p:sp>
        <p:nvSpPr>
          <p:cNvPr id="132" name="Google Shape;132;p4">
            <a:extLst xmlns:a="http://schemas.openxmlformats.org/drawingml/2006/main">
              <a:ext uri="{FF2B5EF4-FFF2-40B4-BE49-F238E27FC236}">
                <a16:creationId xmlns:a16="http://schemas.microsoft.com/office/drawing/2014/main" id="{353C593C-D0EF-450B-BD16-15683E332D2B}"/>
              </a:ext>
            </a:extLst>
          </p:cNvPr>
          <p:cNvSpPr>
            <a:spLocks xmlns:a="http://schemas.openxmlformats.org/drawingml/2006/main" noGrp="1"/>
          </p:cNvSpPr>
          <p:nvPr/>
        </p:nvSpPr>
        <p:spPr>
          <a:xfrm xmlns:a="http://schemas.openxmlformats.org/drawingml/2006/main">
            <a:off x="786384" y="4022879"/>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Brainstorm &amp; Research</a:t>
            </a:r>
            <a:endParaRPr sz="780" b="0" i="0" u="none" cap="none">
              <a:solidFill>
                <a:schemeClr val="dk1"/>
              </a:solidFill>
              <a:latin typeface="Arial"/>
              <a:ea typeface="Arial"/>
              <a:cs typeface="Arial"/>
            </a:endParaRPr>
          </a:p>
        </p:txBody>
      </p:sp>
      <p:sp>
        <p:nvSpPr>
          <p:cNvPr id="133" name="Google Shape;133;p4">
            <a:extLst xmlns:a="http://schemas.openxmlformats.org/drawingml/2006/main">
              <a:ext uri="{FF2B5EF4-FFF2-40B4-BE49-F238E27FC236}">
                <a16:creationId xmlns:a16="http://schemas.microsoft.com/office/drawing/2014/main" id="{F01E1A2B-B4AA-4A94-8A34-1D70DF41A48C}"/>
              </a:ext>
            </a:extLst>
          </p:cNvPr>
          <p:cNvSpPr>
            <a:spLocks xmlns:a="http://schemas.openxmlformats.org/drawingml/2006/main" noGrp="1"/>
          </p:cNvSpPr>
          <p:nvPr/>
        </p:nvSpPr>
        <p:spPr>
          <a:xfrm xmlns:a="http://schemas.openxmlformats.org/drawingml/2006/main">
            <a:off x="3529584" y="4022879"/>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sp>
        <p:nvSpPr>
          <p:cNvPr id="134" name="Google Shape;134;p4">
            <a:extLst xmlns:a="http://schemas.openxmlformats.org/drawingml/2006/main">
              <a:ext uri="{FF2B5EF4-FFF2-40B4-BE49-F238E27FC236}">
                <a16:creationId xmlns:a16="http://schemas.microsoft.com/office/drawing/2014/main" id="{D0B1832A-766D-4D12-BFE4-D80E9C6AF755}"/>
              </a:ext>
            </a:extLst>
          </p:cNvPr>
          <p:cNvSpPr>
            <a:spLocks xmlns:a="http://schemas.openxmlformats.org/drawingml/2006/main" noGrp="1"/>
          </p:cNvSpPr>
          <p:nvPr/>
        </p:nvSpPr>
        <p:spPr>
          <a:xfrm xmlns:a="http://schemas.openxmlformats.org/drawingml/2006/main">
            <a:off x="320040" y="4183139"/>
            <a:ext cx="4114800" cy="16026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09" name="Google Shape;135;p4"/>
          <p:cNvCxnSpPr/>
          <p:nvPr/>
        </p:nvCxnSpPr>
        <p:spPr>
          <a:xfrm xmlns:a="http://schemas.openxmlformats.org/drawingml/2006/main">
            <a:off x="320040" y="434340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6" name="Google Shape;136;p4">
            <a:extLst xmlns:a="http://schemas.openxmlformats.org/drawingml/2006/main">
              <a:ext uri="{FF2B5EF4-FFF2-40B4-BE49-F238E27FC236}">
                <a16:creationId xmlns:a16="http://schemas.microsoft.com/office/drawing/2014/main" id="{386EC470-B3F0-4988-AA28-D1C6ED2C0F34}"/>
              </a:ext>
            </a:extLst>
          </p:cNvPr>
          <p:cNvSpPr>
            <a:spLocks xmlns:a="http://schemas.openxmlformats.org/drawingml/2006/main" noGrp="1"/>
          </p:cNvSpPr>
          <p:nvPr/>
        </p:nvSpPr>
        <p:spPr>
          <a:xfrm xmlns:a="http://schemas.openxmlformats.org/drawingml/2006/main">
            <a:off x="374904" y="4183139"/>
            <a:ext cx="35661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19</a:t>
            </a:r>
            <a:endParaRPr sz="780" b="0" i="0" u="none" cap="none">
              <a:solidFill>
                <a:schemeClr val="dk1"/>
              </a:solidFill>
              <a:latin typeface="Arial"/>
              <a:ea typeface="Arial"/>
              <a:cs typeface="Arial"/>
            </a:endParaRPr>
          </a:p>
        </p:txBody>
      </p:sp>
      <p:sp>
        <p:nvSpPr>
          <p:cNvPr id="137" name="Google Shape;137;p4">
            <a:extLst xmlns:a="http://schemas.openxmlformats.org/drawingml/2006/main">
              <a:ext uri="{FF2B5EF4-FFF2-40B4-BE49-F238E27FC236}">
                <a16:creationId xmlns:a16="http://schemas.microsoft.com/office/drawing/2014/main" id="{9BA06D78-3709-4D1F-9363-0525734992DD}"/>
              </a:ext>
            </a:extLst>
          </p:cNvPr>
          <p:cNvSpPr>
            <a:spLocks xmlns:a="http://schemas.openxmlformats.org/drawingml/2006/main" noGrp="1"/>
          </p:cNvSpPr>
          <p:nvPr/>
        </p:nvSpPr>
        <p:spPr>
          <a:xfrm xmlns:a="http://schemas.openxmlformats.org/drawingml/2006/main">
            <a:off x="786384" y="4183139"/>
            <a:ext cx="268833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Concept Brainstorm — Mobility &amp; Routing</a:t>
            </a:r>
            <a:endParaRPr sz="780" b="0" i="0" u="none" cap="none">
              <a:solidFill>
                <a:schemeClr val="dk1"/>
              </a:solidFill>
              <a:latin typeface="Arial"/>
              <a:ea typeface="Arial"/>
              <a:cs typeface="Arial"/>
            </a:endParaRPr>
          </a:p>
        </p:txBody>
      </p:sp>
      <p:sp>
        <p:nvSpPr>
          <p:cNvPr id="138" name="Google Shape;138;p4">
            <a:extLst xmlns:a="http://schemas.openxmlformats.org/drawingml/2006/main">
              <a:ext uri="{FF2B5EF4-FFF2-40B4-BE49-F238E27FC236}">
                <a16:creationId xmlns:a16="http://schemas.microsoft.com/office/drawing/2014/main" id="{B036E9AA-7818-4D1C-AE5E-421DA0E2550B}"/>
              </a:ext>
            </a:extLst>
          </p:cNvPr>
          <p:cNvSpPr>
            <a:spLocks xmlns:a="http://schemas.openxmlformats.org/drawingml/2006/main" noGrp="1"/>
          </p:cNvSpPr>
          <p:nvPr/>
        </p:nvSpPr>
        <p:spPr>
          <a:xfrm xmlns:a="http://schemas.openxmlformats.org/drawingml/2006/main">
            <a:off x="3529584" y="4183139"/>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sp>
        <p:nvSpPr>
          <p:cNvPr id="139" name="Google Shape;139;p4">
            <a:extLst xmlns:a="http://schemas.openxmlformats.org/drawingml/2006/main">
              <a:ext uri="{FF2B5EF4-FFF2-40B4-BE49-F238E27FC236}">
                <a16:creationId xmlns:a16="http://schemas.microsoft.com/office/drawing/2014/main" id="{95AC53F6-B92B-46C2-A3AB-0FA9B441F63D}"/>
              </a:ext>
            </a:extLst>
          </p:cNvPr>
          <p:cNvSpPr>
            <a:spLocks xmlns:a="http://schemas.openxmlformats.org/drawingml/2006/main" noGrp="1"/>
          </p:cNvSpPr>
          <p:nvPr/>
        </p:nvSpPr>
        <p:spPr>
          <a:xfrm xmlns:a="http://schemas.openxmlformats.org/drawingml/2006/main">
            <a:off x="320040" y="1097280"/>
            <a:ext cx="4114800" cy="32461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0" name="Google Shape;140;p4">
            <a:extLst xmlns:a="http://schemas.openxmlformats.org/drawingml/2006/main">
              <a:ext uri="{FF2B5EF4-FFF2-40B4-BE49-F238E27FC236}">
                <a16:creationId xmlns:a16="http://schemas.microsoft.com/office/drawing/2014/main" id="{0153D843-366F-4B1E-A941-1EF8F809556A}"/>
              </a:ext>
            </a:extLst>
          </p:cNvPr>
          <p:cNvSpPr>
            <a:spLocks xmlns:a="http://schemas.openxmlformats.org/drawingml/2006/main" noGrp="1"/>
          </p:cNvSpPr>
          <p:nvPr/>
        </p:nvSpPr>
        <p:spPr>
          <a:xfrm xmlns:a="http://schemas.openxmlformats.org/drawingml/2006/main">
            <a:off x="4572000" y="1097280"/>
            <a:ext cx="4114800" cy="20116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1" name="Google Shape;141;p4">
            <a:extLst xmlns:a="http://schemas.openxmlformats.org/drawingml/2006/main">
              <a:ext uri="{FF2B5EF4-FFF2-40B4-BE49-F238E27FC236}">
                <a16:creationId xmlns:a16="http://schemas.microsoft.com/office/drawing/2014/main" id="{EFE48073-86D0-4E1C-9EA3-FA738CB56C90}"/>
              </a:ext>
            </a:extLst>
          </p:cNvPr>
          <p:cNvSpPr>
            <a:spLocks xmlns:a="http://schemas.openxmlformats.org/drawingml/2006/main" noGrp="1"/>
          </p:cNvSpPr>
          <p:nvPr/>
        </p:nvSpPr>
        <p:spPr>
          <a:xfrm xmlns:a="http://schemas.openxmlformats.org/drawingml/2006/main">
            <a:off x="4626864" y="1097280"/>
            <a:ext cx="356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Slide</a:t>
            </a:r>
            <a:endParaRPr sz="850" b="0" i="0" u="none" cap="none">
              <a:solidFill>
                <a:schemeClr val="dk1"/>
              </a:solidFill>
              <a:latin typeface="Arial"/>
              <a:ea typeface="Arial"/>
              <a:cs typeface="Arial"/>
            </a:endParaRPr>
          </a:p>
        </p:txBody>
      </p:sp>
      <p:sp>
        <p:nvSpPr>
          <p:cNvPr id="142" name="Google Shape;142;p4">
            <a:extLst xmlns:a="http://schemas.openxmlformats.org/drawingml/2006/main">
              <a:ext uri="{FF2B5EF4-FFF2-40B4-BE49-F238E27FC236}">
                <a16:creationId xmlns:a16="http://schemas.microsoft.com/office/drawing/2014/main" id="{8F10BF42-B67E-461A-95BE-46E79E11C6E5}"/>
              </a:ext>
            </a:extLst>
          </p:cNvPr>
          <p:cNvSpPr>
            <a:spLocks xmlns:a="http://schemas.openxmlformats.org/drawingml/2006/main" noGrp="1"/>
          </p:cNvSpPr>
          <p:nvPr/>
        </p:nvSpPr>
        <p:spPr>
          <a:xfrm xmlns:a="http://schemas.openxmlformats.org/drawingml/2006/main">
            <a:off x="5038344" y="1097280"/>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Title</a:t>
            </a:r>
            <a:endParaRPr sz="850" b="0" i="0" u="none" cap="none">
              <a:solidFill>
                <a:schemeClr val="dk1"/>
              </a:solidFill>
              <a:latin typeface="Arial"/>
              <a:ea typeface="Arial"/>
              <a:cs typeface="Arial"/>
            </a:endParaRPr>
          </a:p>
        </p:txBody>
      </p:sp>
      <p:sp>
        <p:nvSpPr>
          <p:cNvPr id="143" name="Google Shape;143;p4">
            <a:extLst xmlns:a="http://schemas.openxmlformats.org/drawingml/2006/main">
              <a:ext uri="{FF2B5EF4-FFF2-40B4-BE49-F238E27FC236}">
                <a16:creationId xmlns:a16="http://schemas.microsoft.com/office/drawing/2014/main" id="{F1DBCF04-E2B3-43B9-80B9-8FD43D770529}"/>
              </a:ext>
            </a:extLst>
          </p:cNvPr>
          <p:cNvSpPr>
            <a:spLocks xmlns:a="http://schemas.openxmlformats.org/drawingml/2006/main" noGrp="1"/>
          </p:cNvSpPr>
          <p:nvPr/>
        </p:nvSpPr>
        <p:spPr>
          <a:xfrm xmlns:a="http://schemas.openxmlformats.org/drawingml/2006/main">
            <a:off x="7781544" y="1097280"/>
            <a:ext cx="905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EDP Phase</a:t>
            </a:r>
            <a:endParaRPr sz="850" b="0" i="0" u="none" cap="none">
              <a:solidFill>
                <a:schemeClr val="dk1"/>
              </a:solidFill>
              <a:latin typeface="Arial"/>
              <a:ea typeface="Arial"/>
              <a:cs typeface="Arial"/>
            </a:endParaRPr>
          </a:p>
        </p:txBody>
      </p:sp>
      <p:sp>
        <p:nvSpPr>
          <p:cNvPr id="144" name="Google Shape;144;p4">
            <a:extLst xmlns:a="http://schemas.openxmlformats.org/drawingml/2006/main">
              <a:ext uri="{FF2B5EF4-FFF2-40B4-BE49-F238E27FC236}">
                <a16:creationId xmlns:a16="http://schemas.microsoft.com/office/drawing/2014/main" id="{EBE9C7CE-9A84-4482-B9CA-65C923608381}"/>
              </a:ext>
            </a:extLst>
          </p:cNvPr>
          <p:cNvSpPr>
            <a:spLocks xmlns:a="http://schemas.openxmlformats.org/drawingml/2006/main" noGrp="1"/>
          </p:cNvSpPr>
          <p:nvPr/>
        </p:nvSpPr>
        <p:spPr>
          <a:xfrm xmlns:a="http://schemas.openxmlformats.org/drawingml/2006/main">
            <a:off x="4572000" y="1298448"/>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19" name="Google Shape;145;p4"/>
          <p:cNvCxnSpPr/>
          <p:nvPr/>
        </p:nvCxnSpPr>
        <p:spPr>
          <a:xfrm xmlns:a="http://schemas.openxmlformats.org/drawingml/2006/main">
            <a:off x="4572000" y="148875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46" name="Google Shape;146;p4">
            <a:extLst xmlns:a="http://schemas.openxmlformats.org/drawingml/2006/main">
              <a:ext uri="{FF2B5EF4-FFF2-40B4-BE49-F238E27FC236}">
                <a16:creationId xmlns:a16="http://schemas.microsoft.com/office/drawing/2014/main" id="{6A69A228-036C-4BBE-B390-5180E2E50F9E}"/>
              </a:ext>
            </a:extLst>
          </p:cNvPr>
          <p:cNvSpPr>
            <a:spLocks xmlns:a="http://schemas.openxmlformats.org/drawingml/2006/main" noGrp="1"/>
          </p:cNvSpPr>
          <p:nvPr/>
        </p:nvSpPr>
        <p:spPr>
          <a:xfrm xmlns:a="http://schemas.openxmlformats.org/drawingml/2006/main">
            <a:off x="4626864" y="1298448"/>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20</a:t>
            </a:r>
            <a:endParaRPr sz="780" b="0" i="0" u="none" cap="none">
              <a:solidFill>
                <a:schemeClr val="dk1"/>
              </a:solidFill>
              <a:latin typeface="Arial"/>
              <a:ea typeface="Arial"/>
              <a:cs typeface="Arial"/>
            </a:endParaRPr>
          </a:p>
        </p:txBody>
      </p:sp>
      <p:sp>
        <p:nvSpPr>
          <p:cNvPr id="147" name="Google Shape;147;p4">
            <a:extLst xmlns:a="http://schemas.openxmlformats.org/drawingml/2006/main">
              <a:ext uri="{FF2B5EF4-FFF2-40B4-BE49-F238E27FC236}">
                <a16:creationId xmlns:a16="http://schemas.microsoft.com/office/drawing/2014/main" id="{9881A0F7-A0F9-4A49-BB06-5B144899A796}"/>
              </a:ext>
            </a:extLst>
          </p:cNvPr>
          <p:cNvSpPr>
            <a:spLocks xmlns:a="http://schemas.openxmlformats.org/drawingml/2006/main" noGrp="1"/>
          </p:cNvSpPr>
          <p:nvPr/>
        </p:nvSpPr>
        <p:spPr>
          <a:xfrm xmlns:a="http://schemas.openxmlformats.org/drawingml/2006/main">
            <a:off x="5038344" y="1298448"/>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Concept Brainstorm — Intake</a:t>
            </a:r>
            <a:endParaRPr sz="780" b="0" i="0" u="none" cap="none">
              <a:solidFill>
                <a:schemeClr val="dk1"/>
              </a:solidFill>
              <a:latin typeface="Arial"/>
              <a:ea typeface="Arial"/>
              <a:cs typeface="Arial"/>
            </a:endParaRPr>
          </a:p>
        </p:txBody>
      </p:sp>
      <p:sp>
        <p:nvSpPr>
          <p:cNvPr id="148" name="Google Shape;148;p4">
            <a:extLst xmlns:a="http://schemas.openxmlformats.org/drawingml/2006/main">
              <a:ext uri="{FF2B5EF4-FFF2-40B4-BE49-F238E27FC236}">
                <a16:creationId xmlns:a16="http://schemas.microsoft.com/office/drawing/2014/main" id="{2C3C9BCE-4425-43AB-8A8B-08F4979D0203}"/>
              </a:ext>
            </a:extLst>
          </p:cNvPr>
          <p:cNvSpPr>
            <a:spLocks xmlns:a="http://schemas.openxmlformats.org/drawingml/2006/main" noGrp="1"/>
          </p:cNvSpPr>
          <p:nvPr/>
        </p:nvSpPr>
        <p:spPr>
          <a:xfrm xmlns:a="http://schemas.openxmlformats.org/drawingml/2006/main">
            <a:off x="7781544" y="1298448"/>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cxnSp>
        <p:nvCxnSpPr>
          <p:cNvPr id="723" name="Google Shape;149;p4"/>
          <p:cNvCxnSpPr/>
          <p:nvPr/>
        </p:nvCxnSpPr>
        <p:spPr>
          <a:xfrm xmlns:a="http://schemas.openxmlformats.org/drawingml/2006/main">
            <a:off x="4572000" y="167906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0" name="Google Shape;150;p4">
            <a:extLst xmlns:a="http://schemas.openxmlformats.org/drawingml/2006/main">
              <a:ext uri="{FF2B5EF4-FFF2-40B4-BE49-F238E27FC236}">
                <a16:creationId xmlns:a16="http://schemas.microsoft.com/office/drawing/2014/main" id="{AF414439-96B3-42E1-8614-BBAC60FEDF8E}"/>
              </a:ext>
            </a:extLst>
          </p:cNvPr>
          <p:cNvSpPr>
            <a:spLocks xmlns:a="http://schemas.openxmlformats.org/drawingml/2006/main" noGrp="1"/>
          </p:cNvSpPr>
          <p:nvPr/>
        </p:nvSpPr>
        <p:spPr>
          <a:xfrm xmlns:a="http://schemas.openxmlformats.org/drawingml/2006/main">
            <a:off x="4626864" y="1488757"/>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21</a:t>
            </a:r>
            <a:endParaRPr sz="780" b="0" i="0" u="none" cap="none">
              <a:solidFill>
                <a:schemeClr val="dk1"/>
              </a:solidFill>
              <a:latin typeface="Arial"/>
              <a:ea typeface="Arial"/>
              <a:cs typeface="Arial"/>
            </a:endParaRPr>
          </a:p>
        </p:txBody>
      </p:sp>
      <p:sp>
        <p:nvSpPr>
          <p:cNvPr id="151" name="Google Shape;151;p4">
            <a:extLst xmlns:a="http://schemas.openxmlformats.org/drawingml/2006/main">
              <a:ext uri="{FF2B5EF4-FFF2-40B4-BE49-F238E27FC236}">
                <a16:creationId xmlns:a16="http://schemas.microsoft.com/office/drawing/2014/main" id="{0A5DBB08-372A-4F05-B82D-9D3FC4114A65}"/>
              </a:ext>
            </a:extLst>
          </p:cNvPr>
          <p:cNvSpPr>
            <a:spLocks xmlns:a="http://schemas.openxmlformats.org/drawingml/2006/main" noGrp="1"/>
          </p:cNvSpPr>
          <p:nvPr/>
        </p:nvSpPr>
        <p:spPr>
          <a:xfrm xmlns:a="http://schemas.openxmlformats.org/drawingml/2006/main">
            <a:off x="5038344" y="1488757"/>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Concept Brainstorm — Scoring</a:t>
            </a:r>
            <a:endParaRPr sz="780" b="0" i="0" u="none" cap="none">
              <a:solidFill>
                <a:schemeClr val="dk1"/>
              </a:solidFill>
              <a:latin typeface="Arial"/>
              <a:ea typeface="Arial"/>
              <a:cs typeface="Arial"/>
            </a:endParaRPr>
          </a:p>
        </p:txBody>
      </p:sp>
      <p:sp>
        <p:nvSpPr>
          <p:cNvPr id="152" name="Google Shape;152;p4">
            <a:extLst xmlns:a="http://schemas.openxmlformats.org/drawingml/2006/main">
              <a:ext uri="{FF2B5EF4-FFF2-40B4-BE49-F238E27FC236}">
                <a16:creationId xmlns:a16="http://schemas.microsoft.com/office/drawing/2014/main" id="{801E5FDA-2562-4216-BBF9-0F0C2C705A48}"/>
              </a:ext>
            </a:extLst>
          </p:cNvPr>
          <p:cNvSpPr>
            <a:spLocks xmlns:a="http://schemas.openxmlformats.org/drawingml/2006/main" noGrp="1"/>
          </p:cNvSpPr>
          <p:nvPr/>
        </p:nvSpPr>
        <p:spPr>
          <a:xfrm xmlns:a="http://schemas.openxmlformats.org/drawingml/2006/main">
            <a:off x="7781544" y="1488757"/>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sp>
        <p:nvSpPr>
          <p:cNvPr id="153" name="Google Shape;153;p4">
            <a:extLst xmlns:a="http://schemas.openxmlformats.org/drawingml/2006/main">
              <a:ext uri="{FF2B5EF4-FFF2-40B4-BE49-F238E27FC236}">
                <a16:creationId xmlns:a16="http://schemas.microsoft.com/office/drawing/2014/main" id="{325CB813-7C89-4C7D-B37C-B1DF5D4C3E5E}"/>
              </a:ext>
            </a:extLst>
          </p:cNvPr>
          <p:cNvSpPr>
            <a:spLocks xmlns:a="http://schemas.openxmlformats.org/drawingml/2006/main" noGrp="1"/>
          </p:cNvSpPr>
          <p:nvPr/>
        </p:nvSpPr>
        <p:spPr>
          <a:xfrm xmlns:a="http://schemas.openxmlformats.org/drawingml/2006/main">
            <a:off x="4572000" y="1679067"/>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28" name="Google Shape;154;p4"/>
          <p:cNvCxnSpPr/>
          <p:nvPr/>
        </p:nvCxnSpPr>
        <p:spPr>
          <a:xfrm xmlns:a="http://schemas.openxmlformats.org/drawingml/2006/main">
            <a:off x="4572000" y="186937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5" name="Google Shape;155;p4">
            <a:extLst xmlns:a="http://schemas.openxmlformats.org/drawingml/2006/main">
              <a:ext uri="{FF2B5EF4-FFF2-40B4-BE49-F238E27FC236}">
                <a16:creationId xmlns:a16="http://schemas.microsoft.com/office/drawing/2014/main" id="{B701BA59-E1C7-4838-AFC3-9A020D425893}"/>
              </a:ext>
            </a:extLst>
          </p:cNvPr>
          <p:cNvSpPr>
            <a:spLocks xmlns:a="http://schemas.openxmlformats.org/drawingml/2006/main" noGrp="1"/>
          </p:cNvSpPr>
          <p:nvPr/>
        </p:nvSpPr>
        <p:spPr>
          <a:xfrm xmlns:a="http://schemas.openxmlformats.org/drawingml/2006/main">
            <a:off x="4626864" y="1679067"/>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22</a:t>
            </a:r>
            <a:endParaRPr sz="780" b="0" i="0" u="none" cap="none">
              <a:solidFill>
                <a:schemeClr val="dk1"/>
              </a:solidFill>
              <a:latin typeface="Arial"/>
              <a:ea typeface="Arial"/>
              <a:cs typeface="Arial"/>
            </a:endParaRPr>
          </a:p>
        </p:txBody>
      </p:sp>
      <p:sp>
        <p:nvSpPr>
          <p:cNvPr id="156" name="Google Shape;156;p4">
            <a:extLst xmlns:a="http://schemas.openxmlformats.org/drawingml/2006/main">
              <a:ext uri="{FF2B5EF4-FFF2-40B4-BE49-F238E27FC236}">
                <a16:creationId xmlns:a16="http://schemas.microsoft.com/office/drawing/2014/main" id="{E2969ADC-3C42-4F28-8F9D-3AA0340F55E9}"/>
              </a:ext>
            </a:extLst>
          </p:cNvPr>
          <p:cNvSpPr>
            <a:spLocks xmlns:a="http://schemas.openxmlformats.org/drawingml/2006/main" noGrp="1"/>
          </p:cNvSpPr>
          <p:nvPr/>
        </p:nvSpPr>
        <p:spPr>
          <a:xfrm xmlns:a="http://schemas.openxmlformats.org/drawingml/2006/main">
            <a:off x="5038344" y="1679067"/>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Concept Brainstorm — Partner Coordination</a:t>
            </a:r>
            <a:endParaRPr sz="780" b="0" i="0" u="none" cap="none">
              <a:solidFill>
                <a:schemeClr val="dk1"/>
              </a:solidFill>
              <a:latin typeface="Arial"/>
              <a:ea typeface="Arial"/>
              <a:cs typeface="Arial"/>
            </a:endParaRPr>
          </a:p>
        </p:txBody>
      </p:sp>
      <p:sp>
        <p:nvSpPr>
          <p:cNvPr id="157" name="Google Shape;157;p4">
            <a:extLst xmlns:a="http://schemas.openxmlformats.org/drawingml/2006/main">
              <a:ext uri="{FF2B5EF4-FFF2-40B4-BE49-F238E27FC236}">
                <a16:creationId xmlns:a16="http://schemas.microsoft.com/office/drawing/2014/main" id="{55C2F85F-03B9-4430-9451-8C0F67111DB2}"/>
              </a:ext>
            </a:extLst>
          </p:cNvPr>
          <p:cNvSpPr>
            <a:spLocks xmlns:a="http://schemas.openxmlformats.org/drawingml/2006/main" noGrp="1"/>
          </p:cNvSpPr>
          <p:nvPr/>
        </p:nvSpPr>
        <p:spPr>
          <a:xfrm xmlns:a="http://schemas.openxmlformats.org/drawingml/2006/main">
            <a:off x="7781544" y="1679067"/>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cxnSp>
        <p:nvCxnSpPr>
          <p:cNvPr id="732" name="Google Shape;158;p4"/>
          <p:cNvCxnSpPr/>
          <p:nvPr/>
        </p:nvCxnSpPr>
        <p:spPr>
          <a:xfrm xmlns:a="http://schemas.openxmlformats.org/drawingml/2006/main">
            <a:off x="4572000" y="205968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9" name="Google Shape;159;p4">
            <a:extLst xmlns:a="http://schemas.openxmlformats.org/drawingml/2006/main">
              <a:ext uri="{FF2B5EF4-FFF2-40B4-BE49-F238E27FC236}">
                <a16:creationId xmlns:a16="http://schemas.microsoft.com/office/drawing/2014/main" id="{3C77A6DC-25FA-431E-9CAC-71EF7B49F6F9}"/>
              </a:ext>
            </a:extLst>
          </p:cNvPr>
          <p:cNvSpPr>
            <a:spLocks xmlns:a="http://schemas.openxmlformats.org/drawingml/2006/main" noGrp="1"/>
          </p:cNvSpPr>
          <p:nvPr/>
        </p:nvSpPr>
        <p:spPr>
          <a:xfrm xmlns:a="http://schemas.openxmlformats.org/drawingml/2006/main">
            <a:off x="4626864" y="1869376"/>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23</a:t>
            </a:r>
            <a:endParaRPr sz="780" b="0" i="0" u="none" cap="none">
              <a:solidFill>
                <a:schemeClr val="dk1"/>
              </a:solidFill>
              <a:latin typeface="Arial"/>
              <a:ea typeface="Arial"/>
              <a:cs typeface="Arial"/>
            </a:endParaRPr>
          </a:p>
        </p:txBody>
      </p:sp>
      <p:sp>
        <p:nvSpPr>
          <p:cNvPr id="160" name="Google Shape;160;p4">
            <a:extLst xmlns:a="http://schemas.openxmlformats.org/drawingml/2006/main">
              <a:ext uri="{FF2B5EF4-FFF2-40B4-BE49-F238E27FC236}">
                <a16:creationId xmlns:a16="http://schemas.microsoft.com/office/drawing/2014/main" id="{0C58957B-0B6F-4A26-81CB-A8B14E6BA83F}"/>
              </a:ext>
            </a:extLst>
          </p:cNvPr>
          <p:cNvSpPr>
            <a:spLocks xmlns:a="http://schemas.openxmlformats.org/drawingml/2006/main" noGrp="1"/>
          </p:cNvSpPr>
          <p:nvPr/>
        </p:nvSpPr>
        <p:spPr>
          <a:xfrm xmlns:a="http://schemas.openxmlformats.org/drawingml/2006/main">
            <a:off x="5038344" y="1869376"/>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Research Notes</a:t>
            </a:r>
            <a:endParaRPr sz="780" b="0" i="0" u="none" cap="none">
              <a:solidFill>
                <a:schemeClr val="dk1"/>
              </a:solidFill>
              <a:latin typeface="Arial"/>
              <a:ea typeface="Arial"/>
              <a:cs typeface="Arial"/>
            </a:endParaRPr>
          </a:p>
        </p:txBody>
      </p:sp>
      <p:sp>
        <p:nvSpPr>
          <p:cNvPr id="161" name="Google Shape;161;p4">
            <a:extLst xmlns:a="http://schemas.openxmlformats.org/drawingml/2006/main">
              <a:ext uri="{FF2B5EF4-FFF2-40B4-BE49-F238E27FC236}">
                <a16:creationId xmlns:a16="http://schemas.microsoft.com/office/drawing/2014/main" id="{918665A7-A967-4949-AEA7-A2C74C0B0DCD}"/>
              </a:ext>
            </a:extLst>
          </p:cNvPr>
          <p:cNvSpPr>
            <a:spLocks xmlns:a="http://schemas.openxmlformats.org/drawingml/2006/main" noGrp="1"/>
          </p:cNvSpPr>
          <p:nvPr/>
        </p:nvSpPr>
        <p:spPr>
          <a:xfrm xmlns:a="http://schemas.openxmlformats.org/drawingml/2006/main">
            <a:off x="7781544" y="1869376"/>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sp>
        <p:nvSpPr>
          <p:cNvPr id="162" name="Google Shape;162;p4">
            <a:extLst xmlns:a="http://schemas.openxmlformats.org/drawingml/2006/main">
              <a:ext uri="{FF2B5EF4-FFF2-40B4-BE49-F238E27FC236}">
                <a16:creationId xmlns:a16="http://schemas.microsoft.com/office/drawing/2014/main" id="{73D31E06-ED0B-4881-A0E2-52FDF22D5880}"/>
              </a:ext>
            </a:extLst>
          </p:cNvPr>
          <p:cNvSpPr>
            <a:spLocks xmlns:a="http://schemas.openxmlformats.org/drawingml/2006/main" noGrp="1"/>
          </p:cNvSpPr>
          <p:nvPr/>
        </p:nvSpPr>
        <p:spPr>
          <a:xfrm xmlns:a="http://schemas.openxmlformats.org/drawingml/2006/main">
            <a:off x="4572000" y="2059686"/>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37" name="Google Shape;163;p4"/>
          <p:cNvCxnSpPr/>
          <p:nvPr/>
        </p:nvCxnSpPr>
        <p:spPr>
          <a:xfrm xmlns:a="http://schemas.openxmlformats.org/drawingml/2006/main">
            <a:off x="4572000" y="224999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4" name="Google Shape;164;p4">
            <a:extLst xmlns:a="http://schemas.openxmlformats.org/drawingml/2006/main">
              <a:ext uri="{FF2B5EF4-FFF2-40B4-BE49-F238E27FC236}">
                <a16:creationId xmlns:a16="http://schemas.microsoft.com/office/drawing/2014/main" id="{2EBB2552-8D67-4E5C-B3CA-97170CED66F5}"/>
              </a:ext>
            </a:extLst>
          </p:cNvPr>
          <p:cNvSpPr>
            <a:spLocks xmlns:a="http://schemas.openxmlformats.org/drawingml/2006/main" noGrp="1"/>
          </p:cNvSpPr>
          <p:nvPr/>
        </p:nvSpPr>
        <p:spPr>
          <a:xfrm xmlns:a="http://schemas.openxmlformats.org/drawingml/2006/main">
            <a:off x="4626864" y="2059686"/>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24</a:t>
            </a:r>
            <a:endParaRPr sz="780" b="0" i="0" u="none" cap="none">
              <a:solidFill>
                <a:schemeClr val="dk1"/>
              </a:solidFill>
              <a:latin typeface="Arial"/>
              <a:ea typeface="Arial"/>
              <a:cs typeface="Arial"/>
            </a:endParaRPr>
          </a:p>
        </p:txBody>
      </p:sp>
      <p:sp>
        <p:nvSpPr>
          <p:cNvPr id="165" name="Google Shape;165;p4">
            <a:extLst xmlns:a="http://schemas.openxmlformats.org/drawingml/2006/main">
              <a:ext uri="{FF2B5EF4-FFF2-40B4-BE49-F238E27FC236}">
                <a16:creationId xmlns:a16="http://schemas.microsoft.com/office/drawing/2014/main" id="{23336CCF-4A96-4F12-88FB-DA54BAEBF5A2}"/>
              </a:ext>
            </a:extLst>
          </p:cNvPr>
          <p:cNvSpPr>
            <a:spLocks xmlns:a="http://schemas.openxmlformats.org/drawingml/2006/main" noGrp="1"/>
          </p:cNvSpPr>
          <p:nvPr/>
        </p:nvSpPr>
        <p:spPr>
          <a:xfrm xmlns:a="http://schemas.openxmlformats.org/drawingml/2006/main">
            <a:off x="5038344" y="2059686"/>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Subsystem Comparison — Mobility &amp; Routing</a:t>
            </a:r>
            <a:endParaRPr sz="780" b="0" i="0" u="none" cap="none">
              <a:solidFill>
                <a:schemeClr val="dk1"/>
              </a:solidFill>
              <a:latin typeface="Arial"/>
              <a:ea typeface="Arial"/>
              <a:cs typeface="Arial"/>
            </a:endParaRPr>
          </a:p>
        </p:txBody>
      </p:sp>
      <p:sp>
        <p:nvSpPr>
          <p:cNvPr id="166" name="Google Shape;166;p4">
            <a:extLst xmlns:a="http://schemas.openxmlformats.org/drawingml/2006/main">
              <a:ext uri="{FF2B5EF4-FFF2-40B4-BE49-F238E27FC236}">
                <a16:creationId xmlns:a16="http://schemas.microsoft.com/office/drawing/2014/main" id="{45366170-14C8-489A-BD5C-02C1EBD58EAB}"/>
              </a:ext>
            </a:extLst>
          </p:cNvPr>
          <p:cNvSpPr>
            <a:spLocks xmlns:a="http://schemas.openxmlformats.org/drawingml/2006/main" noGrp="1"/>
          </p:cNvSpPr>
          <p:nvPr/>
        </p:nvSpPr>
        <p:spPr>
          <a:xfrm xmlns:a="http://schemas.openxmlformats.org/drawingml/2006/main">
            <a:off x="7781544" y="2059686"/>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cxnSp>
        <p:nvCxnSpPr>
          <p:cNvPr id="741" name="Google Shape;167;p4"/>
          <p:cNvCxnSpPr/>
          <p:nvPr/>
        </p:nvCxnSpPr>
        <p:spPr>
          <a:xfrm xmlns:a="http://schemas.openxmlformats.org/drawingml/2006/main">
            <a:off x="4572000" y="2440305"/>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8" name="Google Shape;168;p4">
            <a:extLst xmlns:a="http://schemas.openxmlformats.org/drawingml/2006/main">
              <a:ext uri="{FF2B5EF4-FFF2-40B4-BE49-F238E27FC236}">
                <a16:creationId xmlns:a16="http://schemas.microsoft.com/office/drawing/2014/main" id="{91B23FA6-4812-4FE9-8FB6-70AA4F1FAEC4}"/>
              </a:ext>
            </a:extLst>
          </p:cNvPr>
          <p:cNvSpPr>
            <a:spLocks xmlns:a="http://schemas.openxmlformats.org/drawingml/2006/main" noGrp="1"/>
          </p:cNvSpPr>
          <p:nvPr/>
        </p:nvSpPr>
        <p:spPr>
          <a:xfrm xmlns:a="http://schemas.openxmlformats.org/drawingml/2006/main">
            <a:off x="4626864" y="2249996"/>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25</a:t>
            </a:r>
            <a:endParaRPr sz="780" b="0" i="0" u="none" cap="none">
              <a:solidFill>
                <a:schemeClr val="dk1"/>
              </a:solidFill>
              <a:latin typeface="Arial"/>
              <a:ea typeface="Arial"/>
              <a:cs typeface="Arial"/>
            </a:endParaRPr>
          </a:p>
        </p:txBody>
      </p:sp>
      <p:sp>
        <p:nvSpPr>
          <p:cNvPr id="169" name="Google Shape;169;p4">
            <a:extLst xmlns:a="http://schemas.openxmlformats.org/drawingml/2006/main">
              <a:ext uri="{FF2B5EF4-FFF2-40B4-BE49-F238E27FC236}">
                <a16:creationId xmlns:a16="http://schemas.microsoft.com/office/drawing/2014/main" id="{798A7D77-D258-4DDF-AF64-6B846D569D41}"/>
              </a:ext>
            </a:extLst>
          </p:cNvPr>
          <p:cNvSpPr>
            <a:spLocks xmlns:a="http://schemas.openxmlformats.org/drawingml/2006/main" noGrp="1"/>
          </p:cNvSpPr>
          <p:nvPr/>
        </p:nvSpPr>
        <p:spPr>
          <a:xfrm xmlns:a="http://schemas.openxmlformats.org/drawingml/2006/main">
            <a:off x="5038344" y="2249996"/>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Subsystem Comparison — Intake</a:t>
            </a:r>
            <a:endParaRPr sz="780" b="0" i="0" u="none" cap="none">
              <a:solidFill>
                <a:schemeClr val="dk1"/>
              </a:solidFill>
              <a:latin typeface="Arial"/>
              <a:ea typeface="Arial"/>
              <a:cs typeface="Arial"/>
            </a:endParaRPr>
          </a:p>
        </p:txBody>
      </p:sp>
      <p:sp>
        <p:nvSpPr>
          <p:cNvPr id="170" name="Google Shape;170;p4">
            <a:extLst xmlns:a="http://schemas.openxmlformats.org/drawingml/2006/main">
              <a:ext uri="{FF2B5EF4-FFF2-40B4-BE49-F238E27FC236}">
                <a16:creationId xmlns:a16="http://schemas.microsoft.com/office/drawing/2014/main" id="{9659073E-3ADA-44FA-B146-A6FFE354C8C5}"/>
              </a:ext>
            </a:extLst>
          </p:cNvPr>
          <p:cNvSpPr>
            <a:spLocks xmlns:a="http://schemas.openxmlformats.org/drawingml/2006/main" noGrp="1"/>
          </p:cNvSpPr>
          <p:nvPr/>
        </p:nvSpPr>
        <p:spPr>
          <a:xfrm xmlns:a="http://schemas.openxmlformats.org/drawingml/2006/main">
            <a:off x="7781544" y="2249996"/>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sp>
        <p:nvSpPr>
          <p:cNvPr id="171" name="Google Shape;171;p4">
            <a:extLst xmlns:a="http://schemas.openxmlformats.org/drawingml/2006/main">
              <a:ext uri="{FF2B5EF4-FFF2-40B4-BE49-F238E27FC236}">
                <a16:creationId xmlns:a16="http://schemas.microsoft.com/office/drawing/2014/main" id="{84BC2463-A490-4CBE-80A3-63588E371358}"/>
              </a:ext>
            </a:extLst>
          </p:cNvPr>
          <p:cNvSpPr>
            <a:spLocks xmlns:a="http://schemas.openxmlformats.org/drawingml/2006/main" noGrp="1"/>
          </p:cNvSpPr>
          <p:nvPr/>
        </p:nvSpPr>
        <p:spPr>
          <a:xfrm xmlns:a="http://schemas.openxmlformats.org/drawingml/2006/main">
            <a:off x="4572000" y="2440305"/>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46" name="Google Shape;172;p4"/>
          <p:cNvCxnSpPr/>
          <p:nvPr/>
        </p:nvCxnSpPr>
        <p:spPr>
          <a:xfrm xmlns:a="http://schemas.openxmlformats.org/drawingml/2006/main">
            <a:off x="4572000" y="263061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3" name="Google Shape;173;p4">
            <a:extLst xmlns:a="http://schemas.openxmlformats.org/drawingml/2006/main">
              <a:ext uri="{FF2B5EF4-FFF2-40B4-BE49-F238E27FC236}">
                <a16:creationId xmlns:a16="http://schemas.microsoft.com/office/drawing/2014/main" id="{D5857F7F-28C5-4A27-9850-798F663CD4AE}"/>
              </a:ext>
            </a:extLst>
          </p:cNvPr>
          <p:cNvSpPr>
            <a:spLocks xmlns:a="http://schemas.openxmlformats.org/drawingml/2006/main" noGrp="1"/>
          </p:cNvSpPr>
          <p:nvPr/>
        </p:nvSpPr>
        <p:spPr>
          <a:xfrm xmlns:a="http://schemas.openxmlformats.org/drawingml/2006/main">
            <a:off x="4626864" y="2440305"/>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26</a:t>
            </a:r>
            <a:endParaRPr sz="780" b="0" i="0" u="none" cap="none">
              <a:solidFill>
                <a:schemeClr val="dk1"/>
              </a:solidFill>
              <a:latin typeface="Arial"/>
              <a:ea typeface="Arial"/>
              <a:cs typeface="Arial"/>
            </a:endParaRPr>
          </a:p>
        </p:txBody>
      </p:sp>
      <p:sp>
        <p:nvSpPr>
          <p:cNvPr id="174" name="Google Shape;174;p4">
            <a:extLst xmlns:a="http://schemas.openxmlformats.org/drawingml/2006/main">
              <a:ext uri="{FF2B5EF4-FFF2-40B4-BE49-F238E27FC236}">
                <a16:creationId xmlns:a16="http://schemas.microsoft.com/office/drawing/2014/main" id="{268CADEE-27E9-44C4-8C03-DE5EF34DB062}"/>
              </a:ext>
            </a:extLst>
          </p:cNvPr>
          <p:cNvSpPr>
            <a:spLocks xmlns:a="http://schemas.openxmlformats.org/drawingml/2006/main" noGrp="1"/>
          </p:cNvSpPr>
          <p:nvPr/>
        </p:nvSpPr>
        <p:spPr>
          <a:xfrm xmlns:a="http://schemas.openxmlformats.org/drawingml/2006/main">
            <a:off x="5038344" y="2440305"/>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Subsystem Comparison — Scoring</a:t>
            </a:r>
            <a:endParaRPr sz="780" b="0" i="0" u="none" cap="none">
              <a:solidFill>
                <a:schemeClr val="dk1"/>
              </a:solidFill>
              <a:latin typeface="Arial"/>
              <a:ea typeface="Arial"/>
              <a:cs typeface="Arial"/>
            </a:endParaRPr>
          </a:p>
        </p:txBody>
      </p:sp>
      <p:sp>
        <p:nvSpPr>
          <p:cNvPr id="175" name="Google Shape;175;p4">
            <a:extLst xmlns:a="http://schemas.openxmlformats.org/drawingml/2006/main">
              <a:ext uri="{FF2B5EF4-FFF2-40B4-BE49-F238E27FC236}">
                <a16:creationId xmlns:a16="http://schemas.microsoft.com/office/drawing/2014/main" id="{D4B981D2-C269-4244-9C4E-63BA2C0D9E9D}"/>
              </a:ext>
            </a:extLst>
          </p:cNvPr>
          <p:cNvSpPr>
            <a:spLocks xmlns:a="http://schemas.openxmlformats.org/drawingml/2006/main" noGrp="1"/>
          </p:cNvSpPr>
          <p:nvPr/>
        </p:nvSpPr>
        <p:spPr>
          <a:xfrm xmlns:a="http://schemas.openxmlformats.org/drawingml/2006/main">
            <a:off x="7781544" y="2440305"/>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cxnSp>
        <p:nvCxnSpPr>
          <p:cNvPr id="750" name="Google Shape;176;p4"/>
          <p:cNvCxnSpPr/>
          <p:nvPr/>
        </p:nvCxnSpPr>
        <p:spPr>
          <a:xfrm xmlns:a="http://schemas.openxmlformats.org/drawingml/2006/main">
            <a:off x="4572000" y="282092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7" name="Google Shape;177;p4">
            <a:extLst xmlns:a="http://schemas.openxmlformats.org/drawingml/2006/main">
              <a:ext uri="{FF2B5EF4-FFF2-40B4-BE49-F238E27FC236}">
                <a16:creationId xmlns:a16="http://schemas.microsoft.com/office/drawing/2014/main" id="{4D61B44B-805D-4AA5-8187-C9D70C16A01C}"/>
              </a:ext>
            </a:extLst>
          </p:cNvPr>
          <p:cNvSpPr>
            <a:spLocks xmlns:a="http://schemas.openxmlformats.org/drawingml/2006/main" noGrp="1"/>
          </p:cNvSpPr>
          <p:nvPr/>
        </p:nvSpPr>
        <p:spPr>
          <a:xfrm xmlns:a="http://schemas.openxmlformats.org/drawingml/2006/main">
            <a:off x="4626864" y="2630615"/>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27</a:t>
            </a:r>
            <a:endParaRPr sz="780" b="0" i="0" u="none" cap="none">
              <a:solidFill>
                <a:schemeClr val="dk1"/>
              </a:solidFill>
              <a:latin typeface="Arial"/>
              <a:ea typeface="Arial"/>
              <a:cs typeface="Arial"/>
            </a:endParaRPr>
          </a:p>
        </p:txBody>
      </p:sp>
      <p:sp>
        <p:nvSpPr>
          <p:cNvPr id="178" name="Google Shape;178;p4">
            <a:extLst xmlns:a="http://schemas.openxmlformats.org/drawingml/2006/main">
              <a:ext uri="{FF2B5EF4-FFF2-40B4-BE49-F238E27FC236}">
                <a16:creationId xmlns:a16="http://schemas.microsoft.com/office/drawing/2014/main" id="{0AC0CF71-0566-4F40-A06E-C894398C7AE2}"/>
              </a:ext>
            </a:extLst>
          </p:cNvPr>
          <p:cNvSpPr>
            <a:spLocks xmlns:a="http://schemas.openxmlformats.org/drawingml/2006/main" noGrp="1"/>
          </p:cNvSpPr>
          <p:nvPr/>
        </p:nvSpPr>
        <p:spPr>
          <a:xfrm xmlns:a="http://schemas.openxmlformats.org/drawingml/2006/main">
            <a:off x="5038344" y="2630615"/>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Subsystem Comparison — Partner Coordination</a:t>
            </a:r>
            <a:endParaRPr sz="780" b="0" i="0" u="none" cap="none">
              <a:solidFill>
                <a:schemeClr val="dk1"/>
              </a:solidFill>
              <a:latin typeface="Arial"/>
              <a:ea typeface="Arial"/>
              <a:cs typeface="Arial"/>
            </a:endParaRPr>
          </a:p>
        </p:txBody>
      </p:sp>
      <p:sp>
        <p:nvSpPr>
          <p:cNvPr id="179" name="Google Shape;179;p4">
            <a:extLst xmlns:a="http://schemas.openxmlformats.org/drawingml/2006/main">
              <a:ext uri="{FF2B5EF4-FFF2-40B4-BE49-F238E27FC236}">
                <a16:creationId xmlns:a16="http://schemas.microsoft.com/office/drawing/2014/main" id="{1B12A05E-7B30-4D25-9F37-52402B7832AE}"/>
              </a:ext>
            </a:extLst>
          </p:cNvPr>
          <p:cNvSpPr>
            <a:spLocks xmlns:a="http://schemas.openxmlformats.org/drawingml/2006/main" noGrp="1"/>
          </p:cNvSpPr>
          <p:nvPr/>
        </p:nvSpPr>
        <p:spPr>
          <a:xfrm xmlns:a="http://schemas.openxmlformats.org/drawingml/2006/main">
            <a:off x="7781544" y="2630615"/>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Brainstorm</a:t>
            </a:r>
            <a:endParaRPr sz="780" b="0" i="0" u="none" cap="none">
              <a:solidFill>
                <a:schemeClr val="dk1"/>
              </a:solidFill>
              <a:latin typeface="Arial"/>
              <a:ea typeface="Arial"/>
              <a:cs typeface="Arial"/>
            </a:endParaRPr>
          </a:p>
        </p:txBody>
      </p:sp>
      <p:sp>
        <p:nvSpPr>
          <p:cNvPr id="180" name="Google Shape;180;p4">
            <a:extLst xmlns:a="http://schemas.openxmlformats.org/drawingml/2006/main">
              <a:ext uri="{FF2B5EF4-FFF2-40B4-BE49-F238E27FC236}">
                <a16:creationId xmlns:a16="http://schemas.microsoft.com/office/drawing/2014/main" id="{4F4BC011-A6EB-43B8-8376-33BC3012E353}"/>
              </a:ext>
            </a:extLst>
          </p:cNvPr>
          <p:cNvSpPr>
            <a:spLocks xmlns:a="http://schemas.openxmlformats.org/drawingml/2006/main" noGrp="1"/>
          </p:cNvSpPr>
          <p:nvPr/>
        </p:nvSpPr>
        <p:spPr>
          <a:xfrm xmlns:a="http://schemas.openxmlformats.org/drawingml/2006/main">
            <a:off x="4572000" y="2820924"/>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55" name="Google Shape;181;p4"/>
          <p:cNvCxnSpPr/>
          <p:nvPr/>
        </p:nvCxnSpPr>
        <p:spPr>
          <a:xfrm xmlns:a="http://schemas.openxmlformats.org/drawingml/2006/main">
            <a:off x="4572000" y="301123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2" name="Google Shape;182;p4">
            <a:extLst xmlns:a="http://schemas.openxmlformats.org/drawingml/2006/main">
              <a:ext uri="{FF2B5EF4-FFF2-40B4-BE49-F238E27FC236}">
                <a16:creationId xmlns:a16="http://schemas.microsoft.com/office/drawing/2014/main" id="{6DE94A8C-FCF8-418D-9330-C7C9E1A8F16B}"/>
              </a:ext>
            </a:extLst>
          </p:cNvPr>
          <p:cNvSpPr>
            <a:spLocks xmlns:a="http://schemas.openxmlformats.org/drawingml/2006/main" noGrp="1"/>
          </p:cNvSpPr>
          <p:nvPr/>
        </p:nvSpPr>
        <p:spPr>
          <a:xfrm xmlns:a="http://schemas.openxmlformats.org/drawingml/2006/main">
            <a:off x="4626864" y="2820924"/>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28</a:t>
            </a:r>
            <a:endParaRPr sz="780" b="0" i="0" u="none" cap="none">
              <a:solidFill>
                <a:schemeClr val="dk1"/>
              </a:solidFill>
              <a:latin typeface="Arial"/>
              <a:ea typeface="Arial"/>
              <a:cs typeface="Arial"/>
            </a:endParaRPr>
          </a:p>
        </p:txBody>
      </p:sp>
      <p:sp>
        <p:nvSpPr>
          <p:cNvPr id="183" name="Google Shape;183;p4">
            <a:extLst xmlns:a="http://schemas.openxmlformats.org/drawingml/2006/main">
              <a:ext uri="{FF2B5EF4-FFF2-40B4-BE49-F238E27FC236}">
                <a16:creationId xmlns:a16="http://schemas.microsoft.com/office/drawing/2014/main" id="{7DE9E228-9A8B-4A53-9896-F9AA8578A71B}"/>
              </a:ext>
            </a:extLst>
          </p:cNvPr>
          <p:cNvSpPr>
            <a:spLocks xmlns:a="http://schemas.openxmlformats.org/drawingml/2006/main" noGrp="1"/>
          </p:cNvSpPr>
          <p:nvPr/>
        </p:nvSpPr>
        <p:spPr>
          <a:xfrm xmlns:a="http://schemas.openxmlformats.org/drawingml/2006/main">
            <a:off x="5038344" y="2820924"/>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Select Best Solution</a:t>
            </a:r>
            <a:endParaRPr sz="780" b="0" i="0" u="none" cap="none">
              <a:solidFill>
                <a:schemeClr val="dk1"/>
              </a:solidFill>
              <a:latin typeface="Arial"/>
              <a:ea typeface="Arial"/>
              <a:cs typeface="Arial"/>
            </a:endParaRPr>
          </a:p>
        </p:txBody>
      </p:sp>
      <p:sp>
        <p:nvSpPr>
          <p:cNvPr id="184" name="Google Shape;184;p4">
            <a:extLst xmlns:a="http://schemas.openxmlformats.org/drawingml/2006/main">
              <a:ext uri="{FF2B5EF4-FFF2-40B4-BE49-F238E27FC236}">
                <a16:creationId xmlns:a16="http://schemas.microsoft.com/office/drawing/2014/main" id="{92BF3904-5223-403F-A330-9BA75E0ACDCC}"/>
              </a:ext>
            </a:extLst>
          </p:cNvPr>
          <p:cNvSpPr>
            <a:spLocks xmlns:a="http://schemas.openxmlformats.org/drawingml/2006/main" noGrp="1"/>
          </p:cNvSpPr>
          <p:nvPr/>
        </p:nvSpPr>
        <p:spPr>
          <a:xfrm xmlns:a="http://schemas.openxmlformats.org/drawingml/2006/main">
            <a:off x="7781544" y="2820924"/>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cxnSp>
        <p:nvCxnSpPr>
          <p:cNvPr id="759" name="Google Shape;185;p4"/>
          <p:cNvCxnSpPr/>
          <p:nvPr/>
        </p:nvCxnSpPr>
        <p:spPr>
          <a:xfrm xmlns:a="http://schemas.openxmlformats.org/drawingml/2006/main">
            <a:off x="4572000" y="3201543"/>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6" name="Google Shape;186;p4">
            <a:extLst xmlns:a="http://schemas.openxmlformats.org/drawingml/2006/main">
              <a:ext uri="{FF2B5EF4-FFF2-40B4-BE49-F238E27FC236}">
                <a16:creationId xmlns:a16="http://schemas.microsoft.com/office/drawing/2014/main" id="{16AEE29B-533F-451C-9F00-FAE65141D6F3}"/>
              </a:ext>
            </a:extLst>
          </p:cNvPr>
          <p:cNvSpPr>
            <a:spLocks xmlns:a="http://schemas.openxmlformats.org/drawingml/2006/main" noGrp="1"/>
          </p:cNvSpPr>
          <p:nvPr/>
        </p:nvSpPr>
        <p:spPr>
          <a:xfrm xmlns:a="http://schemas.openxmlformats.org/drawingml/2006/main">
            <a:off x="4626864" y="3011234"/>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29</a:t>
            </a:r>
            <a:endParaRPr sz="780" b="0" i="0" u="none" cap="none">
              <a:solidFill>
                <a:schemeClr val="dk1"/>
              </a:solidFill>
              <a:latin typeface="Arial"/>
              <a:ea typeface="Arial"/>
              <a:cs typeface="Arial"/>
            </a:endParaRPr>
          </a:p>
        </p:txBody>
      </p:sp>
      <p:sp>
        <p:nvSpPr>
          <p:cNvPr id="187" name="Google Shape;187;p4">
            <a:extLst xmlns:a="http://schemas.openxmlformats.org/drawingml/2006/main">
              <a:ext uri="{FF2B5EF4-FFF2-40B4-BE49-F238E27FC236}">
                <a16:creationId xmlns:a16="http://schemas.microsoft.com/office/drawing/2014/main" id="{893E3774-F7F8-49D3-884F-EA545DCC614D}"/>
              </a:ext>
            </a:extLst>
          </p:cNvPr>
          <p:cNvSpPr>
            <a:spLocks xmlns:a="http://schemas.openxmlformats.org/drawingml/2006/main" noGrp="1"/>
          </p:cNvSpPr>
          <p:nvPr/>
        </p:nvSpPr>
        <p:spPr>
          <a:xfrm xmlns:a="http://schemas.openxmlformats.org/drawingml/2006/main">
            <a:off x="5038344" y="3011234"/>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Decision Matrix — Mobility &amp; Routing</a:t>
            </a:r>
            <a:endParaRPr sz="780" b="0" i="0" u="none" cap="none">
              <a:solidFill>
                <a:schemeClr val="dk1"/>
              </a:solidFill>
              <a:latin typeface="Arial"/>
              <a:ea typeface="Arial"/>
              <a:cs typeface="Arial"/>
            </a:endParaRPr>
          </a:p>
        </p:txBody>
      </p:sp>
      <p:sp>
        <p:nvSpPr>
          <p:cNvPr id="188" name="Google Shape;188;p4">
            <a:extLst xmlns:a="http://schemas.openxmlformats.org/drawingml/2006/main">
              <a:ext uri="{FF2B5EF4-FFF2-40B4-BE49-F238E27FC236}">
                <a16:creationId xmlns:a16="http://schemas.microsoft.com/office/drawing/2014/main" id="{AD985A78-E2C1-42BF-9486-98A770C0FEB9}"/>
              </a:ext>
            </a:extLst>
          </p:cNvPr>
          <p:cNvSpPr>
            <a:spLocks xmlns:a="http://schemas.openxmlformats.org/drawingml/2006/main" noGrp="1"/>
          </p:cNvSpPr>
          <p:nvPr/>
        </p:nvSpPr>
        <p:spPr>
          <a:xfrm xmlns:a="http://schemas.openxmlformats.org/drawingml/2006/main">
            <a:off x="7781544" y="3011234"/>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sp>
        <p:nvSpPr>
          <p:cNvPr id="189" name="Google Shape;189;p4">
            <a:extLst xmlns:a="http://schemas.openxmlformats.org/drawingml/2006/main">
              <a:ext uri="{FF2B5EF4-FFF2-40B4-BE49-F238E27FC236}">
                <a16:creationId xmlns:a16="http://schemas.microsoft.com/office/drawing/2014/main" id="{FB9B0CDA-667E-4D31-BA7B-8B367C4E82B8}"/>
              </a:ext>
            </a:extLst>
          </p:cNvPr>
          <p:cNvSpPr>
            <a:spLocks xmlns:a="http://schemas.openxmlformats.org/drawingml/2006/main" noGrp="1"/>
          </p:cNvSpPr>
          <p:nvPr/>
        </p:nvSpPr>
        <p:spPr>
          <a:xfrm xmlns:a="http://schemas.openxmlformats.org/drawingml/2006/main">
            <a:off x="4572000" y="3201543"/>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64" name="Google Shape;190;p4"/>
          <p:cNvCxnSpPr/>
          <p:nvPr/>
        </p:nvCxnSpPr>
        <p:spPr>
          <a:xfrm xmlns:a="http://schemas.openxmlformats.org/drawingml/2006/main">
            <a:off x="4572000" y="339185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1" name="Google Shape;191;p4">
            <a:extLst xmlns:a="http://schemas.openxmlformats.org/drawingml/2006/main">
              <a:ext uri="{FF2B5EF4-FFF2-40B4-BE49-F238E27FC236}">
                <a16:creationId xmlns:a16="http://schemas.microsoft.com/office/drawing/2014/main" id="{0319537C-CE9F-46EE-BEDA-0791528DA381}"/>
              </a:ext>
            </a:extLst>
          </p:cNvPr>
          <p:cNvSpPr>
            <a:spLocks xmlns:a="http://schemas.openxmlformats.org/drawingml/2006/main" noGrp="1"/>
          </p:cNvSpPr>
          <p:nvPr/>
        </p:nvSpPr>
        <p:spPr>
          <a:xfrm xmlns:a="http://schemas.openxmlformats.org/drawingml/2006/main">
            <a:off x="4626864" y="3201543"/>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30</a:t>
            </a:r>
            <a:endParaRPr sz="780" b="0" i="0" u="none" cap="none">
              <a:solidFill>
                <a:schemeClr val="dk1"/>
              </a:solidFill>
              <a:latin typeface="Arial"/>
              <a:ea typeface="Arial"/>
              <a:cs typeface="Arial"/>
            </a:endParaRPr>
          </a:p>
        </p:txBody>
      </p:sp>
      <p:sp>
        <p:nvSpPr>
          <p:cNvPr id="192" name="Google Shape;192;p4">
            <a:extLst xmlns:a="http://schemas.openxmlformats.org/drawingml/2006/main">
              <a:ext uri="{FF2B5EF4-FFF2-40B4-BE49-F238E27FC236}">
                <a16:creationId xmlns:a16="http://schemas.microsoft.com/office/drawing/2014/main" id="{2F4A2603-9932-41B8-B862-44A58557B029}"/>
              </a:ext>
            </a:extLst>
          </p:cNvPr>
          <p:cNvSpPr>
            <a:spLocks xmlns:a="http://schemas.openxmlformats.org/drawingml/2006/main" noGrp="1"/>
          </p:cNvSpPr>
          <p:nvPr/>
        </p:nvSpPr>
        <p:spPr>
          <a:xfrm xmlns:a="http://schemas.openxmlformats.org/drawingml/2006/main">
            <a:off x="5038344" y="3201543"/>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Decision Matrix — Intake</a:t>
            </a:r>
            <a:endParaRPr sz="780" b="0" i="0" u="none" cap="none">
              <a:solidFill>
                <a:schemeClr val="dk1"/>
              </a:solidFill>
              <a:latin typeface="Arial"/>
              <a:ea typeface="Arial"/>
              <a:cs typeface="Arial"/>
            </a:endParaRPr>
          </a:p>
        </p:txBody>
      </p:sp>
      <p:sp>
        <p:nvSpPr>
          <p:cNvPr id="193" name="Google Shape;193;p4">
            <a:extLst xmlns:a="http://schemas.openxmlformats.org/drawingml/2006/main">
              <a:ext uri="{FF2B5EF4-FFF2-40B4-BE49-F238E27FC236}">
                <a16:creationId xmlns:a16="http://schemas.microsoft.com/office/drawing/2014/main" id="{4AE49BB9-AE58-4EFF-BC18-C9041B1B8D66}"/>
              </a:ext>
            </a:extLst>
          </p:cNvPr>
          <p:cNvSpPr>
            <a:spLocks xmlns:a="http://schemas.openxmlformats.org/drawingml/2006/main" noGrp="1"/>
          </p:cNvSpPr>
          <p:nvPr/>
        </p:nvSpPr>
        <p:spPr>
          <a:xfrm xmlns:a="http://schemas.openxmlformats.org/drawingml/2006/main">
            <a:off x="7781544" y="3201543"/>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cxnSp>
        <p:nvCxnSpPr>
          <p:cNvPr id="768" name="Google Shape;194;p4"/>
          <p:cNvCxnSpPr/>
          <p:nvPr/>
        </p:nvCxnSpPr>
        <p:spPr>
          <a:xfrm xmlns:a="http://schemas.openxmlformats.org/drawingml/2006/main">
            <a:off x="4572000" y="358216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5" name="Google Shape;195;p4">
            <a:extLst xmlns:a="http://schemas.openxmlformats.org/drawingml/2006/main">
              <a:ext uri="{FF2B5EF4-FFF2-40B4-BE49-F238E27FC236}">
                <a16:creationId xmlns:a16="http://schemas.microsoft.com/office/drawing/2014/main" id="{9EDBD256-269E-4622-802E-18C9E1964A32}"/>
              </a:ext>
            </a:extLst>
          </p:cNvPr>
          <p:cNvSpPr>
            <a:spLocks xmlns:a="http://schemas.openxmlformats.org/drawingml/2006/main" noGrp="1"/>
          </p:cNvSpPr>
          <p:nvPr/>
        </p:nvSpPr>
        <p:spPr>
          <a:xfrm xmlns:a="http://schemas.openxmlformats.org/drawingml/2006/main">
            <a:off x="4626864" y="3391852"/>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31</a:t>
            </a:r>
            <a:endParaRPr sz="780" b="0" i="0" u="none" cap="none">
              <a:solidFill>
                <a:schemeClr val="dk1"/>
              </a:solidFill>
              <a:latin typeface="Arial"/>
              <a:ea typeface="Arial"/>
              <a:cs typeface="Arial"/>
            </a:endParaRPr>
          </a:p>
        </p:txBody>
      </p:sp>
      <p:sp>
        <p:nvSpPr>
          <p:cNvPr id="196" name="Google Shape;196;p4">
            <a:extLst xmlns:a="http://schemas.openxmlformats.org/drawingml/2006/main">
              <a:ext uri="{FF2B5EF4-FFF2-40B4-BE49-F238E27FC236}">
                <a16:creationId xmlns:a16="http://schemas.microsoft.com/office/drawing/2014/main" id="{BDA9586A-AE80-4D62-8ACE-9F08B04860B9}"/>
              </a:ext>
            </a:extLst>
          </p:cNvPr>
          <p:cNvSpPr>
            <a:spLocks xmlns:a="http://schemas.openxmlformats.org/drawingml/2006/main" noGrp="1"/>
          </p:cNvSpPr>
          <p:nvPr/>
        </p:nvSpPr>
        <p:spPr>
          <a:xfrm xmlns:a="http://schemas.openxmlformats.org/drawingml/2006/main">
            <a:off x="5038344" y="3391852"/>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Decision Matrix — Scoring</a:t>
            </a:r>
            <a:endParaRPr sz="780" b="0" i="0" u="none" cap="none">
              <a:solidFill>
                <a:schemeClr val="dk1"/>
              </a:solidFill>
              <a:latin typeface="Arial"/>
              <a:ea typeface="Arial"/>
              <a:cs typeface="Arial"/>
            </a:endParaRPr>
          </a:p>
        </p:txBody>
      </p:sp>
      <p:sp>
        <p:nvSpPr>
          <p:cNvPr id="197" name="Google Shape;197;p4">
            <a:extLst xmlns:a="http://schemas.openxmlformats.org/drawingml/2006/main">
              <a:ext uri="{FF2B5EF4-FFF2-40B4-BE49-F238E27FC236}">
                <a16:creationId xmlns:a16="http://schemas.microsoft.com/office/drawing/2014/main" id="{7AD11F24-5C09-4110-9D6C-9A65F5C630AF}"/>
              </a:ext>
            </a:extLst>
          </p:cNvPr>
          <p:cNvSpPr>
            <a:spLocks xmlns:a="http://schemas.openxmlformats.org/drawingml/2006/main" noGrp="1"/>
          </p:cNvSpPr>
          <p:nvPr/>
        </p:nvSpPr>
        <p:spPr>
          <a:xfrm xmlns:a="http://schemas.openxmlformats.org/drawingml/2006/main">
            <a:off x="7781544" y="3391852"/>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sp>
        <p:nvSpPr>
          <p:cNvPr id="198" name="Google Shape;198;p4">
            <a:extLst xmlns:a="http://schemas.openxmlformats.org/drawingml/2006/main">
              <a:ext uri="{FF2B5EF4-FFF2-40B4-BE49-F238E27FC236}">
                <a16:creationId xmlns:a16="http://schemas.microsoft.com/office/drawing/2014/main" id="{30AC9994-82B4-46E8-A60E-A1C15332899D}"/>
              </a:ext>
            </a:extLst>
          </p:cNvPr>
          <p:cNvSpPr>
            <a:spLocks xmlns:a="http://schemas.openxmlformats.org/drawingml/2006/main" noGrp="1"/>
          </p:cNvSpPr>
          <p:nvPr/>
        </p:nvSpPr>
        <p:spPr>
          <a:xfrm xmlns:a="http://schemas.openxmlformats.org/drawingml/2006/main">
            <a:off x="4572000" y="3582162"/>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73" name="Google Shape;199;p4"/>
          <p:cNvCxnSpPr/>
          <p:nvPr/>
        </p:nvCxnSpPr>
        <p:spPr>
          <a:xfrm xmlns:a="http://schemas.openxmlformats.org/drawingml/2006/main">
            <a:off x="4572000" y="377247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0" name="Google Shape;200;p4">
            <a:extLst xmlns:a="http://schemas.openxmlformats.org/drawingml/2006/main">
              <a:ext uri="{FF2B5EF4-FFF2-40B4-BE49-F238E27FC236}">
                <a16:creationId xmlns:a16="http://schemas.microsoft.com/office/drawing/2014/main" id="{30133598-D87A-4D49-AFFF-0A5E80C07585}"/>
              </a:ext>
            </a:extLst>
          </p:cNvPr>
          <p:cNvSpPr>
            <a:spLocks xmlns:a="http://schemas.openxmlformats.org/drawingml/2006/main" noGrp="1"/>
          </p:cNvSpPr>
          <p:nvPr/>
        </p:nvSpPr>
        <p:spPr>
          <a:xfrm xmlns:a="http://schemas.openxmlformats.org/drawingml/2006/main">
            <a:off x="4626864" y="3582162"/>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32</a:t>
            </a:r>
            <a:endParaRPr sz="780" b="0" i="0" u="none" cap="none">
              <a:solidFill>
                <a:schemeClr val="dk1"/>
              </a:solidFill>
              <a:latin typeface="Arial"/>
              <a:ea typeface="Arial"/>
              <a:cs typeface="Arial"/>
            </a:endParaRPr>
          </a:p>
        </p:txBody>
      </p:sp>
      <p:sp>
        <p:nvSpPr>
          <p:cNvPr id="201" name="Google Shape;201;p4">
            <a:extLst xmlns:a="http://schemas.openxmlformats.org/drawingml/2006/main">
              <a:ext uri="{FF2B5EF4-FFF2-40B4-BE49-F238E27FC236}">
                <a16:creationId xmlns:a16="http://schemas.microsoft.com/office/drawing/2014/main" id="{144570B2-CF8A-4226-BBA7-C92074F5B8DA}"/>
              </a:ext>
            </a:extLst>
          </p:cNvPr>
          <p:cNvSpPr>
            <a:spLocks xmlns:a="http://schemas.openxmlformats.org/drawingml/2006/main" noGrp="1"/>
          </p:cNvSpPr>
          <p:nvPr/>
        </p:nvSpPr>
        <p:spPr>
          <a:xfrm xmlns:a="http://schemas.openxmlformats.org/drawingml/2006/main">
            <a:off x="5038344" y="3582162"/>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Decision Matrix — Partner Coordination</a:t>
            </a:r>
            <a:endParaRPr sz="780" b="0" i="0" u="none" cap="none">
              <a:solidFill>
                <a:schemeClr val="dk1"/>
              </a:solidFill>
              <a:latin typeface="Arial"/>
              <a:ea typeface="Arial"/>
              <a:cs typeface="Arial"/>
            </a:endParaRPr>
          </a:p>
        </p:txBody>
      </p:sp>
      <p:sp>
        <p:nvSpPr>
          <p:cNvPr id="202" name="Google Shape;202;p4">
            <a:extLst xmlns:a="http://schemas.openxmlformats.org/drawingml/2006/main">
              <a:ext uri="{FF2B5EF4-FFF2-40B4-BE49-F238E27FC236}">
                <a16:creationId xmlns:a16="http://schemas.microsoft.com/office/drawing/2014/main" id="{A6B9850B-1893-45D9-847E-A6361A1BC4C3}"/>
              </a:ext>
            </a:extLst>
          </p:cNvPr>
          <p:cNvSpPr>
            <a:spLocks xmlns:a="http://schemas.openxmlformats.org/drawingml/2006/main" noGrp="1"/>
          </p:cNvSpPr>
          <p:nvPr/>
        </p:nvSpPr>
        <p:spPr>
          <a:xfrm xmlns:a="http://schemas.openxmlformats.org/drawingml/2006/main">
            <a:off x="7781544" y="3582162"/>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cxnSp>
        <p:nvCxnSpPr>
          <p:cNvPr id="777" name="Google Shape;203;p4"/>
          <p:cNvCxnSpPr/>
          <p:nvPr/>
        </p:nvCxnSpPr>
        <p:spPr>
          <a:xfrm xmlns:a="http://schemas.openxmlformats.org/drawingml/2006/main">
            <a:off x="4572000" y="396278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4" name="Google Shape;204;p4">
            <a:extLst xmlns:a="http://schemas.openxmlformats.org/drawingml/2006/main">
              <a:ext uri="{FF2B5EF4-FFF2-40B4-BE49-F238E27FC236}">
                <a16:creationId xmlns:a16="http://schemas.microsoft.com/office/drawing/2014/main" id="{3A320050-6C8E-41BF-A4AD-266B4EDF94AF}"/>
              </a:ext>
            </a:extLst>
          </p:cNvPr>
          <p:cNvSpPr>
            <a:spLocks xmlns:a="http://schemas.openxmlformats.org/drawingml/2006/main" noGrp="1"/>
          </p:cNvSpPr>
          <p:nvPr/>
        </p:nvSpPr>
        <p:spPr>
          <a:xfrm xmlns:a="http://schemas.openxmlformats.org/drawingml/2006/main">
            <a:off x="4626864" y="3772471"/>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33</a:t>
            </a:r>
            <a:endParaRPr sz="780" b="0" i="0" u="none" cap="none">
              <a:solidFill>
                <a:schemeClr val="dk1"/>
              </a:solidFill>
              <a:latin typeface="Arial"/>
              <a:ea typeface="Arial"/>
              <a:cs typeface="Arial"/>
            </a:endParaRPr>
          </a:p>
        </p:txBody>
      </p:sp>
      <p:sp>
        <p:nvSpPr>
          <p:cNvPr id="205" name="Google Shape;205;p4">
            <a:extLst xmlns:a="http://schemas.openxmlformats.org/drawingml/2006/main">
              <a:ext uri="{FF2B5EF4-FFF2-40B4-BE49-F238E27FC236}">
                <a16:creationId xmlns:a16="http://schemas.microsoft.com/office/drawing/2014/main" id="{89482323-9600-46BD-8A3D-CB5085F0E5CF}"/>
              </a:ext>
            </a:extLst>
          </p:cNvPr>
          <p:cNvSpPr>
            <a:spLocks xmlns:a="http://schemas.openxmlformats.org/drawingml/2006/main" noGrp="1"/>
          </p:cNvSpPr>
          <p:nvPr/>
        </p:nvSpPr>
        <p:spPr>
          <a:xfrm xmlns:a="http://schemas.openxmlformats.org/drawingml/2006/main">
            <a:off x="5038344" y="3772471"/>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Discarded Ideas &amp; Lessons</a:t>
            </a:r>
            <a:endParaRPr sz="780" b="0" i="0" u="none" cap="none">
              <a:solidFill>
                <a:schemeClr val="dk1"/>
              </a:solidFill>
              <a:latin typeface="Arial"/>
              <a:ea typeface="Arial"/>
              <a:cs typeface="Arial"/>
            </a:endParaRPr>
          </a:p>
        </p:txBody>
      </p:sp>
      <p:sp>
        <p:nvSpPr>
          <p:cNvPr id="206" name="Google Shape;206;p4">
            <a:extLst xmlns:a="http://schemas.openxmlformats.org/drawingml/2006/main">
              <a:ext uri="{FF2B5EF4-FFF2-40B4-BE49-F238E27FC236}">
                <a16:creationId xmlns:a16="http://schemas.microsoft.com/office/drawing/2014/main" id="{27CF224C-427B-40CD-A093-1D295D0C9E16}"/>
              </a:ext>
            </a:extLst>
          </p:cNvPr>
          <p:cNvSpPr>
            <a:spLocks xmlns:a="http://schemas.openxmlformats.org/drawingml/2006/main" noGrp="1"/>
          </p:cNvSpPr>
          <p:nvPr/>
        </p:nvSpPr>
        <p:spPr>
          <a:xfrm xmlns:a="http://schemas.openxmlformats.org/drawingml/2006/main">
            <a:off x="7781544" y="3772471"/>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sp>
        <p:nvSpPr>
          <p:cNvPr id="207" name="Google Shape;207;p4">
            <a:extLst xmlns:a="http://schemas.openxmlformats.org/drawingml/2006/main">
              <a:ext uri="{FF2B5EF4-FFF2-40B4-BE49-F238E27FC236}">
                <a16:creationId xmlns:a16="http://schemas.microsoft.com/office/drawing/2014/main" id="{82068591-A350-4BEE-AF66-C4EEE496D2CC}"/>
              </a:ext>
            </a:extLst>
          </p:cNvPr>
          <p:cNvSpPr>
            <a:spLocks xmlns:a="http://schemas.openxmlformats.org/drawingml/2006/main" noGrp="1"/>
          </p:cNvSpPr>
          <p:nvPr/>
        </p:nvSpPr>
        <p:spPr>
          <a:xfrm xmlns:a="http://schemas.openxmlformats.org/drawingml/2006/main">
            <a:off x="4572000" y="3962781"/>
            <a:ext cx="4114800" cy="190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82" name="Google Shape;208;p4"/>
          <p:cNvCxnSpPr/>
          <p:nvPr/>
        </p:nvCxnSpPr>
        <p:spPr>
          <a:xfrm xmlns:a="http://schemas.openxmlformats.org/drawingml/2006/main">
            <a:off x="4572000" y="415309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9" name="Google Shape;209;p4">
            <a:extLst xmlns:a="http://schemas.openxmlformats.org/drawingml/2006/main">
              <a:ext uri="{FF2B5EF4-FFF2-40B4-BE49-F238E27FC236}">
                <a16:creationId xmlns:a16="http://schemas.microsoft.com/office/drawing/2014/main" id="{D6A64507-6EC0-4CFF-B851-ECDE47D329B7}"/>
              </a:ext>
            </a:extLst>
          </p:cNvPr>
          <p:cNvSpPr>
            <a:spLocks xmlns:a="http://schemas.openxmlformats.org/drawingml/2006/main" noGrp="1"/>
          </p:cNvSpPr>
          <p:nvPr/>
        </p:nvSpPr>
        <p:spPr>
          <a:xfrm xmlns:a="http://schemas.openxmlformats.org/drawingml/2006/main">
            <a:off x="4626864" y="3962781"/>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34</a:t>
            </a:r>
            <a:endParaRPr sz="780" b="0" i="0" u="none" cap="none">
              <a:solidFill>
                <a:schemeClr val="dk1"/>
              </a:solidFill>
              <a:latin typeface="Arial"/>
              <a:ea typeface="Arial"/>
              <a:cs typeface="Arial"/>
            </a:endParaRPr>
          </a:p>
        </p:txBody>
      </p:sp>
      <p:sp>
        <p:nvSpPr>
          <p:cNvPr id="210" name="Google Shape;210;p4">
            <a:extLst xmlns:a="http://schemas.openxmlformats.org/drawingml/2006/main">
              <a:ext uri="{FF2B5EF4-FFF2-40B4-BE49-F238E27FC236}">
                <a16:creationId xmlns:a16="http://schemas.microsoft.com/office/drawing/2014/main" id="{37E98C5B-22D6-4FCA-988F-A6E461F51E56}"/>
              </a:ext>
            </a:extLst>
          </p:cNvPr>
          <p:cNvSpPr>
            <a:spLocks xmlns:a="http://schemas.openxmlformats.org/drawingml/2006/main" noGrp="1"/>
          </p:cNvSpPr>
          <p:nvPr/>
        </p:nvSpPr>
        <p:spPr>
          <a:xfrm xmlns:a="http://schemas.openxmlformats.org/drawingml/2006/main">
            <a:off x="5038344" y="3962781"/>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Preliminary Design Selection (table)</a:t>
            </a:r>
            <a:endParaRPr sz="780" b="0" i="0" u="none" cap="none">
              <a:solidFill>
                <a:schemeClr val="dk1"/>
              </a:solidFill>
              <a:latin typeface="Arial"/>
              <a:ea typeface="Arial"/>
              <a:cs typeface="Arial"/>
            </a:endParaRPr>
          </a:p>
        </p:txBody>
      </p:sp>
      <p:sp>
        <p:nvSpPr>
          <p:cNvPr id="211" name="Google Shape;211;p4">
            <a:extLst xmlns:a="http://schemas.openxmlformats.org/drawingml/2006/main">
              <a:ext uri="{FF2B5EF4-FFF2-40B4-BE49-F238E27FC236}">
                <a16:creationId xmlns:a16="http://schemas.microsoft.com/office/drawing/2014/main" id="{23D70E33-0A24-4456-84C2-F8C53BF577C5}"/>
              </a:ext>
            </a:extLst>
          </p:cNvPr>
          <p:cNvSpPr>
            <a:spLocks xmlns:a="http://schemas.openxmlformats.org/drawingml/2006/main" noGrp="1"/>
          </p:cNvSpPr>
          <p:nvPr/>
        </p:nvSpPr>
        <p:spPr>
          <a:xfrm xmlns:a="http://schemas.openxmlformats.org/drawingml/2006/main">
            <a:off x="7781544" y="3962781"/>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cxnSp>
        <p:nvCxnSpPr>
          <p:cNvPr id="786" name="Google Shape;212;p4"/>
          <p:cNvCxnSpPr/>
          <p:nvPr/>
        </p:nvCxnSpPr>
        <p:spPr>
          <a:xfrm xmlns:a="http://schemas.openxmlformats.org/drawingml/2006/main">
            <a:off x="4572000" y="434340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3" name="Google Shape;213;p4">
            <a:extLst xmlns:a="http://schemas.openxmlformats.org/drawingml/2006/main">
              <a:ext uri="{FF2B5EF4-FFF2-40B4-BE49-F238E27FC236}">
                <a16:creationId xmlns:a16="http://schemas.microsoft.com/office/drawing/2014/main" id="{F6E7DBCF-F9DA-49CA-8517-0E0103058D76}"/>
              </a:ext>
            </a:extLst>
          </p:cNvPr>
          <p:cNvSpPr>
            <a:spLocks xmlns:a="http://schemas.openxmlformats.org/drawingml/2006/main" noGrp="1"/>
          </p:cNvSpPr>
          <p:nvPr/>
        </p:nvSpPr>
        <p:spPr>
          <a:xfrm xmlns:a="http://schemas.openxmlformats.org/drawingml/2006/main">
            <a:off x="4626864" y="4153090"/>
            <a:ext cx="35661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35</a:t>
            </a:r>
            <a:endParaRPr sz="780" b="0" i="0" u="none" cap="none">
              <a:solidFill>
                <a:schemeClr val="dk1"/>
              </a:solidFill>
              <a:latin typeface="Arial"/>
              <a:ea typeface="Arial"/>
              <a:cs typeface="Arial"/>
            </a:endParaRPr>
          </a:p>
        </p:txBody>
      </p:sp>
      <p:sp>
        <p:nvSpPr>
          <p:cNvPr id="214" name="Google Shape;214;p4">
            <a:extLst xmlns:a="http://schemas.openxmlformats.org/drawingml/2006/main">
              <a:ext uri="{FF2B5EF4-FFF2-40B4-BE49-F238E27FC236}">
                <a16:creationId xmlns:a16="http://schemas.microsoft.com/office/drawing/2014/main" id="{CD0F372E-53F3-43C0-9979-381B4FAD8251}"/>
              </a:ext>
            </a:extLst>
          </p:cNvPr>
          <p:cNvSpPr>
            <a:spLocks xmlns:a="http://schemas.openxmlformats.org/drawingml/2006/main" noGrp="1"/>
          </p:cNvSpPr>
          <p:nvPr/>
        </p:nvSpPr>
        <p:spPr>
          <a:xfrm xmlns:a="http://schemas.openxmlformats.org/drawingml/2006/main">
            <a:off x="5038344" y="4153090"/>
            <a:ext cx="268833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Preliminary Design — Technical Drawing</a:t>
            </a:r>
            <a:endParaRPr sz="780" b="0" i="0" u="none" cap="none">
              <a:solidFill>
                <a:schemeClr val="dk1"/>
              </a:solidFill>
              <a:latin typeface="Arial"/>
              <a:ea typeface="Arial"/>
              <a:cs typeface="Arial"/>
            </a:endParaRPr>
          </a:p>
        </p:txBody>
      </p:sp>
      <p:sp>
        <p:nvSpPr>
          <p:cNvPr id="215" name="Google Shape;215;p4">
            <a:extLst xmlns:a="http://schemas.openxmlformats.org/drawingml/2006/main">
              <a:ext uri="{FF2B5EF4-FFF2-40B4-BE49-F238E27FC236}">
                <a16:creationId xmlns:a16="http://schemas.microsoft.com/office/drawing/2014/main" id="{56B886ED-98F4-41FA-89A5-300F16522D3C}"/>
              </a:ext>
            </a:extLst>
          </p:cNvPr>
          <p:cNvSpPr>
            <a:spLocks xmlns:a="http://schemas.openxmlformats.org/drawingml/2006/main" noGrp="1"/>
          </p:cNvSpPr>
          <p:nvPr/>
        </p:nvSpPr>
        <p:spPr>
          <a:xfrm xmlns:a="http://schemas.openxmlformats.org/drawingml/2006/main">
            <a:off x="7781544" y="4153090"/>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Select</a:t>
            </a:r>
            <a:endParaRPr sz="780" b="0" i="0" u="none" cap="none">
              <a:solidFill>
                <a:schemeClr val="dk1"/>
              </a:solidFill>
              <a:latin typeface="Arial"/>
              <a:ea typeface="Arial"/>
              <a:cs typeface="Arial"/>
            </a:endParaRPr>
          </a:p>
        </p:txBody>
      </p:sp>
      <p:sp>
        <p:nvSpPr>
          <p:cNvPr id="216" name="Google Shape;216;p4">
            <a:extLst xmlns:a="http://schemas.openxmlformats.org/drawingml/2006/main">
              <a:ext uri="{FF2B5EF4-FFF2-40B4-BE49-F238E27FC236}">
                <a16:creationId xmlns:a16="http://schemas.microsoft.com/office/drawing/2014/main" id="{4F6C3511-6B20-4A7D-99D7-FDAADE5B97F6}"/>
              </a:ext>
            </a:extLst>
          </p:cNvPr>
          <p:cNvSpPr>
            <a:spLocks xmlns:a="http://schemas.openxmlformats.org/drawingml/2006/main" noGrp="1"/>
          </p:cNvSpPr>
          <p:nvPr/>
        </p:nvSpPr>
        <p:spPr>
          <a:xfrm xmlns:a="http://schemas.openxmlformats.org/drawingml/2006/main">
            <a:off x="4572000" y="1097280"/>
            <a:ext cx="4114800" cy="32461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7" name="Google Shape;217;p4">
            <a:extLst xmlns:a="http://schemas.openxmlformats.org/drawingml/2006/main">
              <a:ext uri="{FF2B5EF4-FFF2-40B4-BE49-F238E27FC236}">
                <a16:creationId xmlns:a16="http://schemas.microsoft.com/office/drawing/2014/main" id="{9609E32B-6D4E-4454-98EC-40FF900145D5}"/>
              </a:ext>
            </a:extLst>
          </p:cNvPr>
          <p:cNvSpPr>
            <a:spLocks xmlns:a="http://schemas.openxmlformats.org/drawingml/2006/main" noGrp="1"/>
          </p:cNvSpPr>
          <p:nvPr/>
        </p:nvSpPr>
        <p:spPr>
          <a:xfrm xmlns:a="http://schemas.openxmlformats.org/drawingml/2006/main">
            <a:off x="3493008" y="2429416"/>
            <a:ext cx="923544" cy="141973"/>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8" name="Google Shape;218;p4">
            <a:extLst xmlns:a="http://schemas.openxmlformats.org/drawingml/2006/main">
              <a:ext uri="{FF2B5EF4-FFF2-40B4-BE49-F238E27FC236}">
                <a16:creationId xmlns:a16="http://schemas.microsoft.com/office/drawing/2014/main" id="{24D11058-2C74-478F-B0E9-186A6639B8D5}"/>
              </a:ext>
            </a:extLst>
          </p:cNvPr>
          <p:cNvSpPr>
            <a:spLocks xmlns:a="http://schemas.openxmlformats.org/drawingml/2006/main" noGrp="1"/>
          </p:cNvSpPr>
          <p:nvPr/>
        </p:nvSpPr>
        <p:spPr>
          <a:xfrm xmlns:a="http://schemas.openxmlformats.org/drawingml/2006/main">
            <a:off x="3529584" y="2420272"/>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19" name="Google Shape;219;p4">
            <a:extLst xmlns:a="http://schemas.openxmlformats.org/drawingml/2006/main">
              <a:ext uri="{FF2B5EF4-FFF2-40B4-BE49-F238E27FC236}">
                <a16:creationId xmlns:a16="http://schemas.microsoft.com/office/drawing/2014/main" id="{8808C2D7-7FEE-4B1F-8169-868075A197E2}"/>
              </a:ext>
            </a:extLst>
          </p:cNvPr>
          <p:cNvSpPr>
            <a:spLocks xmlns:a="http://schemas.openxmlformats.org/drawingml/2006/main" noGrp="1"/>
          </p:cNvSpPr>
          <p:nvPr/>
        </p:nvSpPr>
        <p:spPr>
          <a:xfrm xmlns:a="http://schemas.openxmlformats.org/drawingml/2006/main">
            <a:off x="3493008" y="2589677"/>
            <a:ext cx="923544" cy="14197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0" name="Google Shape;220;p4">
            <a:extLst xmlns:a="http://schemas.openxmlformats.org/drawingml/2006/main">
              <a:ext uri="{FF2B5EF4-FFF2-40B4-BE49-F238E27FC236}">
                <a16:creationId xmlns:a16="http://schemas.microsoft.com/office/drawing/2014/main" id="{DF589574-40F9-4739-AAE0-28A6BFF60E79}"/>
              </a:ext>
            </a:extLst>
          </p:cNvPr>
          <p:cNvSpPr>
            <a:spLocks xmlns:a="http://schemas.openxmlformats.org/drawingml/2006/main" noGrp="1"/>
          </p:cNvSpPr>
          <p:nvPr/>
        </p:nvSpPr>
        <p:spPr>
          <a:xfrm xmlns:a="http://schemas.openxmlformats.org/drawingml/2006/main">
            <a:off x="3529584" y="2580533"/>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21" name="Google Shape;221;p4">
            <a:extLst xmlns:a="http://schemas.openxmlformats.org/drawingml/2006/main">
              <a:ext uri="{FF2B5EF4-FFF2-40B4-BE49-F238E27FC236}">
                <a16:creationId xmlns:a16="http://schemas.microsoft.com/office/drawing/2014/main" id="{1BFC3702-85C9-43C7-A72B-34EE12FC4676}"/>
              </a:ext>
            </a:extLst>
          </p:cNvPr>
          <p:cNvSpPr>
            <a:spLocks xmlns:a="http://schemas.openxmlformats.org/drawingml/2006/main" noGrp="1"/>
          </p:cNvSpPr>
          <p:nvPr/>
        </p:nvSpPr>
        <p:spPr>
          <a:xfrm xmlns:a="http://schemas.openxmlformats.org/drawingml/2006/main">
            <a:off x="3493008" y="2749938"/>
            <a:ext cx="923544" cy="141973"/>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2" name="Google Shape;222;p4">
            <a:extLst xmlns:a="http://schemas.openxmlformats.org/drawingml/2006/main">
              <a:ext uri="{FF2B5EF4-FFF2-40B4-BE49-F238E27FC236}">
                <a16:creationId xmlns:a16="http://schemas.microsoft.com/office/drawing/2014/main" id="{45ED7838-D308-432A-92A8-F4E55D449FFA}"/>
              </a:ext>
            </a:extLst>
          </p:cNvPr>
          <p:cNvSpPr>
            <a:spLocks xmlns:a="http://schemas.openxmlformats.org/drawingml/2006/main" noGrp="1"/>
          </p:cNvSpPr>
          <p:nvPr/>
        </p:nvSpPr>
        <p:spPr>
          <a:xfrm xmlns:a="http://schemas.openxmlformats.org/drawingml/2006/main">
            <a:off x="3529584" y="2740794"/>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23" name="Google Shape;223;p4">
            <a:extLst xmlns:a="http://schemas.openxmlformats.org/drawingml/2006/main">
              <a:ext uri="{FF2B5EF4-FFF2-40B4-BE49-F238E27FC236}">
                <a16:creationId xmlns:a16="http://schemas.microsoft.com/office/drawing/2014/main" id="{54D7A405-40D3-40B1-B427-97F397F11B75}"/>
              </a:ext>
            </a:extLst>
          </p:cNvPr>
          <p:cNvSpPr>
            <a:spLocks xmlns:a="http://schemas.openxmlformats.org/drawingml/2006/main" noGrp="1"/>
          </p:cNvSpPr>
          <p:nvPr/>
        </p:nvSpPr>
        <p:spPr>
          <a:xfrm xmlns:a="http://schemas.openxmlformats.org/drawingml/2006/main">
            <a:off x="3493008" y="2910198"/>
            <a:ext cx="923544" cy="14197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4" name="Google Shape;224;p4">
            <a:extLst xmlns:a="http://schemas.openxmlformats.org/drawingml/2006/main">
              <a:ext uri="{FF2B5EF4-FFF2-40B4-BE49-F238E27FC236}">
                <a16:creationId xmlns:a16="http://schemas.microsoft.com/office/drawing/2014/main" id="{31459F82-FC23-49F0-906F-012E6DCEA607}"/>
              </a:ext>
            </a:extLst>
          </p:cNvPr>
          <p:cNvSpPr>
            <a:spLocks xmlns:a="http://schemas.openxmlformats.org/drawingml/2006/main" noGrp="1"/>
          </p:cNvSpPr>
          <p:nvPr/>
        </p:nvSpPr>
        <p:spPr>
          <a:xfrm xmlns:a="http://schemas.openxmlformats.org/drawingml/2006/main">
            <a:off x="3529584" y="2901054"/>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25" name="Google Shape;225;p4">
            <a:extLst xmlns:a="http://schemas.openxmlformats.org/drawingml/2006/main">
              <a:ext uri="{FF2B5EF4-FFF2-40B4-BE49-F238E27FC236}">
                <a16:creationId xmlns:a16="http://schemas.microsoft.com/office/drawing/2014/main" id="{8A868A7C-514A-44A6-AEDD-3C7CE94CB404}"/>
              </a:ext>
            </a:extLst>
          </p:cNvPr>
          <p:cNvSpPr>
            <a:spLocks xmlns:a="http://schemas.openxmlformats.org/drawingml/2006/main" noGrp="1"/>
          </p:cNvSpPr>
          <p:nvPr/>
        </p:nvSpPr>
        <p:spPr>
          <a:xfrm xmlns:a="http://schemas.openxmlformats.org/drawingml/2006/main">
            <a:off x="3493008" y="3070459"/>
            <a:ext cx="923544" cy="141973"/>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6" name="Google Shape;226;p4">
            <a:extLst xmlns:a="http://schemas.openxmlformats.org/drawingml/2006/main">
              <a:ext uri="{FF2B5EF4-FFF2-40B4-BE49-F238E27FC236}">
                <a16:creationId xmlns:a16="http://schemas.microsoft.com/office/drawing/2014/main" id="{AE9DE097-B446-4633-B038-07258E73F4BB}"/>
              </a:ext>
            </a:extLst>
          </p:cNvPr>
          <p:cNvSpPr>
            <a:spLocks xmlns:a="http://schemas.openxmlformats.org/drawingml/2006/main" noGrp="1"/>
          </p:cNvSpPr>
          <p:nvPr/>
        </p:nvSpPr>
        <p:spPr>
          <a:xfrm xmlns:a="http://schemas.openxmlformats.org/drawingml/2006/main">
            <a:off x="3529584" y="3061315"/>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27" name="Google Shape;227;p4">
            <a:extLst xmlns:a="http://schemas.openxmlformats.org/drawingml/2006/main">
              <a:ext uri="{FF2B5EF4-FFF2-40B4-BE49-F238E27FC236}">
                <a16:creationId xmlns:a16="http://schemas.microsoft.com/office/drawing/2014/main" id="{ADE8A39E-9FD4-452E-8962-82069AE1CD9A}"/>
              </a:ext>
            </a:extLst>
          </p:cNvPr>
          <p:cNvSpPr>
            <a:spLocks xmlns:a="http://schemas.openxmlformats.org/drawingml/2006/main" noGrp="1"/>
          </p:cNvSpPr>
          <p:nvPr/>
        </p:nvSpPr>
        <p:spPr>
          <a:xfrm xmlns:a="http://schemas.openxmlformats.org/drawingml/2006/main">
            <a:off x="3493008" y="3230720"/>
            <a:ext cx="923544" cy="14197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8" name="Google Shape;228;p4">
            <a:extLst xmlns:a="http://schemas.openxmlformats.org/drawingml/2006/main">
              <a:ext uri="{FF2B5EF4-FFF2-40B4-BE49-F238E27FC236}">
                <a16:creationId xmlns:a16="http://schemas.microsoft.com/office/drawing/2014/main" id="{AD10BCDB-186B-4D48-8E94-56948B84AF79}"/>
              </a:ext>
            </a:extLst>
          </p:cNvPr>
          <p:cNvSpPr>
            <a:spLocks xmlns:a="http://schemas.openxmlformats.org/drawingml/2006/main" noGrp="1"/>
          </p:cNvSpPr>
          <p:nvPr/>
        </p:nvSpPr>
        <p:spPr>
          <a:xfrm xmlns:a="http://schemas.openxmlformats.org/drawingml/2006/main">
            <a:off x="3529584" y="3221576"/>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29" name="Google Shape;229;p4">
            <a:extLst xmlns:a="http://schemas.openxmlformats.org/drawingml/2006/main">
              <a:ext uri="{FF2B5EF4-FFF2-40B4-BE49-F238E27FC236}">
                <a16:creationId xmlns:a16="http://schemas.microsoft.com/office/drawing/2014/main" id="{FCFDC849-1A13-4754-8C67-1CB5A7748489}"/>
              </a:ext>
            </a:extLst>
          </p:cNvPr>
          <p:cNvSpPr>
            <a:spLocks xmlns:a="http://schemas.openxmlformats.org/drawingml/2006/main" noGrp="1"/>
          </p:cNvSpPr>
          <p:nvPr/>
        </p:nvSpPr>
        <p:spPr>
          <a:xfrm xmlns:a="http://schemas.openxmlformats.org/drawingml/2006/main">
            <a:off x="3493008" y="3390980"/>
            <a:ext cx="923544" cy="141973"/>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0" name="Google Shape;230;p4">
            <a:extLst xmlns:a="http://schemas.openxmlformats.org/drawingml/2006/main">
              <a:ext uri="{FF2B5EF4-FFF2-40B4-BE49-F238E27FC236}">
                <a16:creationId xmlns:a16="http://schemas.microsoft.com/office/drawing/2014/main" id="{F75B87E6-56F5-492C-8221-0D169CB409F3}"/>
              </a:ext>
            </a:extLst>
          </p:cNvPr>
          <p:cNvSpPr>
            <a:spLocks xmlns:a="http://schemas.openxmlformats.org/drawingml/2006/main" noGrp="1"/>
          </p:cNvSpPr>
          <p:nvPr/>
        </p:nvSpPr>
        <p:spPr>
          <a:xfrm xmlns:a="http://schemas.openxmlformats.org/drawingml/2006/main">
            <a:off x="3529584" y="3381836"/>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31" name="Google Shape;231;p4">
            <a:extLst xmlns:a="http://schemas.openxmlformats.org/drawingml/2006/main">
              <a:ext uri="{FF2B5EF4-FFF2-40B4-BE49-F238E27FC236}">
                <a16:creationId xmlns:a16="http://schemas.microsoft.com/office/drawing/2014/main" id="{5701188B-CBDE-4CE1-BF6D-8CD11F0AF0F8}"/>
              </a:ext>
            </a:extLst>
          </p:cNvPr>
          <p:cNvSpPr>
            <a:spLocks xmlns:a="http://schemas.openxmlformats.org/drawingml/2006/main" noGrp="1"/>
          </p:cNvSpPr>
          <p:nvPr/>
        </p:nvSpPr>
        <p:spPr>
          <a:xfrm xmlns:a="http://schemas.openxmlformats.org/drawingml/2006/main">
            <a:off x="3493008" y="3551241"/>
            <a:ext cx="923544" cy="14197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2" name="Google Shape;232;p4">
            <a:extLst xmlns:a="http://schemas.openxmlformats.org/drawingml/2006/main">
              <a:ext uri="{FF2B5EF4-FFF2-40B4-BE49-F238E27FC236}">
                <a16:creationId xmlns:a16="http://schemas.microsoft.com/office/drawing/2014/main" id="{E18879C2-0D91-47FD-B1CF-E3D1DB99A3A3}"/>
              </a:ext>
            </a:extLst>
          </p:cNvPr>
          <p:cNvSpPr>
            <a:spLocks xmlns:a="http://schemas.openxmlformats.org/drawingml/2006/main" noGrp="1"/>
          </p:cNvSpPr>
          <p:nvPr/>
        </p:nvSpPr>
        <p:spPr>
          <a:xfrm xmlns:a="http://schemas.openxmlformats.org/drawingml/2006/main">
            <a:off x="3529584" y="3542097"/>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33" name="Google Shape;233;p4">
            <a:extLst xmlns:a="http://schemas.openxmlformats.org/drawingml/2006/main">
              <a:ext uri="{FF2B5EF4-FFF2-40B4-BE49-F238E27FC236}">
                <a16:creationId xmlns:a16="http://schemas.microsoft.com/office/drawing/2014/main" id="{C43F2085-D54F-4618-80EF-3D73603B1D17}"/>
              </a:ext>
            </a:extLst>
          </p:cNvPr>
          <p:cNvSpPr>
            <a:spLocks xmlns:a="http://schemas.openxmlformats.org/drawingml/2006/main" noGrp="1"/>
          </p:cNvSpPr>
          <p:nvPr/>
        </p:nvSpPr>
        <p:spPr>
          <a:xfrm xmlns:a="http://schemas.openxmlformats.org/drawingml/2006/main">
            <a:off x="3493008" y="3711501"/>
            <a:ext cx="923544" cy="141973"/>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4" name="Google Shape;234;p4">
            <a:extLst xmlns:a="http://schemas.openxmlformats.org/drawingml/2006/main">
              <a:ext uri="{FF2B5EF4-FFF2-40B4-BE49-F238E27FC236}">
                <a16:creationId xmlns:a16="http://schemas.microsoft.com/office/drawing/2014/main" id="{14DB74B5-9970-44CA-A589-B8622AE7FF5F}"/>
              </a:ext>
            </a:extLst>
          </p:cNvPr>
          <p:cNvSpPr>
            <a:spLocks xmlns:a="http://schemas.openxmlformats.org/drawingml/2006/main" noGrp="1"/>
          </p:cNvSpPr>
          <p:nvPr/>
        </p:nvSpPr>
        <p:spPr>
          <a:xfrm xmlns:a="http://schemas.openxmlformats.org/drawingml/2006/main">
            <a:off x="3529584" y="3702357"/>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35" name="Google Shape;235;p4">
            <a:extLst xmlns:a="http://schemas.openxmlformats.org/drawingml/2006/main">
              <a:ext uri="{FF2B5EF4-FFF2-40B4-BE49-F238E27FC236}">
                <a16:creationId xmlns:a16="http://schemas.microsoft.com/office/drawing/2014/main" id="{9D50474F-F7CC-43BD-AE84-35DBFB2A89E8}"/>
              </a:ext>
            </a:extLst>
          </p:cNvPr>
          <p:cNvSpPr>
            <a:spLocks xmlns:a="http://schemas.openxmlformats.org/drawingml/2006/main" noGrp="1"/>
          </p:cNvSpPr>
          <p:nvPr/>
        </p:nvSpPr>
        <p:spPr>
          <a:xfrm xmlns:a="http://schemas.openxmlformats.org/drawingml/2006/main">
            <a:off x="3493008" y="3871762"/>
            <a:ext cx="923544" cy="14197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6" name="Google Shape;236;p4">
            <a:extLst xmlns:a="http://schemas.openxmlformats.org/drawingml/2006/main">
              <a:ext uri="{FF2B5EF4-FFF2-40B4-BE49-F238E27FC236}">
                <a16:creationId xmlns:a16="http://schemas.microsoft.com/office/drawing/2014/main" id="{CB09B617-991C-4D85-A29E-FA94B6528F96}"/>
              </a:ext>
            </a:extLst>
          </p:cNvPr>
          <p:cNvSpPr>
            <a:spLocks xmlns:a="http://schemas.openxmlformats.org/drawingml/2006/main" noGrp="1"/>
          </p:cNvSpPr>
          <p:nvPr/>
        </p:nvSpPr>
        <p:spPr>
          <a:xfrm xmlns:a="http://schemas.openxmlformats.org/drawingml/2006/main">
            <a:off x="3529584" y="3862618"/>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780"/>
              <a:buFont typeface="Arial"/>
              <a:buNone/>
            </a:pPr>
            <a:r>
              <a:rPr sz="780" b="1" i="0" u="none" cap="none">
                <a:solidFill>
                  <a:srgbClr val="16A34A"/>
                </a:solidFill>
                <a:latin typeface="Arial"/>
                <a:ea typeface="Arial"/>
                <a:cs typeface="Arial"/>
              </a:rPr>
              <a:t>Identify</a:t>
            </a:r>
            <a:endParaRPr sz="780" b="0" i="0" u="none" cap="none">
              <a:solidFill>
                <a:schemeClr val="dk1"/>
              </a:solidFill>
              <a:latin typeface="Arial"/>
              <a:ea typeface="Arial"/>
              <a:cs typeface="Arial"/>
            </a:endParaRPr>
          </a:p>
        </p:txBody>
      </p:sp>
      <p:sp>
        <p:nvSpPr>
          <p:cNvPr id="237" name="Google Shape;237;p4">
            <a:extLst xmlns:a="http://schemas.openxmlformats.org/drawingml/2006/main">
              <a:ext uri="{FF2B5EF4-FFF2-40B4-BE49-F238E27FC236}">
                <a16:creationId xmlns:a16="http://schemas.microsoft.com/office/drawing/2014/main" id="{839358DC-97FE-4B23-8B9B-6825D044F0F8}"/>
              </a:ext>
            </a:extLst>
          </p:cNvPr>
          <p:cNvSpPr>
            <a:spLocks xmlns:a="http://schemas.openxmlformats.org/drawingml/2006/main" noGrp="1"/>
          </p:cNvSpPr>
          <p:nvPr/>
        </p:nvSpPr>
        <p:spPr>
          <a:xfrm xmlns:a="http://schemas.openxmlformats.org/drawingml/2006/main">
            <a:off x="3493008" y="4032023"/>
            <a:ext cx="923544" cy="141973"/>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8" name="Google Shape;238;p4">
            <a:extLst xmlns:a="http://schemas.openxmlformats.org/drawingml/2006/main">
              <a:ext uri="{FF2B5EF4-FFF2-40B4-BE49-F238E27FC236}">
                <a16:creationId xmlns:a16="http://schemas.microsoft.com/office/drawing/2014/main" id="{C3A15E64-6B00-4F03-972E-DB24D244F980}"/>
              </a:ext>
            </a:extLst>
          </p:cNvPr>
          <p:cNvSpPr>
            <a:spLocks xmlns:a="http://schemas.openxmlformats.org/drawingml/2006/main" noGrp="1"/>
          </p:cNvSpPr>
          <p:nvPr/>
        </p:nvSpPr>
        <p:spPr>
          <a:xfrm xmlns:a="http://schemas.openxmlformats.org/drawingml/2006/main">
            <a:off x="3529584" y="4022879"/>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39" name="Google Shape;239;p4">
            <a:extLst xmlns:a="http://schemas.openxmlformats.org/drawingml/2006/main">
              <a:ext uri="{FF2B5EF4-FFF2-40B4-BE49-F238E27FC236}">
                <a16:creationId xmlns:a16="http://schemas.microsoft.com/office/drawing/2014/main" id="{E1BECB89-F813-43E5-A8C6-0484EF18DFD8}"/>
              </a:ext>
            </a:extLst>
          </p:cNvPr>
          <p:cNvSpPr>
            <a:spLocks xmlns:a="http://schemas.openxmlformats.org/drawingml/2006/main" noGrp="1"/>
          </p:cNvSpPr>
          <p:nvPr/>
        </p:nvSpPr>
        <p:spPr>
          <a:xfrm xmlns:a="http://schemas.openxmlformats.org/drawingml/2006/main">
            <a:off x="3493008" y="4192283"/>
            <a:ext cx="923544" cy="14197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0" name="Google Shape;240;p4">
            <a:extLst xmlns:a="http://schemas.openxmlformats.org/drawingml/2006/main">
              <a:ext uri="{FF2B5EF4-FFF2-40B4-BE49-F238E27FC236}">
                <a16:creationId xmlns:a16="http://schemas.microsoft.com/office/drawing/2014/main" id="{5198784A-C2F9-4B37-856E-D2CD979F9F3F}"/>
              </a:ext>
            </a:extLst>
          </p:cNvPr>
          <p:cNvSpPr>
            <a:spLocks xmlns:a="http://schemas.openxmlformats.org/drawingml/2006/main" noGrp="1"/>
          </p:cNvSpPr>
          <p:nvPr/>
        </p:nvSpPr>
        <p:spPr>
          <a:xfrm xmlns:a="http://schemas.openxmlformats.org/drawingml/2006/main">
            <a:off x="3529584" y="4183139"/>
            <a:ext cx="905256" cy="1602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41" name="Google Shape;241;p4">
            <a:extLst xmlns:a="http://schemas.openxmlformats.org/drawingml/2006/main">
              <a:ext uri="{FF2B5EF4-FFF2-40B4-BE49-F238E27FC236}">
                <a16:creationId xmlns:a16="http://schemas.microsoft.com/office/drawing/2014/main" id="{CC72D067-74BB-4262-9C35-271EB9F4B4FC}"/>
              </a:ext>
            </a:extLst>
          </p:cNvPr>
          <p:cNvSpPr>
            <a:spLocks xmlns:a="http://schemas.openxmlformats.org/drawingml/2006/main" noGrp="1"/>
          </p:cNvSpPr>
          <p:nvPr/>
        </p:nvSpPr>
        <p:spPr>
          <a:xfrm xmlns:a="http://schemas.openxmlformats.org/drawingml/2006/main">
            <a:off x="7744968" y="1307592"/>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2" name="Google Shape;242;p4">
            <a:extLst xmlns:a="http://schemas.openxmlformats.org/drawingml/2006/main">
              <a:ext uri="{FF2B5EF4-FFF2-40B4-BE49-F238E27FC236}">
                <a16:creationId xmlns:a16="http://schemas.microsoft.com/office/drawing/2014/main" id="{5F9A3AA9-9CF4-4C72-8523-D744044BCFF5}"/>
              </a:ext>
            </a:extLst>
          </p:cNvPr>
          <p:cNvSpPr>
            <a:spLocks xmlns:a="http://schemas.openxmlformats.org/drawingml/2006/main" noGrp="1"/>
          </p:cNvSpPr>
          <p:nvPr/>
        </p:nvSpPr>
        <p:spPr>
          <a:xfrm xmlns:a="http://schemas.openxmlformats.org/drawingml/2006/main">
            <a:off x="7781544" y="1298448"/>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43" name="Google Shape;243;p4">
            <a:extLst xmlns:a="http://schemas.openxmlformats.org/drawingml/2006/main">
              <a:ext uri="{FF2B5EF4-FFF2-40B4-BE49-F238E27FC236}">
                <a16:creationId xmlns:a16="http://schemas.microsoft.com/office/drawing/2014/main" id="{B8BF50F1-830E-42CF-8B81-1CE2CB469917}"/>
              </a:ext>
            </a:extLst>
          </p:cNvPr>
          <p:cNvSpPr>
            <a:spLocks xmlns:a="http://schemas.openxmlformats.org/drawingml/2006/main" noGrp="1"/>
          </p:cNvSpPr>
          <p:nvPr/>
        </p:nvSpPr>
        <p:spPr>
          <a:xfrm xmlns:a="http://schemas.openxmlformats.org/drawingml/2006/main">
            <a:off x="7744968" y="1497901"/>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4" name="Google Shape;244;p4">
            <a:extLst xmlns:a="http://schemas.openxmlformats.org/drawingml/2006/main">
              <a:ext uri="{FF2B5EF4-FFF2-40B4-BE49-F238E27FC236}">
                <a16:creationId xmlns:a16="http://schemas.microsoft.com/office/drawing/2014/main" id="{638E3425-62D8-4AF9-AED4-B3F5D25F67A5}"/>
              </a:ext>
            </a:extLst>
          </p:cNvPr>
          <p:cNvSpPr>
            <a:spLocks xmlns:a="http://schemas.openxmlformats.org/drawingml/2006/main" noGrp="1"/>
          </p:cNvSpPr>
          <p:nvPr/>
        </p:nvSpPr>
        <p:spPr>
          <a:xfrm xmlns:a="http://schemas.openxmlformats.org/drawingml/2006/main">
            <a:off x="7781544" y="1488757"/>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45" name="Google Shape;245;p4">
            <a:extLst xmlns:a="http://schemas.openxmlformats.org/drawingml/2006/main">
              <a:ext uri="{FF2B5EF4-FFF2-40B4-BE49-F238E27FC236}">
                <a16:creationId xmlns:a16="http://schemas.microsoft.com/office/drawing/2014/main" id="{F53DCC80-5084-42E7-9AD9-44740E0CAD74}"/>
              </a:ext>
            </a:extLst>
          </p:cNvPr>
          <p:cNvSpPr>
            <a:spLocks xmlns:a="http://schemas.openxmlformats.org/drawingml/2006/main" noGrp="1"/>
          </p:cNvSpPr>
          <p:nvPr/>
        </p:nvSpPr>
        <p:spPr>
          <a:xfrm xmlns:a="http://schemas.openxmlformats.org/drawingml/2006/main">
            <a:off x="7744968" y="1688211"/>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6" name="Google Shape;246;p4">
            <a:extLst xmlns:a="http://schemas.openxmlformats.org/drawingml/2006/main">
              <a:ext uri="{FF2B5EF4-FFF2-40B4-BE49-F238E27FC236}">
                <a16:creationId xmlns:a16="http://schemas.microsoft.com/office/drawing/2014/main" id="{82AEA173-717A-4985-8ECB-F4BB7D20BCD4}"/>
              </a:ext>
            </a:extLst>
          </p:cNvPr>
          <p:cNvSpPr>
            <a:spLocks xmlns:a="http://schemas.openxmlformats.org/drawingml/2006/main" noGrp="1"/>
          </p:cNvSpPr>
          <p:nvPr/>
        </p:nvSpPr>
        <p:spPr>
          <a:xfrm xmlns:a="http://schemas.openxmlformats.org/drawingml/2006/main">
            <a:off x="7781544" y="1679067"/>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47" name="Google Shape;247;p4">
            <a:extLst xmlns:a="http://schemas.openxmlformats.org/drawingml/2006/main">
              <a:ext uri="{FF2B5EF4-FFF2-40B4-BE49-F238E27FC236}">
                <a16:creationId xmlns:a16="http://schemas.microsoft.com/office/drawing/2014/main" id="{74E7E958-2121-40CB-BD95-4388B7098D48}"/>
              </a:ext>
            </a:extLst>
          </p:cNvPr>
          <p:cNvSpPr>
            <a:spLocks xmlns:a="http://schemas.openxmlformats.org/drawingml/2006/main" noGrp="1"/>
          </p:cNvSpPr>
          <p:nvPr/>
        </p:nvSpPr>
        <p:spPr>
          <a:xfrm xmlns:a="http://schemas.openxmlformats.org/drawingml/2006/main">
            <a:off x="7744968" y="1878520"/>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8" name="Google Shape;248;p4">
            <a:extLst xmlns:a="http://schemas.openxmlformats.org/drawingml/2006/main">
              <a:ext uri="{FF2B5EF4-FFF2-40B4-BE49-F238E27FC236}">
                <a16:creationId xmlns:a16="http://schemas.microsoft.com/office/drawing/2014/main" id="{401DB4CF-D580-4905-9662-901F5D1D1C15}"/>
              </a:ext>
            </a:extLst>
          </p:cNvPr>
          <p:cNvSpPr>
            <a:spLocks xmlns:a="http://schemas.openxmlformats.org/drawingml/2006/main" noGrp="1"/>
          </p:cNvSpPr>
          <p:nvPr/>
        </p:nvSpPr>
        <p:spPr>
          <a:xfrm xmlns:a="http://schemas.openxmlformats.org/drawingml/2006/main">
            <a:off x="7781544" y="1869376"/>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49" name="Google Shape;249;p4">
            <a:extLst xmlns:a="http://schemas.openxmlformats.org/drawingml/2006/main">
              <a:ext uri="{FF2B5EF4-FFF2-40B4-BE49-F238E27FC236}">
                <a16:creationId xmlns:a16="http://schemas.microsoft.com/office/drawing/2014/main" id="{14140960-54B9-4205-8E0F-0F0842B4E962}"/>
              </a:ext>
            </a:extLst>
          </p:cNvPr>
          <p:cNvSpPr>
            <a:spLocks xmlns:a="http://schemas.openxmlformats.org/drawingml/2006/main" noGrp="1"/>
          </p:cNvSpPr>
          <p:nvPr/>
        </p:nvSpPr>
        <p:spPr>
          <a:xfrm xmlns:a="http://schemas.openxmlformats.org/drawingml/2006/main">
            <a:off x="7744968" y="2068830"/>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0" name="Google Shape;250;p4">
            <a:extLst xmlns:a="http://schemas.openxmlformats.org/drawingml/2006/main">
              <a:ext uri="{FF2B5EF4-FFF2-40B4-BE49-F238E27FC236}">
                <a16:creationId xmlns:a16="http://schemas.microsoft.com/office/drawing/2014/main" id="{209D013B-8061-454F-AEB7-EF860332586D}"/>
              </a:ext>
            </a:extLst>
          </p:cNvPr>
          <p:cNvSpPr>
            <a:spLocks xmlns:a="http://schemas.openxmlformats.org/drawingml/2006/main" noGrp="1"/>
          </p:cNvSpPr>
          <p:nvPr/>
        </p:nvSpPr>
        <p:spPr>
          <a:xfrm xmlns:a="http://schemas.openxmlformats.org/drawingml/2006/main">
            <a:off x="7781544" y="2059686"/>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51" name="Google Shape;251;p4">
            <a:extLst xmlns:a="http://schemas.openxmlformats.org/drawingml/2006/main">
              <a:ext uri="{FF2B5EF4-FFF2-40B4-BE49-F238E27FC236}">
                <a16:creationId xmlns:a16="http://schemas.microsoft.com/office/drawing/2014/main" id="{42B09771-8AA3-4FF0-B446-786B90095F5F}"/>
              </a:ext>
            </a:extLst>
          </p:cNvPr>
          <p:cNvSpPr>
            <a:spLocks xmlns:a="http://schemas.openxmlformats.org/drawingml/2006/main" noGrp="1"/>
          </p:cNvSpPr>
          <p:nvPr/>
        </p:nvSpPr>
        <p:spPr>
          <a:xfrm xmlns:a="http://schemas.openxmlformats.org/drawingml/2006/main">
            <a:off x="7744968" y="2259139"/>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2" name="Google Shape;252;p4">
            <a:extLst xmlns:a="http://schemas.openxmlformats.org/drawingml/2006/main">
              <a:ext uri="{FF2B5EF4-FFF2-40B4-BE49-F238E27FC236}">
                <a16:creationId xmlns:a16="http://schemas.microsoft.com/office/drawing/2014/main" id="{47CB7C32-AF8D-46A1-A2B4-CFDCE041BC1A}"/>
              </a:ext>
            </a:extLst>
          </p:cNvPr>
          <p:cNvSpPr>
            <a:spLocks xmlns:a="http://schemas.openxmlformats.org/drawingml/2006/main" noGrp="1"/>
          </p:cNvSpPr>
          <p:nvPr/>
        </p:nvSpPr>
        <p:spPr>
          <a:xfrm xmlns:a="http://schemas.openxmlformats.org/drawingml/2006/main">
            <a:off x="7781544" y="2249996"/>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53" name="Google Shape;253;p4">
            <a:extLst xmlns:a="http://schemas.openxmlformats.org/drawingml/2006/main">
              <a:ext uri="{FF2B5EF4-FFF2-40B4-BE49-F238E27FC236}">
                <a16:creationId xmlns:a16="http://schemas.microsoft.com/office/drawing/2014/main" id="{082CE163-9387-421F-AE7D-3F95FFED8017}"/>
              </a:ext>
            </a:extLst>
          </p:cNvPr>
          <p:cNvSpPr>
            <a:spLocks xmlns:a="http://schemas.openxmlformats.org/drawingml/2006/main" noGrp="1"/>
          </p:cNvSpPr>
          <p:nvPr/>
        </p:nvSpPr>
        <p:spPr>
          <a:xfrm xmlns:a="http://schemas.openxmlformats.org/drawingml/2006/main">
            <a:off x="7744968" y="2449449"/>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4" name="Google Shape;254;p4">
            <a:extLst xmlns:a="http://schemas.openxmlformats.org/drawingml/2006/main">
              <a:ext uri="{FF2B5EF4-FFF2-40B4-BE49-F238E27FC236}">
                <a16:creationId xmlns:a16="http://schemas.microsoft.com/office/drawing/2014/main" id="{6C8990CA-841D-438D-9218-F95F1E53B198}"/>
              </a:ext>
            </a:extLst>
          </p:cNvPr>
          <p:cNvSpPr>
            <a:spLocks xmlns:a="http://schemas.openxmlformats.org/drawingml/2006/main" noGrp="1"/>
          </p:cNvSpPr>
          <p:nvPr/>
        </p:nvSpPr>
        <p:spPr>
          <a:xfrm xmlns:a="http://schemas.openxmlformats.org/drawingml/2006/main">
            <a:off x="7781544" y="2440305"/>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55" name="Google Shape;255;p4">
            <a:extLst xmlns:a="http://schemas.openxmlformats.org/drawingml/2006/main">
              <a:ext uri="{FF2B5EF4-FFF2-40B4-BE49-F238E27FC236}">
                <a16:creationId xmlns:a16="http://schemas.microsoft.com/office/drawing/2014/main" id="{A41065A4-C47B-4B5D-8BFF-5EB29B496724}"/>
              </a:ext>
            </a:extLst>
          </p:cNvPr>
          <p:cNvSpPr>
            <a:spLocks xmlns:a="http://schemas.openxmlformats.org/drawingml/2006/main" noGrp="1"/>
          </p:cNvSpPr>
          <p:nvPr/>
        </p:nvSpPr>
        <p:spPr>
          <a:xfrm xmlns:a="http://schemas.openxmlformats.org/drawingml/2006/main">
            <a:off x="7744968" y="2639759"/>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6" name="Google Shape;256;p4">
            <a:extLst xmlns:a="http://schemas.openxmlformats.org/drawingml/2006/main">
              <a:ext uri="{FF2B5EF4-FFF2-40B4-BE49-F238E27FC236}">
                <a16:creationId xmlns:a16="http://schemas.microsoft.com/office/drawing/2014/main" id="{FA9947BD-C3CC-4E30-B950-01500FF08A18}"/>
              </a:ext>
            </a:extLst>
          </p:cNvPr>
          <p:cNvSpPr>
            <a:spLocks xmlns:a="http://schemas.openxmlformats.org/drawingml/2006/main" noGrp="1"/>
          </p:cNvSpPr>
          <p:nvPr/>
        </p:nvSpPr>
        <p:spPr>
          <a:xfrm xmlns:a="http://schemas.openxmlformats.org/drawingml/2006/main">
            <a:off x="7781544" y="2630615"/>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780"/>
              <a:buFont typeface="Arial"/>
              <a:buNone/>
            </a:pPr>
            <a:r>
              <a:rPr sz="780" b="1" i="0" u="none" cap="none">
                <a:solidFill>
                  <a:srgbClr val="D97706"/>
                </a:solidFill>
                <a:latin typeface="Arial"/>
                <a:ea typeface="Arial"/>
                <a:cs typeface="Arial"/>
              </a:rPr>
              <a:t>Brainstorm</a:t>
            </a:r>
            <a:endParaRPr sz="780" b="0" i="0" u="none" cap="none">
              <a:solidFill>
                <a:schemeClr val="dk1"/>
              </a:solidFill>
              <a:latin typeface="Arial"/>
              <a:ea typeface="Arial"/>
              <a:cs typeface="Arial"/>
            </a:endParaRPr>
          </a:p>
        </p:txBody>
      </p:sp>
      <p:sp>
        <p:nvSpPr>
          <p:cNvPr id="257" name="Google Shape;257;p4">
            <a:extLst xmlns:a="http://schemas.openxmlformats.org/drawingml/2006/main">
              <a:ext uri="{FF2B5EF4-FFF2-40B4-BE49-F238E27FC236}">
                <a16:creationId xmlns:a16="http://schemas.microsoft.com/office/drawing/2014/main" id="{2509E24D-6799-4E20-8232-B87632A2FFF2}"/>
              </a:ext>
            </a:extLst>
          </p:cNvPr>
          <p:cNvSpPr>
            <a:spLocks xmlns:a="http://schemas.openxmlformats.org/drawingml/2006/main" noGrp="1"/>
          </p:cNvSpPr>
          <p:nvPr/>
        </p:nvSpPr>
        <p:spPr>
          <a:xfrm xmlns:a="http://schemas.openxmlformats.org/drawingml/2006/main">
            <a:off x="7744968" y="2830068"/>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8" name="Google Shape;258;p4">
            <a:extLst xmlns:a="http://schemas.openxmlformats.org/drawingml/2006/main">
              <a:ext uri="{FF2B5EF4-FFF2-40B4-BE49-F238E27FC236}">
                <a16:creationId xmlns:a16="http://schemas.microsoft.com/office/drawing/2014/main" id="{3EA99C1E-3AC2-4DDC-84A3-9A954B5A85E1}"/>
              </a:ext>
            </a:extLst>
          </p:cNvPr>
          <p:cNvSpPr>
            <a:spLocks xmlns:a="http://schemas.openxmlformats.org/drawingml/2006/main" noGrp="1"/>
          </p:cNvSpPr>
          <p:nvPr/>
        </p:nvSpPr>
        <p:spPr>
          <a:xfrm xmlns:a="http://schemas.openxmlformats.org/drawingml/2006/main">
            <a:off x="7781544" y="2820924"/>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59" name="Google Shape;259;p4">
            <a:extLst xmlns:a="http://schemas.openxmlformats.org/drawingml/2006/main">
              <a:ext uri="{FF2B5EF4-FFF2-40B4-BE49-F238E27FC236}">
                <a16:creationId xmlns:a16="http://schemas.microsoft.com/office/drawing/2014/main" id="{60F05978-A4A3-41BB-97A4-B1C1FD150C78}"/>
              </a:ext>
            </a:extLst>
          </p:cNvPr>
          <p:cNvSpPr>
            <a:spLocks xmlns:a="http://schemas.openxmlformats.org/drawingml/2006/main" noGrp="1"/>
          </p:cNvSpPr>
          <p:nvPr/>
        </p:nvSpPr>
        <p:spPr>
          <a:xfrm xmlns:a="http://schemas.openxmlformats.org/drawingml/2006/main">
            <a:off x="7744968" y="3020377"/>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0" name="Google Shape;260;p4">
            <a:extLst xmlns:a="http://schemas.openxmlformats.org/drawingml/2006/main">
              <a:ext uri="{FF2B5EF4-FFF2-40B4-BE49-F238E27FC236}">
                <a16:creationId xmlns:a16="http://schemas.microsoft.com/office/drawing/2014/main" id="{5A5E3549-8363-4D5C-9D15-4A129DDF9007}"/>
              </a:ext>
            </a:extLst>
          </p:cNvPr>
          <p:cNvSpPr>
            <a:spLocks xmlns:a="http://schemas.openxmlformats.org/drawingml/2006/main" noGrp="1"/>
          </p:cNvSpPr>
          <p:nvPr/>
        </p:nvSpPr>
        <p:spPr>
          <a:xfrm xmlns:a="http://schemas.openxmlformats.org/drawingml/2006/main">
            <a:off x="7781544" y="3011234"/>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61" name="Google Shape;261;p4">
            <a:extLst xmlns:a="http://schemas.openxmlformats.org/drawingml/2006/main">
              <a:ext uri="{FF2B5EF4-FFF2-40B4-BE49-F238E27FC236}">
                <a16:creationId xmlns:a16="http://schemas.microsoft.com/office/drawing/2014/main" id="{D5144FA2-1DDB-48C8-9E6A-19B8B48F739F}"/>
              </a:ext>
            </a:extLst>
          </p:cNvPr>
          <p:cNvSpPr>
            <a:spLocks xmlns:a="http://schemas.openxmlformats.org/drawingml/2006/main" noGrp="1"/>
          </p:cNvSpPr>
          <p:nvPr/>
        </p:nvSpPr>
        <p:spPr>
          <a:xfrm xmlns:a="http://schemas.openxmlformats.org/drawingml/2006/main">
            <a:off x="7744968" y="3210687"/>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2" name="Google Shape;262;p4">
            <a:extLst xmlns:a="http://schemas.openxmlformats.org/drawingml/2006/main">
              <a:ext uri="{FF2B5EF4-FFF2-40B4-BE49-F238E27FC236}">
                <a16:creationId xmlns:a16="http://schemas.microsoft.com/office/drawing/2014/main" id="{A8F4110B-8E8B-480E-8F26-1F2740D0A3CB}"/>
              </a:ext>
            </a:extLst>
          </p:cNvPr>
          <p:cNvSpPr>
            <a:spLocks xmlns:a="http://schemas.openxmlformats.org/drawingml/2006/main" noGrp="1"/>
          </p:cNvSpPr>
          <p:nvPr/>
        </p:nvSpPr>
        <p:spPr>
          <a:xfrm xmlns:a="http://schemas.openxmlformats.org/drawingml/2006/main">
            <a:off x="7781544" y="3201543"/>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63" name="Google Shape;263;p4">
            <a:extLst xmlns:a="http://schemas.openxmlformats.org/drawingml/2006/main">
              <a:ext uri="{FF2B5EF4-FFF2-40B4-BE49-F238E27FC236}">
                <a16:creationId xmlns:a16="http://schemas.microsoft.com/office/drawing/2014/main" id="{7D5DA432-B0D1-42E1-8533-49BF364B979D}"/>
              </a:ext>
            </a:extLst>
          </p:cNvPr>
          <p:cNvSpPr>
            <a:spLocks xmlns:a="http://schemas.openxmlformats.org/drawingml/2006/main" noGrp="1"/>
          </p:cNvSpPr>
          <p:nvPr/>
        </p:nvSpPr>
        <p:spPr>
          <a:xfrm xmlns:a="http://schemas.openxmlformats.org/drawingml/2006/main">
            <a:off x="7744968" y="3400996"/>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4" name="Google Shape;264;p4">
            <a:extLst xmlns:a="http://schemas.openxmlformats.org/drawingml/2006/main">
              <a:ext uri="{FF2B5EF4-FFF2-40B4-BE49-F238E27FC236}">
                <a16:creationId xmlns:a16="http://schemas.microsoft.com/office/drawing/2014/main" id="{BF49878F-2B28-4C84-9D62-AC4CD13FFB2D}"/>
              </a:ext>
            </a:extLst>
          </p:cNvPr>
          <p:cNvSpPr>
            <a:spLocks xmlns:a="http://schemas.openxmlformats.org/drawingml/2006/main" noGrp="1"/>
          </p:cNvSpPr>
          <p:nvPr/>
        </p:nvSpPr>
        <p:spPr>
          <a:xfrm xmlns:a="http://schemas.openxmlformats.org/drawingml/2006/main">
            <a:off x="7781544" y="3391852"/>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65" name="Google Shape;265;p4">
            <a:extLst xmlns:a="http://schemas.openxmlformats.org/drawingml/2006/main">
              <a:ext uri="{FF2B5EF4-FFF2-40B4-BE49-F238E27FC236}">
                <a16:creationId xmlns:a16="http://schemas.microsoft.com/office/drawing/2014/main" id="{C9A17AAF-0CF3-44B2-89C4-48D99557E04C}"/>
              </a:ext>
            </a:extLst>
          </p:cNvPr>
          <p:cNvSpPr>
            <a:spLocks xmlns:a="http://schemas.openxmlformats.org/drawingml/2006/main" noGrp="1"/>
          </p:cNvSpPr>
          <p:nvPr/>
        </p:nvSpPr>
        <p:spPr>
          <a:xfrm xmlns:a="http://schemas.openxmlformats.org/drawingml/2006/main">
            <a:off x="7744968" y="3591306"/>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6" name="Google Shape;266;p4">
            <a:extLst xmlns:a="http://schemas.openxmlformats.org/drawingml/2006/main">
              <a:ext uri="{FF2B5EF4-FFF2-40B4-BE49-F238E27FC236}">
                <a16:creationId xmlns:a16="http://schemas.microsoft.com/office/drawing/2014/main" id="{61869D49-C4CC-49E6-9A3A-7E8E61D42B45}"/>
              </a:ext>
            </a:extLst>
          </p:cNvPr>
          <p:cNvSpPr>
            <a:spLocks xmlns:a="http://schemas.openxmlformats.org/drawingml/2006/main" noGrp="1"/>
          </p:cNvSpPr>
          <p:nvPr/>
        </p:nvSpPr>
        <p:spPr>
          <a:xfrm xmlns:a="http://schemas.openxmlformats.org/drawingml/2006/main">
            <a:off x="7781544" y="3582162"/>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67" name="Google Shape;267;p4">
            <a:extLst xmlns:a="http://schemas.openxmlformats.org/drawingml/2006/main">
              <a:ext uri="{FF2B5EF4-FFF2-40B4-BE49-F238E27FC236}">
                <a16:creationId xmlns:a16="http://schemas.microsoft.com/office/drawing/2014/main" id="{7A69331E-3450-4526-8368-9C5C6E463B13}"/>
              </a:ext>
            </a:extLst>
          </p:cNvPr>
          <p:cNvSpPr>
            <a:spLocks xmlns:a="http://schemas.openxmlformats.org/drawingml/2006/main" noGrp="1"/>
          </p:cNvSpPr>
          <p:nvPr/>
        </p:nvSpPr>
        <p:spPr>
          <a:xfrm xmlns:a="http://schemas.openxmlformats.org/drawingml/2006/main">
            <a:off x="7744968" y="3781615"/>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8" name="Google Shape;268;p4">
            <a:extLst xmlns:a="http://schemas.openxmlformats.org/drawingml/2006/main">
              <a:ext uri="{FF2B5EF4-FFF2-40B4-BE49-F238E27FC236}">
                <a16:creationId xmlns:a16="http://schemas.microsoft.com/office/drawing/2014/main" id="{973BA93E-0938-4FD9-BC38-CDBB718A8933}"/>
              </a:ext>
            </a:extLst>
          </p:cNvPr>
          <p:cNvSpPr>
            <a:spLocks xmlns:a="http://schemas.openxmlformats.org/drawingml/2006/main" noGrp="1"/>
          </p:cNvSpPr>
          <p:nvPr/>
        </p:nvSpPr>
        <p:spPr>
          <a:xfrm xmlns:a="http://schemas.openxmlformats.org/drawingml/2006/main">
            <a:off x="7781544" y="3772471"/>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69" name="Google Shape;269;p4">
            <a:extLst xmlns:a="http://schemas.openxmlformats.org/drawingml/2006/main">
              <a:ext uri="{FF2B5EF4-FFF2-40B4-BE49-F238E27FC236}">
                <a16:creationId xmlns:a16="http://schemas.microsoft.com/office/drawing/2014/main" id="{1618546A-2BEB-4320-BB94-48045E956818}"/>
              </a:ext>
            </a:extLst>
          </p:cNvPr>
          <p:cNvSpPr>
            <a:spLocks xmlns:a="http://schemas.openxmlformats.org/drawingml/2006/main" noGrp="1"/>
          </p:cNvSpPr>
          <p:nvPr/>
        </p:nvSpPr>
        <p:spPr>
          <a:xfrm xmlns:a="http://schemas.openxmlformats.org/drawingml/2006/main">
            <a:off x="7744968" y="3971925"/>
            <a:ext cx="923544" cy="17202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0" name="Google Shape;270;p4">
            <a:extLst xmlns:a="http://schemas.openxmlformats.org/drawingml/2006/main">
              <a:ext uri="{FF2B5EF4-FFF2-40B4-BE49-F238E27FC236}">
                <a16:creationId xmlns:a16="http://schemas.microsoft.com/office/drawing/2014/main" id="{68A3615C-4427-40DF-902F-3B9F5A6FEA0F}"/>
              </a:ext>
            </a:extLst>
          </p:cNvPr>
          <p:cNvSpPr>
            <a:spLocks xmlns:a="http://schemas.openxmlformats.org/drawingml/2006/main" noGrp="1"/>
          </p:cNvSpPr>
          <p:nvPr/>
        </p:nvSpPr>
        <p:spPr>
          <a:xfrm xmlns:a="http://schemas.openxmlformats.org/drawingml/2006/main">
            <a:off x="7781544" y="3962781"/>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71" name="Google Shape;271;p4">
            <a:extLst xmlns:a="http://schemas.openxmlformats.org/drawingml/2006/main">
              <a:ext uri="{FF2B5EF4-FFF2-40B4-BE49-F238E27FC236}">
                <a16:creationId xmlns:a16="http://schemas.microsoft.com/office/drawing/2014/main" id="{123C47AE-DBC5-4D38-9E19-BBB1002DDD03}"/>
              </a:ext>
            </a:extLst>
          </p:cNvPr>
          <p:cNvSpPr>
            <a:spLocks xmlns:a="http://schemas.openxmlformats.org/drawingml/2006/main" noGrp="1"/>
          </p:cNvSpPr>
          <p:nvPr/>
        </p:nvSpPr>
        <p:spPr>
          <a:xfrm xmlns:a="http://schemas.openxmlformats.org/drawingml/2006/main">
            <a:off x="7744968" y="4162234"/>
            <a:ext cx="923544" cy="172022"/>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2" name="Google Shape;272;p4">
            <a:extLst xmlns:a="http://schemas.openxmlformats.org/drawingml/2006/main">
              <a:ext uri="{FF2B5EF4-FFF2-40B4-BE49-F238E27FC236}">
                <a16:creationId xmlns:a16="http://schemas.microsoft.com/office/drawing/2014/main" id="{18AC8C17-4029-443C-96B0-026DD713048C}"/>
              </a:ext>
            </a:extLst>
          </p:cNvPr>
          <p:cNvSpPr>
            <a:spLocks xmlns:a="http://schemas.openxmlformats.org/drawingml/2006/main" noGrp="1"/>
          </p:cNvSpPr>
          <p:nvPr/>
        </p:nvSpPr>
        <p:spPr>
          <a:xfrm xmlns:a="http://schemas.openxmlformats.org/drawingml/2006/main">
            <a:off x="7781544" y="4153090"/>
            <a:ext cx="905256" cy="190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780"/>
              <a:buFont typeface="Arial"/>
              <a:buNone/>
            </a:pPr>
            <a:r>
              <a:rPr sz="780" b="1" i="0" u="none" cap="none">
                <a:solidFill>
                  <a:srgbClr val="7C3AED"/>
                </a:solidFill>
                <a:latin typeface="Arial"/>
                <a:ea typeface="Arial"/>
                <a:cs typeface="Arial"/>
              </a:rPr>
              <a:t>Select</a:t>
            </a:r>
            <a:endParaRPr sz="780" b="0" i="0" u="none" cap="none">
              <a:solidFill>
                <a:schemeClr val="dk1"/>
              </a:solidFill>
              <a:latin typeface="Arial"/>
              <a:ea typeface="Arial"/>
              <a:cs typeface="Arial"/>
            </a:endParaRPr>
          </a:p>
        </p:txBody>
      </p:sp>
      <p:sp>
        <p:nvSpPr>
          <p:cNvPr id="273" name="Google Shape;273;p4">
            <a:extLst xmlns:a="http://schemas.openxmlformats.org/drawingml/2006/main">
              <a:ext uri="{FF2B5EF4-FFF2-40B4-BE49-F238E27FC236}">
                <a16:creationId xmlns:a16="http://schemas.microsoft.com/office/drawing/2014/main" id="{8AB1AD8E-6767-435A-8A78-5CEEF7628CA7}"/>
              </a:ext>
            </a:extLst>
          </p:cNvPr>
          <p:cNvSpPr>
            <a:spLocks xmlns:a="http://schemas.openxmlformats.org/drawingml/2006/main" noGrp="1"/>
          </p:cNvSpPr>
          <p:nvPr/>
        </p:nvSpPr>
        <p:spPr>
          <a:xfrm xmlns:a="http://schemas.openxmlformats.org/drawingml/2006/main">
            <a:off x="320040" y="4498848"/>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E293B"/>
              </a:buClr>
              <a:buSzPts val="1100"/>
              <a:buFont typeface="Arial"/>
              <a:buNone/>
            </a:pPr>
            <a:r>
              <a:rPr sz="1100" b="1" i="0" u="none" cap="none">
                <a:solidFill>
                  <a:srgbClr val="1E293B"/>
                </a:solidFill>
                <a:latin typeface="Arial"/>
                <a:ea typeface="Arial"/>
                <a:cs typeface="Arial"/>
              </a:rPr>
              <a:t>Jump to TOC Part 2  →</a:t>
            </a:r>
            <a:endParaRPr sz="1100" b="0" i="0" u="none" cap="none">
              <a:solidFill>
                <a:schemeClr val="dk1"/>
              </a:solidFill>
              <a:latin typeface="Arial"/>
              <a:ea typeface="Arial"/>
              <a:cs typeface="Arial"/>
            </a:endParaRPr>
          </a:p>
        </p:txBody>
      </p:sp>
    </p:spTree>
    <p:extLst>
      <p:ext uri="{BB962C8B-B14F-4D97-AF65-F5344CB8AC3E}">
        <p14:creationId xmlns:p14="http://schemas.microsoft.com/office/powerpoint/2010/main" val="2757817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9" name="Google Shape;279;p5">
            <a:extLst xmlns:a="http://schemas.openxmlformats.org/drawingml/2006/main">
              <a:ext uri="{FF2B5EF4-FFF2-40B4-BE49-F238E27FC236}">
                <a16:creationId xmlns:a16="http://schemas.microsoft.com/office/drawing/2014/main" id="{164920B7-2690-481E-836E-4C3B49D4913D}"/>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0" name="Google Shape;280;p5">
            <a:extLst xmlns:a="http://schemas.openxmlformats.org/drawingml/2006/main">
              <a:ext uri="{FF2B5EF4-FFF2-40B4-BE49-F238E27FC236}">
                <a16:creationId xmlns:a16="http://schemas.microsoft.com/office/drawing/2014/main" id="{ED4B1FCE-FB71-4633-B892-AE1BBC0887E6}"/>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NAVIGATION</a:t>
            </a:r>
            <a:endParaRPr sz="1050" b="0" i="0" u="none" cap="none">
              <a:solidFill>
                <a:schemeClr val="dk1"/>
              </a:solidFill>
              <a:latin typeface="Arial"/>
              <a:ea typeface="Arial"/>
              <a:cs typeface="Arial"/>
            </a:endParaRPr>
          </a:p>
        </p:txBody>
      </p:sp>
      <p:sp>
        <p:nvSpPr>
          <p:cNvPr id="281" name="Google Shape;281;p5">
            <a:extLst xmlns:a="http://schemas.openxmlformats.org/drawingml/2006/main">
              <a:ext uri="{FF2B5EF4-FFF2-40B4-BE49-F238E27FC236}">
                <a16:creationId xmlns:a16="http://schemas.microsoft.com/office/drawing/2014/main" id="{84FDDDB1-0774-47C4-9850-217D3A0D88F9}"/>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82" name="Google Shape;282;p5">
            <a:extLst xmlns:a="http://schemas.openxmlformats.org/drawingml/2006/main">
              <a:ext uri="{FF2B5EF4-FFF2-40B4-BE49-F238E27FC236}">
                <a16:creationId xmlns:a16="http://schemas.microsoft.com/office/drawing/2014/main" id="{4BC6CD94-678E-4A8D-A3F4-A64D11949877}"/>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Table of Contents — Part 2</a:t>
            </a:r>
            <a:endParaRPr sz="2200" b="0" i="0" u="none" cap="none">
              <a:solidFill>
                <a:schemeClr val="dk1"/>
              </a:solidFill>
              <a:latin typeface="Arial"/>
              <a:ea typeface="Arial"/>
              <a:cs typeface="Arial"/>
            </a:endParaRPr>
          </a:p>
        </p:txBody>
      </p:sp>
      <p:sp>
        <p:nvSpPr>
          <p:cNvPr id="283" name="Google Shape;283;p5">
            <a:extLst xmlns:a="http://schemas.openxmlformats.org/drawingml/2006/main">
              <a:ext uri="{FF2B5EF4-FFF2-40B4-BE49-F238E27FC236}">
                <a16:creationId xmlns:a16="http://schemas.microsoft.com/office/drawing/2014/main" id="{ADE97A07-D828-4A63-9CDA-ACFA92041627}"/>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V[N] Cycle (slide 57) repeats slides 11–52 structure — duplicate those slide layouts as you begin each new design cycle.</a:t>
            </a:r>
            <a:endParaRPr sz="900" b="0" i="0" u="none" cap="none">
              <a:solidFill>
                <a:schemeClr val="dk1"/>
              </a:solidFill>
              <a:latin typeface="Arial"/>
              <a:ea typeface="Arial"/>
              <a:cs typeface="Arial"/>
            </a:endParaRPr>
          </a:p>
        </p:txBody>
      </p:sp>
      <p:sp>
        <p:nvSpPr>
          <p:cNvPr id="284" name="Google Shape;284;p5">
            <a:extLst xmlns:a="http://schemas.openxmlformats.org/drawingml/2006/main">
              <a:ext uri="{FF2B5EF4-FFF2-40B4-BE49-F238E27FC236}">
                <a16:creationId xmlns:a16="http://schemas.microsoft.com/office/drawing/2014/main" id="{52E6A896-FB80-4DBA-87AA-B1083DEF7AFE}"/>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5" name="Google Shape;285;p5">
            <a:extLst xmlns:a="http://schemas.openxmlformats.org/drawingml/2006/main">
              <a:ext uri="{FF2B5EF4-FFF2-40B4-BE49-F238E27FC236}">
                <a16:creationId xmlns:a16="http://schemas.microsoft.com/office/drawing/2014/main" id="{E961CC4E-D851-493D-95B1-6BD7D99E7458}"/>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 / 61</a:t>
            </a:r>
            <a:endParaRPr sz="900" b="0" i="0" u="none" cap="none">
              <a:solidFill>
                <a:schemeClr val="dk1"/>
              </a:solidFill>
              <a:latin typeface="Arial"/>
              <a:ea typeface="Arial"/>
              <a:cs typeface="Arial"/>
            </a:endParaRPr>
          </a:p>
        </p:txBody>
      </p:sp>
      <p:sp>
        <p:nvSpPr>
          <p:cNvPr id="286" name="Google Shape;286;p5">
            <a:extLst xmlns:a="http://schemas.openxmlformats.org/drawingml/2006/main">
              <a:ext uri="{FF2B5EF4-FFF2-40B4-BE49-F238E27FC236}">
                <a16:creationId xmlns:a16="http://schemas.microsoft.com/office/drawing/2014/main" id="{EAAFCD1F-8418-4676-82A9-5BF1B551D7EC}"/>
              </a:ext>
            </a:extLst>
          </p:cNvPr>
          <p:cNvSpPr>
            <a:spLocks xmlns:a="http://schemas.openxmlformats.org/drawingml/2006/main" noGrp="1"/>
          </p:cNvSpPr>
          <p:nvPr/>
        </p:nvSpPr>
        <p:spPr>
          <a:xfrm xmlns:a="http://schemas.openxmlformats.org/drawingml/2006/main">
            <a:off x="320040" y="1097280"/>
            <a:ext cx="4114800" cy="20116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7" name="Google Shape;287;p5">
            <a:extLst xmlns:a="http://schemas.openxmlformats.org/drawingml/2006/main">
              <a:ext uri="{FF2B5EF4-FFF2-40B4-BE49-F238E27FC236}">
                <a16:creationId xmlns:a16="http://schemas.microsoft.com/office/drawing/2014/main" id="{FE8824C3-E24F-4129-859A-CC6F5C827495}"/>
              </a:ext>
            </a:extLst>
          </p:cNvPr>
          <p:cNvSpPr>
            <a:spLocks xmlns:a="http://schemas.openxmlformats.org/drawingml/2006/main" noGrp="1"/>
          </p:cNvSpPr>
          <p:nvPr/>
        </p:nvSpPr>
        <p:spPr>
          <a:xfrm xmlns:a="http://schemas.openxmlformats.org/drawingml/2006/main">
            <a:off x="374904" y="1097280"/>
            <a:ext cx="356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Slide</a:t>
            </a:r>
            <a:endParaRPr sz="850" b="0" i="0" u="none" cap="none">
              <a:solidFill>
                <a:schemeClr val="dk1"/>
              </a:solidFill>
              <a:latin typeface="Arial"/>
              <a:ea typeface="Arial"/>
              <a:cs typeface="Arial"/>
            </a:endParaRPr>
          </a:p>
        </p:txBody>
      </p:sp>
      <p:sp>
        <p:nvSpPr>
          <p:cNvPr id="288" name="Google Shape;288;p5">
            <a:extLst xmlns:a="http://schemas.openxmlformats.org/drawingml/2006/main">
              <a:ext uri="{FF2B5EF4-FFF2-40B4-BE49-F238E27FC236}">
                <a16:creationId xmlns:a16="http://schemas.microsoft.com/office/drawing/2014/main" id="{45806AB8-3940-430C-97D1-0B48A1D9F952}"/>
              </a:ext>
            </a:extLst>
          </p:cNvPr>
          <p:cNvSpPr>
            <a:spLocks xmlns:a="http://schemas.openxmlformats.org/drawingml/2006/main" noGrp="1"/>
          </p:cNvSpPr>
          <p:nvPr/>
        </p:nvSpPr>
        <p:spPr>
          <a:xfrm xmlns:a="http://schemas.openxmlformats.org/drawingml/2006/main">
            <a:off x="786384" y="1097280"/>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Title</a:t>
            </a:r>
            <a:endParaRPr sz="850" b="0" i="0" u="none" cap="none">
              <a:solidFill>
                <a:schemeClr val="dk1"/>
              </a:solidFill>
              <a:latin typeface="Arial"/>
              <a:ea typeface="Arial"/>
              <a:cs typeface="Arial"/>
            </a:endParaRPr>
          </a:p>
        </p:txBody>
      </p:sp>
      <p:sp>
        <p:nvSpPr>
          <p:cNvPr id="289" name="Google Shape;289;p5">
            <a:extLst xmlns:a="http://schemas.openxmlformats.org/drawingml/2006/main">
              <a:ext uri="{FF2B5EF4-FFF2-40B4-BE49-F238E27FC236}">
                <a16:creationId xmlns:a16="http://schemas.microsoft.com/office/drawing/2014/main" id="{88CECBC7-BE31-4D55-AEDE-F771B8D5400C}"/>
              </a:ext>
            </a:extLst>
          </p:cNvPr>
          <p:cNvSpPr>
            <a:spLocks xmlns:a="http://schemas.openxmlformats.org/drawingml/2006/main" noGrp="1"/>
          </p:cNvSpPr>
          <p:nvPr/>
        </p:nvSpPr>
        <p:spPr>
          <a:xfrm xmlns:a="http://schemas.openxmlformats.org/drawingml/2006/main">
            <a:off x="3529584" y="1097280"/>
            <a:ext cx="905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EDP Phase</a:t>
            </a:r>
            <a:endParaRPr sz="850" b="0" i="0" u="none" cap="none">
              <a:solidFill>
                <a:schemeClr val="dk1"/>
              </a:solidFill>
              <a:latin typeface="Arial"/>
              <a:ea typeface="Arial"/>
              <a:cs typeface="Arial"/>
            </a:endParaRPr>
          </a:p>
        </p:txBody>
      </p:sp>
      <p:sp>
        <p:nvSpPr>
          <p:cNvPr id="290" name="Google Shape;290;p5">
            <a:extLst xmlns:a="http://schemas.openxmlformats.org/drawingml/2006/main">
              <a:ext uri="{FF2B5EF4-FFF2-40B4-BE49-F238E27FC236}">
                <a16:creationId xmlns:a16="http://schemas.microsoft.com/office/drawing/2014/main" id="{1FCF146A-CAAA-4236-A063-8889EDAE972A}"/>
              </a:ext>
            </a:extLst>
          </p:cNvPr>
          <p:cNvSpPr>
            <a:spLocks xmlns:a="http://schemas.openxmlformats.org/drawingml/2006/main" noGrp="1"/>
          </p:cNvSpPr>
          <p:nvPr/>
        </p:nvSpPr>
        <p:spPr>
          <a:xfrm xmlns:a="http://schemas.openxmlformats.org/drawingml/2006/main">
            <a:off x="320040" y="1298448"/>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86" name="Google Shape;291;p5"/>
          <p:cNvCxnSpPr/>
          <p:nvPr/>
        </p:nvCxnSpPr>
        <p:spPr>
          <a:xfrm xmlns:a="http://schemas.openxmlformats.org/drawingml/2006/main">
            <a:off x="320040" y="1477563"/>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92" name="Google Shape;292;p5">
            <a:extLst xmlns:a="http://schemas.openxmlformats.org/drawingml/2006/main">
              <a:ext uri="{FF2B5EF4-FFF2-40B4-BE49-F238E27FC236}">
                <a16:creationId xmlns:a16="http://schemas.microsoft.com/office/drawing/2014/main" id="{3F7D9EC9-AF72-404A-9A88-4ADEF0AD8FC3}"/>
              </a:ext>
            </a:extLst>
          </p:cNvPr>
          <p:cNvSpPr>
            <a:spLocks xmlns:a="http://schemas.openxmlformats.org/drawingml/2006/main" noGrp="1"/>
          </p:cNvSpPr>
          <p:nvPr/>
        </p:nvSpPr>
        <p:spPr>
          <a:xfrm xmlns:a="http://schemas.openxmlformats.org/drawingml/2006/main">
            <a:off x="374904" y="1298448"/>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36</a:t>
            </a:r>
            <a:endParaRPr sz="780" b="0" i="0" u="none" cap="none">
              <a:solidFill>
                <a:schemeClr val="dk1"/>
              </a:solidFill>
              <a:latin typeface="Arial"/>
              <a:ea typeface="Arial"/>
              <a:cs typeface="Arial"/>
            </a:endParaRPr>
          </a:p>
        </p:txBody>
      </p:sp>
      <p:sp>
        <p:nvSpPr>
          <p:cNvPr id="293" name="Google Shape;293;p5">
            <a:extLst xmlns:a="http://schemas.openxmlformats.org/drawingml/2006/main">
              <a:ext uri="{FF2B5EF4-FFF2-40B4-BE49-F238E27FC236}">
                <a16:creationId xmlns:a16="http://schemas.microsoft.com/office/drawing/2014/main" id="{07E27CAB-D4D0-4F3D-BC5B-FB83EF3870B2}"/>
              </a:ext>
            </a:extLst>
          </p:cNvPr>
          <p:cNvSpPr>
            <a:spLocks xmlns:a="http://schemas.openxmlformats.org/drawingml/2006/main" noGrp="1"/>
          </p:cNvSpPr>
          <p:nvPr/>
        </p:nvSpPr>
        <p:spPr>
          <a:xfrm xmlns:a="http://schemas.openxmlformats.org/drawingml/2006/main">
            <a:off x="786384" y="1298448"/>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Build &amp; Program</a:t>
            </a:r>
            <a:endParaRPr sz="780" b="0" i="0" u="none" cap="none">
              <a:solidFill>
                <a:schemeClr val="dk1"/>
              </a:solidFill>
              <a:latin typeface="Arial"/>
              <a:ea typeface="Arial"/>
              <a:cs typeface="Arial"/>
            </a:endParaRPr>
          </a:p>
        </p:txBody>
      </p:sp>
      <p:sp>
        <p:nvSpPr>
          <p:cNvPr id="294" name="Google Shape;294;p5">
            <a:extLst xmlns:a="http://schemas.openxmlformats.org/drawingml/2006/main">
              <a:ext uri="{FF2B5EF4-FFF2-40B4-BE49-F238E27FC236}">
                <a16:creationId xmlns:a16="http://schemas.microsoft.com/office/drawing/2014/main" id="{BF8FE909-07CD-4E2C-B517-EE0AD6204BE7}"/>
              </a:ext>
            </a:extLst>
          </p:cNvPr>
          <p:cNvSpPr>
            <a:spLocks xmlns:a="http://schemas.openxmlformats.org/drawingml/2006/main" noGrp="1"/>
          </p:cNvSpPr>
          <p:nvPr/>
        </p:nvSpPr>
        <p:spPr>
          <a:xfrm xmlns:a="http://schemas.openxmlformats.org/drawingml/2006/main">
            <a:off x="3529584" y="1298448"/>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790" name="Google Shape;295;p5"/>
          <p:cNvCxnSpPr/>
          <p:nvPr/>
        </p:nvCxnSpPr>
        <p:spPr>
          <a:xfrm xmlns:a="http://schemas.openxmlformats.org/drawingml/2006/main">
            <a:off x="320040" y="1656678"/>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96" name="Google Shape;296;p5">
            <a:extLst xmlns:a="http://schemas.openxmlformats.org/drawingml/2006/main">
              <a:ext uri="{FF2B5EF4-FFF2-40B4-BE49-F238E27FC236}">
                <a16:creationId xmlns:a16="http://schemas.microsoft.com/office/drawing/2014/main" id="{32EB4EBA-DD14-40D5-A71D-585448967F0A}"/>
              </a:ext>
            </a:extLst>
          </p:cNvPr>
          <p:cNvSpPr>
            <a:spLocks xmlns:a="http://schemas.openxmlformats.org/drawingml/2006/main" noGrp="1"/>
          </p:cNvSpPr>
          <p:nvPr/>
        </p:nvSpPr>
        <p:spPr>
          <a:xfrm xmlns:a="http://schemas.openxmlformats.org/drawingml/2006/main">
            <a:off x="374904" y="1477563"/>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37</a:t>
            </a:r>
            <a:endParaRPr sz="780" b="0" i="0" u="none" cap="none">
              <a:solidFill>
                <a:schemeClr val="dk1"/>
              </a:solidFill>
              <a:latin typeface="Arial"/>
              <a:ea typeface="Arial"/>
              <a:cs typeface="Arial"/>
            </a:endParaRPr>
          </a:p>
        </p:txBody>
      </p:sp>
      <p:sp>
        <p:nvSpPr>
          <p:cNvPr id="297" name="Google Shape;297;p5">
            <a:extLst xmlns:a="http://schemas.openxmlformats.org/drawingml/2006/main">
              <a:ext uri="{FF2B5EF4-FFF2-40B4-BE49-F238E27FC236}">
                <a16:creationId xmlns:a16="http://schemas.microsoft.com/office/drawing/2014/main" id="{EF2A4956-33B4-45CA-90A0-405252ACCDA8}"/>
              </a:ext>
            </a:extLst>
          </p:cNvPr>
          <p:cNvSpPr>
            <a:spLocks xmlns:a="http://schemas.openxmlformats.org/drawingml/2006/main" noGrp="1"/>
          </p:cNvSpPr>
          <p:nvPr/>
        </p:nvSpPr>
        <p:spPr>
          <a:xfrm xmlns:a="http://schemas.openxmlformats.org/drawingml/2006/main">
            <a:off x="786384" y="1477563"/>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CAD — Mobility &amp; Routing</a:t>
            </a:r>
            <a:endParaRPr sz="780" b="0" i="0" u="none" cap="none">
              <a:solidFill>
                <a:schemeClr val="dk1"/>
              </a:solidFill>
              <a:latin typeface="Arial"/>
              <a:ea typeface="Arial"/>
              <a:cs typeface="Arial"/>
            </a:endParaRPr>
          </a:p>
        </p:txBody>
      </p:sp>
      <p:sp>
        <p:nvSpPr>
          <p:cNvPr id="298" name="Google Shape;298;p5">
            <a:extLst xmlns:a="http://schemas.openxmlformats.org/drawingml/2006/main">
              <a:ext uri="{FF2B5EF4-FFF2-40B4-BE49-F238E27FC236}">
                <a16:creationId xmlns:a16="http://schemas.microsoft.com/office/drawing/2014/main" id="{A753068E-0D26-441F-8321-410D3A4C5652}"/>
              </a:ext>
            </a:extLst>
          </p:cNvPr>
          <p:cNvSpPr>
            <a:spLocks xmlns:a="http://schemas.openxmlformats.org/drawingml/2006/main" noGrp="1"/>
          </p:cNvSpPr>
          <p:nvPr/>
        </p:nvSpPr>
        <p:spPr>
          <a:xfrm xmlns:a="http://schemas.openxmlformats.org/drawingml/2006/main">
            <a:off x="3529584" y="1477563"/>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299" name="Google Shape;299;p5">
            <a:extLst xmlns:a="http://schemas.openxmlformats.org/drawingml/2006/main">
              <a:ext uri="{FF2B5EF4-FFF2-40B4-BE49-F238E27FC236}">
                <a16:creationId xmlns:a16="http://schemas.microsoft.com/office/drawing/2014/main" id="{1845D7BF-ACA2-4121-AB3D-1E8AAA0A40CE}"/>
              </a:ext>
            </a:extLst>
          </p:cNvPr>
          <p:cNvSpPr>
            <a:spLocks xmlns:a="http://schemas.openxmlformats.org/drawingml/2006/main" noGrp="1"/>
          </p:cNvSpPr>
          <p:nvPr/>
        </p:nvSpPr>
        <p:spPr>
          <a:xfrm xmlns:a="http://schemas.openxmlformats.org/drawingml/2006/main">
            <a:off x="320040" y="1656678"/>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795" name="Google Shape;300;p5"/>
          <p:cNvCxnSpPr/>
          <p:nvPr/>
        </p:nvCxnSpPr>
        <p:spPr>
          <a:xfrm xmlns:a="http://schemas.openxmlformats.org/drawingml/2006/main">
            <a:off x="320040" y="183579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1" name="Google Shape;301;p5">
            <a:extLst xmlns:a="http://schemas.openxmlformats.org/drawingml/2006/main">
              <a:ext uri="{FF2B5EF4-FFF2-40B4-BE49-F238E27FC236}">
                <a16:creationId xmlns:a16="http://schemas.microsoft.com/office/drawing/2014/main" id="{9DB5BF3E-6A1D-45FD-AD85-A5902E967A10}"/>
              </a:ext>
            </a:extLst>
          </p:cNvPr>
          <p:cNvSpPr>
            <a:spLocks xmlns:a="http://schemas.openxmlformats.org/drawingml/2006/main" noGrp="1"/>
          </p:cNvSpPr>
          <p:nvPr/>
        </p:nvSpPr>
        <p:spPr>
          <a:xfrm xmlns:a="http://schemas.openxmlformats.org/drawingml/2006/main">
            <a:off x="374904" y="1656678"/>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38</a:t>
            </a:r>
            <a:endParaRPr sz="780" b="0" i="0" u="none" cap="none">
              <a:solidFill>
                <a:schemeClr val="dk1"/>
              </a:solidFill>
              <a:latin typeface="Arial"/>
              <a:ea typeface="Arial"/>
              <a:cs typeface="Arial"/>
            </a:endParaRPr>
          </a:p>
        </p:txBody>
      </p:sp>
      <p:sp>
        <p:nvSpPr>
          <p:cNvPr id="302" name="Google Shape;302;p5">
            <a:extLst xmlns:a="http://schemas.openxmlformats.org/drawingml/2006/main">
              <a:ext uri="{FF2B5EF4-FFF2-40B4-BE49-F238E27FC236}">
                <a16:creationId xmlns:a16="http://schemas.microsoft.com/office/drawing/2014/main" id="{9301E79A-D1D0-46CD-9348-405705C42A2A}"/>
              </a:ext>
            </a:extLst>
          </p:cNvPr>
          <p:cNvSpPr>
            <a:spLocks xmlns:a="http://schemas.openxmlformats.org/drawingml/2006/main" noGrp="1"/>
          </p:cNvSpPr>
          <p:nvPr/>
        </p:nvSpPr>
        <p:spPr>
          <a:xfrm xmlns:a="http://schemas.openxmlformats.org/drawingml/2006/main">
            <a:off x="786384" y="1656678"/>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CAD — Intake</a:t>
            </a:r>
            <a:endParaRPr sz="780" b="0" i="0" u="none" cap="none">
              <a:solidFill>
                <a:schemeClr val="dk1"/>
              </a:solidFill>
              <a:latin typeface="Arial"/>
              <a:ea typeface="Arial"/>
              <a:cs typeface="Arial"/>
            </a:endParaRPr>
          </a:p>
        </p:txBody>
      </p:sp>
      <p:sp>
        <p:nvSpPr>
          <p:cNvPr id="303" name="Google Shape;303;p5">
            <a:extLst xmlns:a="http://schemas.openxmlformats.org/drawingml/2006/main">
              <a:ext uri="{FF2B5EF4-FFF2-40B4-BE49-F238E27FC236}">
                <a16:creationId xmlns:a16="http://schemas.microsoft.com/office/drawing/2014/main" id="{CA8D0EA1-D6A3-4DE0-A403-E06B28277C44}"/>
              </a:ext>
            </a:extLst>
          </p:cNvPr>
          <p:cNvSpPr>
            <a:spLocks xmlns:a="http://schemas.openxmlformats.org/drawingml/2006/main" noGrp="1"/>
          </p:cNvSpPr>
          <p:nvPr/>
        </p:nvSpPr>
        <p:spPr>
          <a:xfrm xmlns:a="http://schemas.openxmlformats.org/drawingml/2006/main">
            <a:off x="3529584" y="1656678"/>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799" name="Google Shape;304;p5"/>
          <p:cNvCxnSpPr/>
          <p:nvPr/>
        </p:nvCxnSpPr>
        <p:spPr>
          <a:xfrm xmlns:a="http://schemas.openxmlformats.org/drawingml/2006/main">
            <a:off x="320040" y="201490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5" name="Google Shape;305;p5">
            <a:extLst xmlns:a="http://schemas.openxmlformats.org/drawingml/2006/main">
              <a:ext uri="{FF2B5EF4-FFF2-40B4-BE49-F238E27FC236}">
                <a16:creationId xmlns:a16="http://schemas.microsoft.com/office/drawing/2014/main" id="{B566DB18-DB0E-4CDC-91AC-9B14E2F8ACBC}"/>
              </a:ext>
            </a:extLst>
          </p:cNvPr>
          <p:cNvSpPr>
            <a:spLocks xmlns:a="http://schemas.openxmlformats.org/drawingml/2006/main" noGrp="1"/>
          </p:cNvSpPr>
          <p:nvPr/>
        </p:nvSpPr>
        <p:spPr>
          <a:xfrm xmlns:a="http://schemas.openxmlformats.org/drawingml/2006/main">
            <a:off x="374904" y="1835792"/>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39</a:t>
            </a:r>
            <a:endParaRPr sz="780" b="0" i="0" u="none" cap="none">
              <a:solidFill>
                <a:schemeClr val="dk1"/>
              </a:solidFill>
              <a:latin typeface="Arial"/>
              <a:ea typeface="Arial"/>
              <a:cs typeface="Arial"/>
            </a:endParaRPr>
          </a:p>
        </p:txBody>
      </p:sp>
      <p:sp>
        <p:nvSpPr>
          <p:cNvPr id="306" name="Google Shape;306;p5">
            <a:extLst xmlns:a="http://schemas.openxmlformats.org/drawingml/2006/main">
              <a:ext uri="{FF2B5EF4-FFF2-40B4-BE49-F238E27FC236}">
                <a16:creationId xmlns:a16="http://schemas.microsoft.com/office/drawing/2014/main" id="{A3B33EDF-2D41-4FE8-BFEF-D0F2FFF80172}"/>
              </a:ext>
            </a:extLst>
          </p:cNvPr>
          <p:cNvSpPr>
            <a:spLocks xmlns:a="http://schemas.openxmlformats.org/drawingml/2006/main" noGrp="1"/>
          </p:cNvSpPr>
          <p:nvPr/>
        </p:nvSpPr>
        <p:spPr>
          <a:xfrm xmlns:a="http://schemas.openxmlformats.org/drawingml/2006/main">
            <a:off x="786384" y="1835792"/>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CAD — Scoring</a:t>
            </a:r>
            <a:endParaRPr sz="780" b="0" i="0" u="none" cap="none">
              <a:solidFill>
                <a:schemeClr val="dk1"/>
              </a:solidFill>
              <a:latin typeface="Arial"/>
              <a:ea typeface="Arial"/>
              <a:cs typeface="Arial"/>
            </a:endParaRPr>
          </a:p>
        </p:txBody>
      </p:sp>
      <p:sp>
        <p:nvSpPr>
          <p:cNvPr id="307" name="Google Shape;307;p5">
            <a:extLst xmlns:a="http://schemas.openxmlformats.org/drawingml/2006/main">
              <a:ext uri="{FF2B5EF4-FFF2-40B4-BE49-F238E27FC236}">
                <a16:creationId xmlns:a16="http://schemas.microsoft.com/office/drawing/2014/main" id="{3C78F9D4-4DC3-4017-BC26-0F2B35EF838E}"/>
              </a:ext>
            </a:extLst>
          </p:cNvPr>
          <p:cNvSpPr>
            <a:spLocks xmlns:a="http://schemas.openxmlformats.org/drawingml/2006/main" noGrp="1"/>
          </p:cNvSpPr>
          <p:nvPr/>
        </p:nvSpPr>
        <p:spPr>
          <a:xfrm xmlns:a="http://schemas.openxmlformats.org/drawingml/2006/main">
            <a:off x="3529584" y="1835792"/>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308" name="Google Shape;308;p5">
            <a:extLst xmlns:a="http://schemas.openxmlformats.org/drawingml/2006/main">
              <a:ext uri="{FF2B5EF4-FFF2-40B4-BE49-F238E27FC236}">
                <a16:creationId xmlns:a16="http://schemas.microsoft.com/office/drawing/2014/main" id="{D97DCA70-7AF6-4326-AF9B-86DC204C992B}"/>
              </a:ext>
            </a:extLst>
          </p:cNvPr>
          <p:cNvSpPr>
            <a:spLocks xmlns:a="http://schemas.openxmlformats.org/drawingml/2006/main" noGrp="1"/>
          </p:cNvSpPr>
          <p:nvPr/>
        </p:nvSpPr>
        <p:spPr>
          <a:xfrm xmlns:a="http://schemas.openxmlformats.org/drawingml/2006/main">
            <a:off x="320040" y="2014907"/>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04" name="Google Shape;309;p5"/>
          <p:cNvCxnSpPr/>
          <p:nvPr/>
        </p:nvCxnSpPr>
        <p:spPr>
          <a:xfrm xmlns:a="http://schemas.openxmlformats.org/drawingml/2006/main">
            <a:off x="320040" y="219402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0" name="Google Shape;310;p5">
            <a:extLst xmlns:a="http://schemas.openxmlformats.org/drawingml/2006/main">
              <a:ext uri="{FF2B5EF4-FFF2-40B4-BE49-F238E27FC236}">
                <a16:creationId xmlns:a16="http://schemas.microsoft.com/office/drawing/2014/main" id="{9995E457-6F07-4C50-88A3-D873FAEEA8AB}"/>
              </a:ext>
            </a:extLst>
          </p:cNvPr>
          <p:cNvSpPr>
            <a:spLocks xmlns:a="http://schemas.openxmlformats.org/drawingml/2006/main" noGrp="1"/>
          </p:cNvSpPr>
          <p:nvPr/>
        </p:nvSpPr>
        <p:spPr>
          <a:xfrm xmlns:a="http://schemas.openxmlformats.org/drawingml/2006/main">
            <a:off x="374904" y="2014907"/>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40</a:t>
            </a:r>
            <a:endParaRPr sz="780" b="0" i="0" u="none" cap="none">
              <a:solidFill>
                <a:schemeClr val="dk1"/>
              </a:solidFill>
              <a:latin typeface="Arial"/>
              <a:ea typeface="Arial"/>
              <a:cs typeface="Arial"/>
            </a:endParaRPr>
          </a:p>
        </p:txBody>
      </p:sp>
      <p:sp>
        <p:nvSpPr>
          <p:cNvPr id="311" name="Google Shape;311;p5">
            <a:extLst xmlns:a="http://schemas.openxmlformats.org/drawingml/2006/main">
              <a:ext uri="{FF2B5EF4-FFF2-40B4-BE49-F238E27FC236}">
                <a16:creationId xmlns:a16="http://schemas.microsoft.com/office/drawing/2014/main" id="{F86F7BF1-B8DB-424F-98D5-5C430ED3DA57}"/>
              </a:ext>
            </a:extLst>
          </p:cNvPr>
          <p:cNvSpPr>
            <a:spLocks xmlns:a="http://schemas.openxmlformats.org/drawingml/2006/main" noGrp="1"/>
          </p:cNvSpPr>
          <p:nvPr/>
        </p:nvSpPr>
        <p:spPr>
          <a:xfrm xmlns:a="http://schemas.openxmlformats.org/drawingml/2006/main">
            <a:off x="786384" y="2014907"/>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CAD — Full Robot Integrated</a:t>
            </a:r>
            <a:endParaRPr sz="780" b="0" i="0" u="none" cap="none">
              <a:solidFill>
                <a:schemeClr val="dk1"/>
              </a:solidFill>
              <a:latin typeface="Arial"/>
              <a:ea typeface="Arial"/>
              <a:cs typeface="Arial"/>
            </a:endParaRPr>
          </a:p>
        </p:txBody>
      </p:sp>
      <p:sp>
        <p:nvSpPr>
          <p:cNvPr id="312" name="Google Shape;312;p5">
            <a:extLst xmlns:a="http://schemas.openxmlformats.org/drawingml/2006/main">
              <a:ext uri="{FF2B5EF4-FFF2-40B4-BE49-F238E27FC236}">
                <a16:creationId xmlns:a16="http://schemas.microsoft.com/office/drawing/2014/main" id="{0FA1E594-B660-428E-9339-E58501AE3E25}"/>
              </a:ext>
            </a:extLst>
          </p:cNvPr>
          <p:cNvSpPr>
            <a:spLocks xmlns:a="http://schemas.openxmlformats.org/drawingml/2006/main" noGrp="1"/>
          </p:cNvSpPr>
          <p:nvPr/>
        </p:nvSpPr>
        <p:spPr>
          <a:xfrm xmlns:a="http://schemas.openxmlformats.org/drawingml/2006/main">
            <a:off x="3529584" y="2014907"/>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808" name="Google Shape;313;p5"/>
          <p:cNvCxnSpPr/>
          <p:nvPr/>
        </p:nvCxnSpPr>
        <p:spPr>
          <a:xfrm xmlns:a="http://schemas.openxmlformats.org/drawingml/2006/main">
            <a:off x="320040" y="237313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4" name="Google Shape;314;p5">
            <a:extLst xmlns:a="http://schemas.openxmlformats.org/drawingml/2006/main">
              <a:ext uri="{FF2B5EF4-FFF2-40B4-BE49-F238E27FC236}">
                <a16:creationId xmlns:a16="http://schemas.microsoft.com/office/drawing/2014/main" id="{C82FCAFF-D432-4563-8E98-1F1005820E9A}"/>
              </a:ext>
            </a:extLst>
          </p:cNvPr>
          <p:cNvSpPr>
            <a:spLocks xmlns:a="http://schemas.openxmlformats.org/drawingml/2006/main" noGrp="1"/>
          </p:cNvSpPr>
          <p:nvPr/>
        </p:nvSpPr>
        <p:spPr>
          <a:xfrm xmlns:a="http://schemas.openxmlformats.org/drawingml/2006/main">
            <a:off x="374904" y="2194022"/>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41</a:t>
            </a:r>
            <a:endParaRPr sz="780" b="0" i="0" u="none" cap="none">
              <a:solidFill>
                <a:schemeClr val="dk1"/>
              </a:solidFill>
              <a:latin typeface="Arial"/>
              <a:ea typeface="Arial"/>
              <a:cs typeface="Arial"/>
            </a:endParaRPr>
          </a:p>
        </p:txBody>
      </p:sp>
      <p:sp>
        <p:nvSpPr>
          <p:cNvPr id="315" name="Google Shape;315;p5">
            <a:extLst xmlns:a="http://schemas.openxmlformats.org/drawingml/2006/main">
              <a:ext uri="{FF2B5EF4-FFF2-40B4-BE49-F238E27FC236}">
                <a16:creationId xmlns:a16="http://schemas.microsoft.com/office/drawing/2014/main" id="{4DDBDD3D-1000-493A-8EEB-65F3183C83EA}"/>
              </a:ext>
            </a:extLst>
          </p:cNvPr>
          <p:cNvSpPr>
            <a:spLocks xmlns:a="http://schemas.openxmlformats.org/drawingml/2006/main" noGrp="1"/>
          </p:cNvSpPr>
          <p:nvPr/>
        </p:nvSpPr>
        <p:spPr>
          <a:xfrm xmlns:a="http://schemas.openxmlformats.org/drawingml/2006/main">
            <a:off x="786384" y="2194022"/>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 Log — Entry 1: Mobility &amp; Routing</a:t>
            </a:r>
            <a:endParaRPr sz="780" b="0" i="0" u="none" cap="none">
              <a:solidFill>
                <a:schemeClr val="dk1"/>
              </a:solidFill>
              <a:latin typeface="Arial"/>
              <a:ea typeface="Arial"/>
              <a:cs typeface="Arial"/>
            </a:endParaRPr>
          </a:p>
        </p:txBody>
      </p:sp>
      <p:sp>
        <p:nvSpPr>
          <p:cNvPr id="316" name="Google Shape;316;p5">
            <a:extLst xmlns:a="http://schemas.openxmlformats.org/drawingml/2006/main">
              <a:ext uri="{FF2B5EF4-FFF2-40B4-BE49-F238E27FC236}">
                <a16:creationId xmlns:a16="http://schemas.microsoft.com/office/drawing/2014/main" id="{A4A431CB-E67D-4DAF-9E72-3C7C78D08B9B}"/>
              </a:ext>
            </a:extLst>
          </p:cNvPr>
          <p:cNvSpPr>
            <a:spLocks xmlns:a="http://schemas.openxmlformats.org/drawingml/2006/main" noGrp="1"/>
          </p:cNvSpPr>
          <p:nvPr/>
        </p:nvSpPr>
        <p:spPr>
          <a:xfrm xmlns:a="http://schemas.openxmlformats.org/drawingml/2006/main">
            <a:off x="3529584" y="2194022"/>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317" name="Google Shape;317;p5">
            <a:extLst xmlns:a="http://schemas.openxmlformats.org/drawingml/2006/main">
              <a:ext uri="{FF2B5EF4-FFF2-40B4-BE49-F238E27FC236}">
                <a16:creationId xmlns:a16="http://schemas.microsoft.com/office/drawing/2014/main" id="{F040488C-1E7E-4CCD-A11D-B48C916A7996}"/>
              </a:ext>
            </a:extLst>
          </p:cNvPr>
          <p:cNvSpPr>
            <a:spLocks xmlns:a="http://schemas.openxmlformats.org/drawingml/2006/main" noGrp="1"/>
          </p:cNvSpPr>
          <p:nvPr/>
        </p:nvSpPr>
        <p:spPr>
          <a:xfrm xmlns:a="http://schemas.openxmlformats.org/drawingml/2006/main">
            <a:off x="320040" y="2373137"/>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13" name="Google Shape;318;p5"/>
          <p:cNvCxnSpPr/>
          <p:nvPr/>
        </p:nvCxnSpPr>
        <p:spPr>
          <a:xfrm xmlns:a="http://schemas.openxmlformats.org/drawingml/2006/main">
            <a:off x="320040" y="255225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9" name="Google Shape;319;p5">
            <a:extLst xmlns:a="http://schemas.openxmlformats.org/drawingml/2006/main">
              <a:ext uri="{FF2B5EF4-FFF2-40B4-BE49-F238E27FC236}">
                <a16:creationId xmlns:a16="http://schemas.microsoft.com/office/drawing/2014/main" id="{7F986A40-302E-442C-913D-2CCECA1CB9B5}"/>
              </a:ext>
            </a:extLst>
          </p:cNvPr>
          <p:cNvSpPr>
            <a:spLocks xmlns:a="http://schemas.openxmlformats.org/drawingml/2006/main" noGrp="1"/>
          </p:cNvSpPr>
          <p:nvPr/>
        </p:nvSpPr>
        <p:spPr>
          <a:xfrm xmlns:a="http://schemas.openxmlformats.org/drawingml/2006/main">
            <a:off x="374904" y="2373137"/>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42</a:t>
            </a:r>
            <a:endParaRPr sz="780" b="0" i="0" u="none" cap="none">
              <a:solidFill>
                <a:schemeClr val="dk1"/>
              </a:solidFill>
              <a:latin typeface="Arial"/>
              <a:ea typeface="Arial"/>
              <a:cs typeface="Arial"/>
            </a:endParaRPr>
          </a:p>
        </p:txBody>
      </p:sp>
      <p:sp>
        <p:nvSpPr>
          <p:cNvPr id="320" name="Google Shape;320;p5">
            <a:extLst xmlns:a="http://schemas.openxmlformats.org/drawingml/2006/main">
              <a:ext uri="{FF2B5EF4-FFF2-40B4-BE49-F238E27FC236}">
                <a16:creationId xmlns:a16="http://schemas.microsoft.com/office/drawing/2014/main" id="{2EF95122-A5FD-4219-AAEC-1745DF265031}"/>
              </a:ext>
            </a:extLst>
          </p:cNvPr>
          <p:cNvSpPr>
            <a:spLocks xmlns:a="http://schemas.openxmlformats.org/drawingml/2006/main" noGrp="1"/>
          </p:cNvSpPr>
          <p:nvPr/>
        </p:nvSpPr>
        <p:spPr>
          <a:xfrm xmlns:a="http://schemas.openxmlformats.org/drawingml/2006/main">
            <a:off x="786384" y="2373137"/>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 Log — Entry 2: Intake</a:t>
            </a:r>
            <a:endParaRPr sz="780" b="0" i="0" u="none" cap="none">
              <a:solidFill>
                <a:schemeClr val="dk1"/>
              </a:solidFill>
              <a:latin typeface="Arial"/>
              <a:ea typeface="Arial"/>
              <a:cs typeface="Arial"/>
            </a:endParaRPr>
          </a:p>
        </p:txBody>
      </p:sp>
      <p:sp>
        <p:nvSpPr>
          <p:cNvPr id="321" name="Google Shape;321;p5">
            <a:extLst xmlns:a="http://schemas.openxmlformats.org/drawingml/2006/main">
              <a:ext uri="{FF2B5EF4-FFF2-40B4-BE49-F238E27FC236}">
                <a16:creationId xmlns:a16="http://schemas.microsoft.com/office/drawing/2014/main" id="{3879F481-9A96-4E33-9331-A9F99ABB5959}"/>
              </a:ext>
            </a:extLst>
          </p:cNvPr>
          <p:cNvSpPr>
            <a:spLocks xmlns:a="http://schemas.openxmlformats.org/drawingml/2006/main" noGrp="1"/>
          </p:cNvSpPr>
          <p:nvPr/>
        </p:nvSpPr>
        <p:spPr>
          <a:xfrm xmlns:a="http://schemas.openxmlformats.org/drawingml/2006/main">
            <a:off x="3529584" y="2373137"/>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817" name="Google Shape;322;p5"/>
          <p:cNvCxnSpPr/>
          <p:nvPr/>
        </p:nvCxnSpPr>
        <p:spPr>
          <a:xfrm xmlns:a="http://schemas.openxmlformats.org/drawingml/2006/main">
            <a:off x="320040" y="273136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3" name="Google Shape;323;p5">
            <a:extLst xmlns:a="http://schemas.openxmlformats.org/drawingml/2006/main">
              <a:ext uri="{FF2B5EF4-FFF2-40B4-BE49-F238E27FC236}">
                <a16:creationId xmlns:a16="http://schemas.microsoft.com/office/drawing/2014/main" id="{5B29DC26-E792-4378-ABD1-4C3A6B464B6E}"/>
              </a:ext>
            </a:extLst>
          </p:cNvPr>
          <p:cNvSpPr>
            <a:spLocks xmlns:a="http://schemas.openxmlformats.org/drawingml/2006/main" noGrp="1"/>
          </p:cNvSpPr>
          <p:nvPr/>
        </p:nvSpPr>
        <p:spPr>
          <a:xfrm xmlns:a="http://schemas.openxmlformats.org/drawingml/2006/main">
            <a:off x="374904" y="2552252"/>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43</a:t>
            </a:r>
            <a:endParaRPr sz="780" b="0" i="0" u="none" cap="none">
              <a:solidFill>
                <a:schemeClr val="dk1"/>
              </a:solidFill>
              <a:latin typeface="Arial"/>
              <a:ea typeface="Arial"/>
              <a:cs typeface="Arial"/>
            </a:endParaRPr>
          </a:p>
        </p:txBody>
      </p:sp>
      <p:sp>
        <p:nvSpPr>
          <p:cNvPr id="324" name="Google Shape;324;p5">
            <a:extLst xmlns:a="http://schemas.openxmlformats.org/drawingml/2006/main">
              <a:ext uri="{FF2B5EF4-FFF2-40B4-BE49-F238E27FC236}">
                <a16:creationId xmlns:a16="http://schemas.microsoft.com/office/drawing/2014/main" id="{6B2F8904-A17D-45F0-A79E-A67EE1473383}"/>
              </a:ext>
            </a:extLst>
          </p:cNvPr>
          <p:cNvSpPr>
            <a:spLocks xmlns:a="http://schemas.openxmlformats.org/drawingml/2006/main" noGrp="1"/>
          </p:cNvSpPr>
          <p:nvPr/>
        </p:nvSpPr>
        <p:spPr>
          <a:xfrm xmlns:a="http://schemas.openxmlformats.org/drawingml/2006/main">
            <a:off x="786384" y="2552252"/>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 Log — Entry 3: Scoring</a:t>
            </a:r>
            <a:endParaRPr sz="780" b="0" i="0" u="none" cap="none">
              <a:solidFill>
                <a:schemeClr val="dk1"/>
              </a:solidFill>
              <a:latin typeface="Arial"/>
              <a:ea typeface="Arial"/>
              <a:cs typeface="Arial"/>
            </a:endParaRPr>
          </a:p>
        </p:txBody>
      </p:sp>
      <p:sp>
        <p:nvSpPr>
          <p:cNvPr id="325" name="Google Shape;325;p5">
            <a:extLst xmlns:a="http://schemas.openxmlformats.org/drawingml/2006/main">
              <a:ext uri="{FF2B5EF4-FFF2-40B4-BE49-F238E27FC236}">
                <a16:creationId xmlns:a16="http://schemas.microsoft.com/office/drawing/2014/main" id="{5015B55B-680E-40BE-A197-E20E74242F7C}"/>
              </a:ext>
            </a:extLst>
          </p:cNvPr>
          <p:cNvSpPr>
            <a:spLocks xmlns:a="http://schemas.openxmlformats.org/drawingml/2006/main" noGrp="1"/>
          </p:cNvSpPr>
          <p:nvPr/>
        </p:nvSpPr>
        <p:spPr>
          <a:xfrm xmlns:a="http://schemas.openxmlformats.org/drawingml/2006/main">
            <a:off x="3529584" y="2552252"/>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326" name="Google Shape;326;p5">
            <a:extLst xmlns:a="http://schemas.openxmlformats.org/drawingml/2006/main">
              <a:ext uri="{FF2B5EF4-FFF2-40B4-BE49-F238E27FC236}">
                <a16:creationId xmlns:a16="http://schemas.microsoft.com/office/drawing/2014/main" id="{9CE0C639-98F8-4F8A-B391-2EB3395FAC63}"/>
              </a:ext>
            </a:extLst>
          </p:cNvPr>
          <p:cNvSpPr>
            <a:spLocks xmlns:a="http://schemas.openxmlformats.org/drawingml/2006/main" noGrp="1"/>
          </p:cNvSpPr>
          <p:nvPr/>
        </p:nvSpPr>
        <p:spPr>
          <a:xfrm xmlns:a="http://schemas.openxmlformats.org/drawingml/2006/main">
            <a:off x="320040" y="2731367"/>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22" name="Google Shape;327;p5"/>
          <p:cNvCxnSpPr/>
          <p:nvPr/>
        </p:nvCxnSpPr>
        <p:spPr>
          <a:xfrm xmlns:a="http://schemas.openxmlformats.org/drawingml/2006/main">
            <a:off x="320040" y="291048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8" name="Google Shape;328;p5">
            <a:extLst xmlns:a="http://schemas.openxmlformats.org/drawingml/2006/main">
              <a:ext uri="{FF2B5EF4-FFF2-40B4-BE49-F238E27FC236}">
                <a16:creationId xmlns:a16="http://schemas.microsoft.com/office/drawing/2014/main" id="{81F5D4FF-7E32-4893-91F3-90154D5FEA71}"/>
              </a:ext>
            </a:extLst>
          </p:cNvPr>
          <p:cNvSpPr>
            <a:spLocks xmlns:a="http://schemas.openxmlformats.org/drawingml/2006/main" noGrp="1"/>
          </p:cNvSpPr>
          <p:nvPr/>
        </p:nvSpPr>
        <p:spPr>
          <a:xfrm xmlns:a="http://schemas.openxmlformats.org/drawingml/2006/main">
            <a:off x="374904" y="2731367"/>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44</a:t>
            </a:r>
            <a:endParaRPr sz="780" b="0" i="0" u="none" cap="none">
              <a:solidFill>
                <a:schemeClr val="dk1"/>
              </a:solidFill>
              <a:latin typeface="Arial"/>
              <a:ea typeface="Arial"/>
              <a:cs typeface="Arial"/>
            </a:endParaRPr>
          </a:p>
        </p:txBody>
      </p:sp>
      <p:sp>
        <p:nvSpPr>
          <p:cNvPr id="329" name="Google Shape;329;p5">
            <a:extLst xmlns:a="http://schemas.openxmlformats.org/drawingml/2006/main">
              <a:ext uri="{FF2B5EF4-FFF2-40B4-BE49-F238E27FC236}">
                <a16:creationId xmlns:a16="http://schemas.microsoft.com/office/drawing/2014/main" id="{F6950091-CD63-4EAB-95AB-7E967A5932E4}"/>
              </a:ext>
            </a:extLst>
          </p:cNvPr>
          <p:cNvSpPr>
            <a:spLocks xmlns:a="http://schemas.openxmlformats.org/drawingml/2006/main" noGrp="1"/>
          </p:cNvSpPr>
          <p:nvPr/>
        </p:nvSpPr>
        <p:spPr>
          <a:xfrm xmlns:a="http://schemas.openxmlformats.org/drawingml/2006/main">
            <a:off x="786384" y="2731367"/>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 Log — Entry 4: Integration</a:t>
            </a:r>
            <a:endParaRPr sz="780" b="0" i="0" u="none" cap="none">
              <a:solidFill>
                <a:schemeClr val="dk1"/>
              </a:solidFill>
              <a:latin typeface="Arial"/>
              <a:ea typeface="Arial"/>
              <a:cs typeface="Arial"/>
            </a:endParaRPr>
          </a:p>
        </p:txBody>
      </p:sp>
      <p:sp>
        <p:nvSpPr>
          <p:cNvPr id="330" name="Google Shape;330;p5">
            <a:extLst xmlns:a="http://schemas.openxmlformats.org/drawingml/2006/main">
              <a:ext uri="{FF2B5EF4-FFF2-40B4-BE49-F238E27FC236}">
                <a16:creationId xmlns:a16="http://schemas.microsoft.com/office/drawing/2014/main" id="{67438242-09DA-4CE4-9ED7-031BDFC7984F}"/>
              </a:ext>
            </a:extLst>
          </p:cNvPr>
          <p:cNvSpPr>
            <a:spLocks xmlns:a="http://schemas.openxmlformats.org/drawingml/2006/main" noGrp="1"/>
          </p:cNvSpPr>
          <p:nvPr/>
        </p:nvSpPr>
        <p:spPr>
          <a:xfrm xmlns:a="http://schemas.openxmlformats.org/drawingml/2006/main">
            <a:off x="3529584" y="2731367"/>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826" name="Google Shape;331;p5"/>
          <p:cNvCxnSpPr/>
          <p:nvPr/>
        </p:nvCxnSpPr>
        <p:spPr>
          <a:xfrm xmlns:a="http://schemas.openxmlformats.org/drawingml/2006/main">
            <a:off x="320040" y="308959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2" name="Google Shape;332;p5">
            <a:extLst xmlns:a="http://schemas.openxmlformats.org/drawingml/2006/main">
              <a:ext uri="{FF2B5EF4-FFF2-40B4-BE49-F238E27FC236}">
                <a16:creationId xmlns:a16="http://schemas.microsoft.com/office/drawing/2014/main" id="{9084DE32-69F8-427A-AF51-E154B4FF6843}"/>
              </a:ext>
            </a:extLst>
          </p:cNvPr>
          <p:cNvSpPr>
            <a:spLocks xmlns:a="http://schemas.openxmlformats.org/drawingml/2006/main" noGrp="1"/>
          </p:cNvSpPr>
          <p:nvPr/>
        </p:nvSpPr>
        <p:spPr>
          <a:xfrm xmlns:a="http://schemas.openxmlformats.org/drawingml/2006/main">
            <a:off x="374904" y="2910481"/>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45</a:t>
            </a:r>
            <a:endParaRPr sz="780" b="0" i="0" u="none" cap="none">
              <a:solidFill>
                <a:schemeClr val="dk1"/>
              </a:solidFill>
              <a:latin typeface="Arial"/>
              <a:ea typeface="Arial"/>
              <a:cs typeface="Arial"/>
            </a:endParaRPr>
          </a:p>
        </p:txBody>
      </p:sp>
      <p:sp>
        <p:nvSpPr>
          <p:cNvPr id="333" name="Google Shape;333;p5">
            <a:extLst xmlns:a="http://schemas.openxmlformats.org/drawingml/2006/main">
              <a:ext uri="{FF2B5EF4-FFF2-40B4-BE49-F238E27FC236}">
                <a16:creationId xmlns:a16="http://schemas.microsoft.com/office/drawing/2014/main" id="{3719DC99-C07E-4895-AA7E-9F3E14B0B655}"/>
              </a:ext>
            </a:extLst>
          </p:cNvPr>
          <p:cNvSpPr>
            <a:spLocks xmlns:a="http://schemas.openxmlformats.org/drawingml/2006/main" noGrp="1"/>
          </p:cNvSpPr>
          <p:nvPr/>
        </p:nvSpPr>
        <p:spPr>
          <a:xfrm xmlns:a="http://schemas.openxmlformats.org/drawingml/2006/main">
            <a:off x="786384" y="2910481"/>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Programming Log [Entry 1]</a:t>
            </a:r>
            <a:endParaRPr sz="780" b="0" i="0" u="none" cap="none">
              <a:solidFill>
                <a:schemeClr val="dk1"/>
              </a:solidFill>
              <a:latin typeface="Arial"/>
              <a:ea typeface="Arial"/>
              <a:cs typeface="Arial"/>
            </a:endParaRPr>
          </a:p>
        </p:txBody>
      </p:sp>
      <p:sp>
        <p:nvSpPr>
          <p:cNvPr id="334" name="Google Shape;334;p5">
            <a:extLst xmlns:a="http://schemas.openxmlformats.org/drawingml/2006/main">
              <a:ext uri="{FF2B5EF4-FFF2-40B4-BE49-F238E27FC236}">
                <a16:creationId xmlns:a16="http://schemas.microsoft.com/office/drawing/2014/main" id="{6B0D5E92-3B3B-415C-9F54-DC6B721E483E}"/>
              </a:ext>
            </a:extLst>
          </p:cNvPr>
          <p:cNvSpPr>
            <a:spLocks xmlns:a="http://schemas.openxmlformats.org/drawingml/2006/main" noGrp="1"/>
          </p:cNvSpPr>
          <p:nvPr/>
        </p:nvSpPr>
        <p:spPr>
          <a:xfrm xmlns:a="http://schemas.openxmlformats.org/drawingml/2006/main">
            <a:off x="3529584" y="2910481"/>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335" name="Google Shape;335;p5">
            <a:extLst xmlns:a="http://schemas.openxmlformats.org/drawingml/2006/main">
              <a:ext uri="{FF2B5EF4-FFF2-40B4-BE49-F238E27FC236}">
                <a16:creationId xmlns:a16="http://schemas.microsoft.com/office/drawing/2014/main" id="{F0C51581-1A6D-46C6-A66D-5D096C463C1B}"/>
              </a:ext>
            </a:extLst>
          </p:cNvPr>
          <p:cNvSpPr>
            <a:spLocks xmlns:a="http://schemas.openxmlformats.org/drawingml/2006/main" noGrp="1"/>
          </p:cNvSpPr>
          <p:nvPr/>
        </p:nvSpPr>
        <p:spPr>
          <a:xfrm xmlns:a="http://schemas.openxmlformats.org/drawingml/2006/main">
            <a:off x="320040" y="3089596"/>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31" name="Google Shape;336;p5"/>
          <p:cNvCxnSpPr/>
          <p:nvPr/>
        </p:nvCxnSpPr>
        <p:spPr>
          <a:xfrm xmlns:a="http://schemas.openxmlformats.org/drawingml/2006/main">
            <a:off x="320040" y="326871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7" name="Google Shape;337;p5">
            <a:extLst xmlns:a="http://schemas.openxmlformats.org/drawingml/2006/main">
              <a:ext uri="{FF2B5EF4-FFF2-40B4-BE49-F238E27FC236}">
                <a16:creationId xmlns:a16="http://schemas.microsoft.com/office/drawing/2014/main" id="{1F273B33-9662-4387-BD3C-A3E895E1ED97}"/>
              </a:ext>
            </a:extLst>
          </p:cNvPr>
          <p:cNvSpPr>
            <a:spLocks xmlns:a="http://schemas.openxmlformats.org/drawingml/2006/main" noGrp="1"/>
          </p:cNvSpPr>
          <p:nvPr/>
        </p:nvSpPr>
        <p:spPr>
          <a:xfrm xmlns:a="http://schemas.openxmlformats.org/drawingml/2006/main">
            <a:off x="374904" y="3089596"/>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__</a:t>
            </a:r>
            <a:endParaRPr sz="780" b="0" i="0" u="none" cap="none">
              <a:solidFill>
                <a:schemeClr val="dk1"/>
              </a:solidFill>
              <a:latin typeface="Arial"/>
              <a:ea typeface="Arial"/>
              <a:cs typeface="Arial"/>
            </a:endParaRPr>
          </a:p>
        </p:txBody>
      </p:sp>
      <p:sp>
        <p:nvSpPr>
          <p:cNvPr id="338" name="Google Shape;338;p5">
            <a:extLst xmlns:a="http://schemas.openxmlformats.org/drawingml/2006/main">
              <a:ext uri="{FF2B5EF4-FFF2-40B4-BE49-F238E27FC236}">
                <a16:creationId xmlns:a16="http://schemas.microsoft.com/office/drawing/2014/main" id="{FBCFD78D-D972-4136-A157-8A0BF179242D}"/>
              </a:ext>
            </a:extLst>
          </p:cNvPr>
          <p:cNvSpPr>
            <a:spLocks xmlns:a="http://schemas.openxmlformats.org/drawingml/2006/main" noGrp="1"/>
          </p:cNvSpPr>
          <p:nvPr/>
        </p:nvSpPr>
        <p:spPr>
          <a:xfrm xmlns:a="http://schemas.openxmlformats.org/drawingml/2006/main">
            <a:off x="786384" y="3089596"/>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[Programming Log — Entry 2+]</a:t>
            </a:r>
            <a:endParaRPr sz="780" b="0" i="0" u="none" cap="none">
              <a:solidFill>
                <a:schemeClr val="dk1"/>
              </a:solidFill>
              <a:latin typeface="Arial"/>
              <a:ea typeface="Arial"/>
              <a:cs typeface="Arial"/>
            </a:endParaRPr>
          </a:p>
        </p:txBody>
      </p:sp>
      <p:sp>
        <p:nvSpPr>
          <p:cNvPr id="339" name="Google Shape;339;p5">
            <a:extLst xmlns:a="http://schemas.openxmlformats.org/drawingml/2006/main">
              <a:ext uri="{FF2B5EF4-FFF2-40B4-BE49-F238E27FC236}">
                <a16:creationId xmlns:a16="http://schemas.microsoft.com/office/drawing/2014/main" id="{A702B871-1AE2-40B2-B1E6-89A48A5CA026}"/>
              </a:ext>
            </a:extLst>
          </p:cNvPr>
          <p:cNvSpPr>
            <a:spLocks xmlns:a="http://schemas.openxmlformats.org/drawingml/2006/main" noGrp="1"/>
          </p:cNvSpPr>
          <p:nvPr/>
        </p:nvSpPr>
        <p:spPr>
          <a:xfrm xmlns:a="http://schemas.openxmlformats.org/drawingml/2006/main">
            <a:off x="3529584" y="3089596"/>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835" name="Google Shape;340;p5"/>
          <p:cNvCxnSpPr/>
          <p:nvPr/>
        </p:nvCxnSpPr>
        <p:spPr>
          <a:xfrm xmlns:a="http://schemas.openxmlformats.org/drawingml/2006/main">
            <a:off x="320040" y="344782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1" name="Google Shape;341;p5">
            <a:extLst xmlns:a="http://schemas.openxmlformats.org/drawingml/2006/main">
              <a:ext uri="{FF2B5EF4-FFF2-40B4-BE49-F238E27FC236}">
                <a16:creationId xmlns:a16="http://schemas.microsoft.com/office/drawing/2014/main" id="{A2F3294C-9792-4478-AA61-972286608ACC}"/>
              </a:ext>
            </a:extLst>
          </p:cNvPr>
          <p:cNvSpPr>
            <a:spLocks xmlns:a="http://schemas.openxmlformats.org/drawingml/2006/main" noGrp="1"/>
          </p:cNvSpPr>
          <p:nvPr/>
        </p:nvSpPr>
        <p:spPr>
          <a:xfrm xmlns:a="http://schemas.openxmlformats.org/drawingml/2006/main">
            <a:off x="374904" y="3268711"/>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46</a:t>
            </a:r>
            <a:endParaRPr sz="780" b="0" i="0" u="none" cap="none">
              <a:solidFill>
                <a:schemeClr val="dk1"/>
              </a:solidFill>
              <a:latin typeface="Arial"/>
              <a:ea typeface="Arial"/>
              <a:cs typeface="Arial"/>
            </a:endParaRPr>
          </a:p>
        </p:txBody>
      </p:sp>
      <p:sp>
        <p:nvSpPr>
          <p:cNvPr id="342" name="Google Shape;342;p5">
            <a:extLst xmlns:a="http://schemas.openxmlformats.org/drawingml/2006/main">
              <a:ext uri="{FF2B5EF4-FFF2-40B4-BE49-F238E27FC236}">
                <a16:creationId xmlns:a16="http://schemas.microsoft.com/office/drawing/2014/main" id="{1F6E6406-529B-4D65-B242-7758CA221604}"/>
              </a:ext>
            </a:extLst>
          </p:cNvPr>
          <p:cNvSpPr>
            <a:spLocks xmlns:a="http://schemas.openxmlformats.org/drawingml/2006/main" noGrp="1"/>
          </p:cNvSpPr>
          <p:nvPr/>
        </p:nvSpPr>
        <p:spPr>
          <a:xfrm xmlns:a="http://schemas.openxmlformats.org/drawingml/2006/main">
            <a:off x="786384" y="3268711"/>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Software Architecture &amp; Controller Map</a:t>
            </a:r>
            <a:endParaRPr sz="780" b="0" i="0" u="none" cap="none">
              <a:solidFill>
                <a:schemeClr val="dk1"/>
              </a:solidFill>
              <a:latin typeface="Arial"/>
              <a:ea typeface="Arial"/>
              <a:cs typeface="Arial"/>
            </a:endParaRPr>
          </a:p>
        </p:txBody>
      </p:sp>
      <p:sp>
        <p:nvSpPr>
          <p:cNvPr id="343" name="Google Shape;343;p5">
            <a:extLst xmlns:a="http://schemas.openxmlformats.org/drawingml/2006/main">
              <a:ext uri="{FF2B5EF4-FFF2-40B4-BE49-F238E27FC236}">
                <a16:creationId xmlns:a16="http://schemas.microsoft.com/office/drawing/2014/main" id="{366049CB-4D11-484A-BB12-ACD7C91E2F2D}"/>
              </a:ext>
            </a:extLst>
          </p:cNvPr>
          <p:cNvSpPr>
            <a:spLocks xmlns:a="http://schemas.openxmlformats.org/drawingml/2006/main" noGrp="1"/>
          </p:cNvSpPr>
          <p:nvPr/>
        </p:nvSpPr>
        <p:spPr>
          <a:xfrm xmlns:a="http://schemas.openxmlformats.org/drawingml/2006/main">
            <a:off x="3529584" y="3268711"/>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344" name="Google Shape;344;p5">
            <a:extLst xmlns:a="http://schemas.openxmlformats.org/drawingml/2006/main">
              <a:ext uri="{FF2B5EF4-FFF2-40B4-BE49-F238E27FC236}">
                <a16:creationId xmlns:a16="http://schemas.microsoft.com/office/drawing/2014/main" id="{98BBCC0E-6F89-4E55-B79F-F43847C23986}"/>
              </a:ext>
            </a:extLst>
          </p:cNvPr>
          <p:cNvSpPr>
            <a:spLocks xmlns:a="http://schemas.openxmlformats.org/drawingml/2006/main" noGrp="1"/>
          </p:cNvSpPr>
          <p:nvPr/>
        </p:nvSpPr>
        <p:spPr>
          <a:xfrm xmlns:a="http://schemas.openxmlformats.org/drawingml/2006/main">
            <a:off x="320040" y="3447826"/>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40" name="Google Shape;345;p5"/>
          <p:cNvCxnSpPr/>
          <p:nvPr/>
        </p:nvCxnSpPr>
        <p:spPr>
          <a:xfrm xmlns:a="http://schemas.openxmlformats.org/drawingml/2006/main">
            <a:off x="320040" y="362694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6" name="Google Shape;346;p5">
            <a:extLst xmlns:a="http://schemas.openxmlformats.org/drawingml/2006/main">
              <a:ext uri="{FF2B5EF4-FFF2-40B4-BE49-F238E27FC236}">
                <a16:creationId xmlns:a16="http://schemas.microsoft.com/office/drawing/2014/main" id="{A7080EA4-FE2C-4515-918B-42673FE00F65}"/>
              </a:ext>
            </a:extLst>
          </p:cNvPr>
          <p:cNvSpPr>
            <a:spLocks xmlns:a="http://schemas.openxmlformats.org/drawingml/2006/main" noGrp="1"/>
          </p:cNvSpPr>
          <p:nvPr/>
        </p:nvSpPr>
        <p:spPr>
          <a:xfrm xmlns:a="http://schemas.openxmlformats.org/drawingml/2006/main">
            <a:off x="374904" y="3447826"/>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47</a:t>
            </a:r>
            <a:endParaRPr sz="780" b="0" i="0" u="none" cap="none">
              <a:solidFill>
                <a:schemeClr val="dk1"/>
              </a:solidFill>
              <a:latin typeface="Arial"/>
              <a:ea typeface="Arial"/>
              <a:cs typeface="Arial"/>
            </a:endParaRPr>
          </a:p>
        </p:txBody>
      </p:sp>
      <p:sp>
        <p:nvSpPr>
          <p:cNvPr id="347" name="Google Shape;347;p5">
            <a:extLst xmlns:a="http://schemas.openxmlformats.org/drawingml/2006/main">
              <a:ext uri="{FF2B5EF4-FFF2-40B4-BE49-F238E27FC236}">
                <a16:creationId xmlns:a16="http://schemas.microsoft.com/office/drawing/2014/main" id="{FC8288CD-CA72-470E-A27F-D8D399BFF4B7}"/>
              </a:ext>
            </a:extLst>
          </p:cNvPr>
          <p:cNvSpPr>
            <a:spLocks xmlns:a="http://schemas.openxmlformats.org/drawingml/2006/main" noGrp="1"/>
          </p:cNvSpPr>
          <p:nvPr/>
        </p:nvSpPr>
        <p:spPr>
          <a:xfrm xmlns:a="http://schemas.openxmlformats.org/drawingml/2006/main">
            <a:off x="786384" y="3447826"/>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Electronics &amp; Device Ports</a:t>
            </a:r>
            <a:endParaRPr sz="780" b="0" i="0" u="none" cap="none">
              <a:solidFill>
                <a:schemeClr val="dk1"/>
              </a:solidFill>
              <a:latin typeface="Arial"/>
              <a:ea typeface="Arial"/>
              <a:cs typeface="Arial"/>
            </a:endParaRPr>
          </a:p>
        </p:txBody>
      </p:sp>
      <p:sp>
        <p:nvSpPr>
          <p:cNvPr id="348" name="Google Shape;348;p5">
            <a:extLst xmlns:a="http://schemas.openxmlformats.org/drawingml/2006/main">
              <a:ext uri="{FF2B5EF4-FFF2-40B4-BE49-F238E27FC236}">
                <a16:creationId xmlns:a16="http://schemas.microsoft.com/office/drawing/2014/main" id="{2A488A89-C317-4600-855D-B67E47AF6FD4}"/>
              </a:ext>
            </a:extLst>
          </p:cNvPr>
          <p:cNvSpPr>
            <a:spLocks xmlns:a="http://schemas.openxmlformats.org/drawingml/2006/main" noGrp="1"/>
          </p:cNvSpPr>
          <p:nvPr/>
        </p:nvSpPr>
        <p:spPr>
          <a:xfrm xmlns:a="http://schemas.openxmlformats.org/drawingml/2006/main">
            <a:off x="3529584" y="3447826"/>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cxnSp>
        <p:nvCxnSpPr>
          <p:cNvPr id="844" name="Google Shape;349;p5"/>
          <p:cNvCxnSpPr/>
          <p:nvPr/>
        </p:nvCxnSpPr>
        <p:spPr>
          <a:xfrm xmlns:a="http://schemas.openxmlformats.org/drawingml/2006/main">
            <a:off x="320040" y="380605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0" name="Google Shape;350;p5">
            <a:extLst xmlns:a="http://schemas.openxmlformats.org/drawingml/2006/main">
              <a:ext uri="{FF2B5EF4-FFF2-40B4-BE49-F238E27FC236}">
                <a16:creationId xmlns:a16="http://schemas.microsoft.com/office/drawing/2014/main" id="{DE8E94B8-7A04-4076-AF0D-67139A1A7B0E}"/>
              </a:ext>
            </a:extLst>
          </p:cNvPr>
          <p:cNvSpPr>
            <a:spLocks xmlns:a="http://schemas.openxmlformats.org/drawingml/2006/main" noGrp="1"/>
          </p:cNvSpPr>
          <p:nvPr/>
        </p:nvSpPr>
        <p:spPr>
          <a:xfrm xmlns:a="http://schemas.openxmlformats.org/drawingml/2006/main">
            <a:off x="374904" y="3626941"/>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48</a:t>
            </a:r>
            <a:endParaRPr sz="780" b="0" i="0" u="none" cap="none">
              <a:solidFill>
                <a:schemeClr val="dk1"/>
              </a:solidFill>
              <a:latin typeface="Arial"/>
              <a:ea typeface="Arial"/>
              <a:cs typeface="Arial"/>
            </a:endParaRPr>
          </a:p>
        </p:txBody>
      </p:sp>
      <p:sp>
        <p:nvSpPr>
          <p:cNvPr id="351" name="Google Shape;351;p5">
            <a:extLst xmlns:a="http://schemas.openxmlformats.org/drawingml/2006/main">
              <a:ext uri="{FF2B5EF4-FFF2-40B4-BE49-F238E27FC236}">
                <a16:creationId xmlns:a16="http://schemas.microsoft.com/office/drawing/2014/main" id="{687B269F-27FB-424C-9969-A7A2FFE1F7BD}"/>
              </a:ext>
            </a:extLst>
          </p:cNvPr>
          <p:cNvSpPr>
            <a:spLocks xmlns:a="http://schemas.openxmlformats.org/drawingml/2006/main" noGrp="1"/>
          </p:cNvSpPr>
          <p:nvPr/>
        </p:nvSpPr>
        <p:spPr>
          <a:xfrm xmlns:a="http://schemas.openxmlformats.org/drawingml/2006/main">
            <a:off x="786384" y="3626941"/>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Autonomous Strategy [V1]</a:t>
            </a:r>
            <a:endParaRPr sz="780" b="0" i="0" u="none" cap="none">
              <a:solidFill>
                <a:schemeClr val="dk1"/>
              </a:solidFill>
              <a:latin typeface="Arial"/>
              <a:ea typeface="Arial"/>
              <a:cs typeface="Arial"/>
            </a:endParaRPr>
          </a:p>
        </p:txBody>
      </p:sp>
      <p:sp>
        <p:nvSpPr>
          <p:cNvPr id="352" name="Google Shape;352;p5">
            <a:extLst xmlns:a="http://schemas.openxmlformats.org/drawingml/2006/main">
              <a:ext uri="{FF2B5EF4-FFF2-40B4-BE49-F238E27FC236}">
                <a16:creationId xmlns:a16="http://schemas.microsoft.com/office/drawing/2014/main" id="{2E030CF3-76E5-4872-B905-BA102CF6D4FE}"/>
              </a:ext>
            </a:extLst>
          </p:cNvPr>
          <p:cNvSpPr>
            <a:spLocks xmlns:a="http://schemas.openxmlformats.org/drawingml/2006/main" noGrp="1"/>
          </p:cNvSpPr>
          <p:nvPr/>
        </p:nvSpPr>
        <p:spPr>
          <a:xfrm xmlns:a="http://schemas.openxmlformats.org/drawingml/2006/main">
            <a:off x="3529584" y="3626941"/>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Build</a:t>
            </a:r>
            <a:endParaRPr sz="780" b="0" i="0" u="none" cap="none">
              <a:solidFill>
                <a:schemeClr val="dk1"/>
              </a:solidFill>
              <a:latin typeface="Arial"/>
              <a:ea typeface="Arial"/>
              <a:cs typeface="Arial"/>
            </a:endParaRPr>
          </a:p>
        </p:txBody>
      </p:sp>
      <p:sp>
        <p:nvSpPr>
          <p:cNvPr id="353" name="Google Shape;353;p5">
            <a:extLst xmlns:a="http://schemas.openxmlformats.org/drawingml/2006/main">
              <a:ext uri="{FF2B5EF4-FFF2-40B4-BE49-F238E27FC236}">
                <a16:creationId xmlns:a16="http://schemas.microsoft.com/office/drawing/2014/main" id="{F1346BB7-7D8C-4B88-B4C7-E3FDB98CCEB7}"/>
              </a:ext>
            </a:extLst>
          </p:cNvPr>
          <p:cNvSpPr>
            <a:spLocks xmlns:a="http://schemas.openxmlformats.org/drawingml/2006/main" noGrp="1"/>
          </p:cNvSpPr>
          <p:nvPr/>
        </p:nvSpPr>
        <p:spPr>
          <a:xfrm xmlns:a="http://schemas.openxmlformats.org/drawingml/2006/main">
            <a:off x="320040" y="3806056"/>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49" name="Google Shape;354;p5"/>
          <p:cNvCxnSpPr/>
          <p:nvPr/>
        </p:nvCxnSpPr>
        <p:spPr>
          <a:xfrm xmlns:a="http://schemas.openxmlformats.org/drawingml/2006/main">
            <a:off x="320040" y="398517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5" name="Google Shape;355;p5">
            <a:extLst xmlns:a="http://schemas.openxmlformats.org/drawingml/2006/main">
              <a:ext uri="{FF2B5EF4-FFF2-40B4-BE49-F238E27FC236}">
                <a16:creationId xmlns:a16="http://schemas.microsoft.com/office/drawing/2014/main" id="{490B9A03-874C-4C3B-A4BC-95811472DF3C}"/>
              </a:ext>
            </a:extLst>
          </p:cNvPr>
          <p:cNvSpPr>
            <a:spLocks xmlns:a="http://schemas.openxmlformats.org/drawingml/2006/main" noGrp="1"/>
          </p:cNvSpPr>
          <p:nvPr/>
        </p:nvSpPr>
        <p:spPr>
          <a:xfrm xmlns:a="http://schemas.openxmlformats.org/drawingml/2006/main">
            <a:off x="374904" y="3806056"/>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49</a:t>
            </a:r>
            <a:endParaRPr sz="780" b="0" i="0" u="none" cap="none">
              <a:solidFill>
                <a:schemeClr val="dk1"/>
              </a:solidFill>
              <a:latin typeface="Arial"/>
              <a:ea typeface="Arial"/>
              <a:cs typeface="Arial"/>
            </a:endParaRPr>
          </a:p>
        </p:txBody>
      </p:sp>
      <p:sp>
        <p:nvSpPr>
          <p:cNvPr id="356" name="Google Shape;356;p5">
            <a:extLst xmlns:a="http://schemas.openxmlformats.org/drawingml/2006/main">
              <a:ext uri="{FF2B5EF4-FFF2-40B4-BE49-F238E27FC236}">
                <a16:creationId xmlns:a16="http://schemas.microsoft.com/office/drawing/2014/main" id="{30511E19-E27F-4E9F-89AD-C3F87EE0E62E}"/>
              </a:ext>
            </a:extLst>
          </p:cNvPr>
          <p:cNvSpPr>
            <a:spLocks xmlns:a="http://schemas.openxmlformats.org/drawingml/2006/main" noGrp="1"/>
          </p:cNvSpPr>
          <p:nvPr/>
        </p:nvSpPr>
        <p:spPr>
          <a:xfrm xmlns:a="http://schemas.openxmlformats.org/drawingml/2006/main">
            <a:off x="786384" y="3806056"/>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Test &amp; Evaluate</a:t>
            </a:r>
            <a:endParaRPr sz="780" b="0" i="0" u="none" cap="none">
              <a:solidFill>
                <a:schemeClr val="dk1"/>
              </a:solidFill>
              <a:latin typeface="Arial"/>
              <a:ea typeface="Arial"/>
              <a:cs typeface="Arial"/>
            </a:endParaRPr>
          </a:p>
        </p:txBody>
      </p:sp>
      <p:sp>
        <p:nvSpPr>
          <p:cNvPr id="357" name="Google Shape;357;p5">
            <a:extLst xmlns:a="http://schemas.openxmlformats.org/drawingml/2006/main">
              <a:ext uri="{FF2B5EF4-FFF2-40B4-BE49-F238E27FC236}">
                <a16:creationId xmlns:a16="http://schemas.microsoft.com/office/drawing/2014/main" id="{30D05EE0-CA51-47DD-B081-58E30E53A782}"/>
              </a:ext>
            </a:extLst>
          </p:cNvPr>
          <p:cNvSpPr>
            <a:spLocks xmlns:a="http://schemas.openxmlformats.org/drawingml/2006/main" noGrp="1"/>
          </p:cNvSpPr>
          <p:nvPr/>
        </p:nvSpPr>
        <p:spPr>
          <a:xfrm xmlns:a="http://schemas.openxmlformats.org/drawingml/2006/main">
            <a:off x="3529584" y="3806056"/>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Test</a:t>
            </a:r>
            <a:endParaRPr sz="780" b="0" i="0" u="none" cap="none">
              <a:solidFill>
                <a:schemeClr val="dk1"/>
              </a:solidFill>
              <a:latin typeface="Arial"/>
              <a:ea typeface="Arial"/>
              <a:cs typeface="Arial"/>
            </a:endParaRPr>
          </a:p>
        </p:txBody>
      </p:sp>
      <p:cxnSp>
        <p:nvCxnSpPr>
          <p:cNvPr id="853" name="Google Shape;358;p5"/>
          <p:cNvCxnSpPr/>
          <p:nvPr/>
        </p:nvCxnSpPr>
        <p:spPr>
          <a:xfrm xmlns:a="http://schemas.openxmlformats.org/drawingml/2006/main">
            <a:off x="320040" y="4164285"/>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9" name="Google Shape;359;p5">
            <a:extLst xmlns:a="http://schemas.openxmlformats.org/drawingml/2006/main">
              <a:ext uri="{FF2B5EF4-FFF2-40B4-BE49-F238E27FC236}">
                <a16:creationId xmlns:a16="http://schemas.microsoft.com/office/drawing/2014/main" id="{211E2AD5-193D-4124-8D46-9E387D35214B}"/>
              </a:ext>
            </a:extLst>
          </p:cNvPr>
          <p:cNvSpPr>
            <a:spLocks xmlns:a="http://schemas.openxmlformats.org/drawingml/2006/main" noGrp="1"/>
          </p:cNvSpPr>
          <p:nvPr/>
        </p:nvSpPr>
        <p:spPr>
          <a:xfrm xmlns:a="http://schemas.openxmlformats.org/drawingml/2006/main">
            <a:off x="374904" y="3985170"/>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50</a:t>
            </a:r>
            <a:endParaRPr sz="780" b="0" i="0" u="none" cap="none">
              <a:solidFill>
                <a:schemeClr val="dk1"/>
              </a:solidFill>
              <a:latin typeface="Arial"/>
              <a:ea typeface="Arial"/>
              <a:cs typeface="Arial"/>
            </a:endParaRPr>
          </a:p>
        </p:txBody>
      </p:sp>
      <p:sp>
        <p:nvSpPr>
          <p:cNvPr id="360" name="Google Shape;360;p5">
            <a:extLst xmlns:a="http://schemas.openxmlformats.org/drawingml/2006/main">
              <a:ext uri="{FF2B5EF4-FFF2-40B4-BE49-F238E27FC236}">
                <a16:creationId xmlns:a16="http://schemas.microsoft.com/office/drawing/2014/main" id="{C74E6F31-CA9A-4F61-AA3A-139A251B18E8}"/>
              </a:ext>
            </a:extLst>
          </p:cNvPr>
          <p:cNvSpPr>
            <a:spLocks xmlns:a="http://schemas.openxmlformats.org/drawingml/2006/main" noGrp="1"/>
          </p:cNvSpPr>
          <p:nvPr/>
        </p:nvSpPr>
        <p:spPr>
          <a:xfrm xmlns:a="http://schemas.openxmlformats.org/drawingml/2006/main">
            <a:off x="786384" y="3985170"/>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Test Protocol [Test 1]</a:t>
            </a:r>
            <a:endParaRPr sz="780" b="0" i="0" u="none" cap="none">
              <a:solidFill>
                <a:schemeClr val="dk1"/>
              </a:solidFill>
              <a:latin typeface="Arial"/>
              <a:ea typeface="Arial"/>
              <a:cs typeface="Arial"/>
            </a:endParaRPr>
          </a:p>
        </p:txBody>
      </p:sp>
      <p:sp>
        <p:nvSpPr>
          <p:cNvPr id="361" name="Google Shape;361;p5">
            <a:extLst xmlns:a="http://schemas.openxmlformats.org/drawingml/2006/main">
              <a:ext uri="{FF2B5EF4-FFF2-40B4-BE49-F238E27FC236}">
                <a16:creationId xmlns:a16="http://schemas.microsoft.com/office/drawing/2014/main" id="{903C6D2B-4163-4286-9E4E-89A132E6F3F6}"/>
              </a:ext>
            </a:extLst>
          </p:cNvPr>
          <p:cNvSpPr>
            <a:spLocks xmlns:a="http://schemas.openxmlformats.org/drawingml/2006/main" noGrp="1"/>
          </p:cNvSpPr>
          <p:nvPr/>
        </p:nvSpPr>
        <p:spPr>
          <a:xfrm xmlns:a="http://schemas.openxmlformats.org/drawingml/2006/main">
            <a:off x="3529584" y="3985170"/>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Test</a:t>
            </a:r>
            <a:endParaRPr sz="780" b="0" i="0" u="none" cap="none">
              <a:solidFill>
                <a:schemeClr val="dk1"/>
              </a:solidFill>
              <a:latin typeface="Arial"/>
              <a:ea typeface="Arial"/>
              <a:cs typeface="Arial"/>
            </a:endParaRPr>
          </a:p>
        </p:txBody>
      </p:sp>
      <p:sp>
        <p:nvSpPr>
          <p:cNvPr id="362" name="Google Shape;362;p5">
            <a:extLst xmlns:a="http://schemas.openxmlformats.org/drawingml/2006/main">
              <a:ext uri="{FF2B5EF4-FFF2-40B4-BE49-F238E27FC236}">
                <a16:creationId xmlns:a16="http://schemas.microsoft.com/office/drawing/2014/main" id="{E13ABD44-BC0B-4A16-993A-B0DF1155433A}"/>
              </a:ext>
            </a:extLst>
          </p:cNvPr>
          <p:cNvSpPr>
            <a:spLocks xmlns:a="http://schemas.openxmlformats.org/drawingml/2006/main" noGrp="1"/>
          </p:cNvSpPr>
          <p:nvPr/>
        </p:nvSpPr>
        <p:spPr>
          <a:xfrm xmlns:a="http://schemas.openxmlformats.org/drawingml/2006/main">
            <a:off x="320040" y="4164285"/>
            <a:ext cx="4114800" cy="17911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58" name="Google Shape;363;p5"/>
          <p:cNvCxnSpPr/>
          <p:nvPr/>
        </p:nvCxnSpPr>
        <p:spPr>
          <a:xfrm xmlns:a="http://schemas.openxmlformats.org/drawingml/2006/main">
            <a:off x="320040" y="434340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4" name="Google Shape;364;p5">
            <a:extLst xmlns:a="http://schemas.openxmlformats.org/drawingml/2006/main">
              <a:ext uri="{FF2B5EF4-FFF2-40B4-BE49-F238E27FC236}">
                <a16:creationId xmlns:a16="http://schemas.microsoft.com/office/drawing/2014/main" id="{5D94EED3-D5D2-4C37-AAA3-1C1245E82F72}"/>
              </a:ext>
            </a:extLst>
          </p:cNvPr>
          <p:cNvSpPr>
            <a:spLocks xmlns:a="http://schemas.openxmlformats.org/drawingml/2006/main" noGrp="1"/>
          </p:cNvSpPr>
          <p:nvPr/>
        </p:nvSpPr>
        <p:spPr>
          <a:xfrm xmlns:a="http://schemas.openxmlformats.org/drawingml/2006/main">
            <a:off x="374904" y="4164285"/>
            <a:ext cx="35661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51</a:t>
            </a:r>
            <a:endParaRPr sz="780" b="0" i="0" u="none" cap="none">
              <a:solidFill>
                <a:schemeClr val="dk1"/>
              </a:solidFill>
              <a:latin typeface="Arial"/>
              <a:ea typeface="Arial"/>
              <a:cs typeface="Arial"/>
            </a:endParaRPr>
          </a:p>
        </p:txBody>
      </p:sp>
      <p:sp>
        <p:nvSpPr>
          <p:cNvPr id="365" name="Google Shape;365;p5">
            <a:extLst xmlns:a="http://schemas.openxmlformats.org/drawingml/2006/main">
              <a:ext uri="{FF2B5EF4-FFF2-40B4-BE49-F238E27FC236}">
                <a16:creationId xmlns:a16="http://schemas.microsoft.com/office/drawing/2014/main" id="{62F34580-35CA-4D2D-AA4B-C6AD4465D055}"/>
              </a:ext>
            </a:extLst>
          </p:cNvPr>
          <p:cNvSpPr>
            <a:spLocks xmlns:a="http://schemas.openxmlformats.org/drawingml/2006/main" noGrp="1"/>
          </p:cNvSpPr>
          <p:nvPr/>
        </p:nvSpPr>
        <p:spPr>
          <a:xfrm xmlns:a="http://schemas.openxmlformats.org/drawingml/2006/main">
            <a:off x="786384" y="4164285"/>
            <a:ext cx="268833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Auton Consistency Log [v1]</a:t>
            </a:r>
            <a:endParaRPr sz="780" b="0" i="0" u="none" cap="none">
              <a:solidFill>
                <a:schemeClr val="dk1"/>
              </a:solidFill>
              <a:latin typeface="Arial"/>
              <a:ea typeface="Arial"/>
              <a:cs typeface="Arial"/>
            </a:endParaRPr>
          </a:p>
        </p:txBody>
      </p:sp>
      <p:sp>
        <p:nvSpPr>
          <p:cNvPr id="366" name="Google Shape;366;p5">
            <a:extLst xmlns:a="http://schemas.openxmlformats.org/drawingml/2006/main">
              <a:ext uri="{FF2B5EF4-FFF2-40B4-BE49-F238E27FC236}">
                <a16:creationId xmlns:a16="http://schemas.microsoft.com/office/drawing/2014/main" id="{6B501D17-088B-4C95-A037-5C11B6A15D56}"/>
              </a:ext>
            </a:extLst>
          </p:cNvPr>
          <p:cNvSpPr>
            <a:spLocks xmlns:a="http://schemas.openxmlformats.org/drawingml/2006/main" noGrp="1"/>
          </p:cNvSpPr>
          <p:nvPr/>
        </p:nvSpPr>
        <p:spPr>
          <a:xfrm xmlns:a="http://schemas.openxmlformats.org/drawingml/2006/main">
            <a:off x="3529584" y="4164285"/>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Test</a:t>
            </a:r>
            <a:endParaRPr sz="780" b="0" i="0" u="none" cap="none">
              <a:solidFill>
                <a:schemeClr val="dk1"/>
              </a:solidFill>
              <a:latin typeface="Arial"/>
              <a:ea typeface="Arial"/>
              <a:cs typeface="Arial"/>
            </a:endParaRPr>
          </a:p>
        </p:txBody>
      </p:sp>
      <p:sp>
        <p:nvSpPr>
          <p:cNvPr id="367" name="Google Shape;367;p5">
            <a:extLst xmlns:a="http://schemas.openxmlformats.org/drawingml/2006/main">
              <a:ext uri="{FF2B5EF4-FFF2-40B4-BE49-F238E27FC236}">
                <a16:creationId xmlns:a16="http://schemas.microsoft.com/office/drawing/2014/main" id="{B77DCF61-CC6D-44AE-A211-CA6F24A21059}"/>
              </a:ext>
            </a:extLst>
          </p:cNvPr>
          <p:cNvSpPr>
            <a:spLocks xmlns:a="http://schemas.openxmlformats.org/drawingml/2006/main" noGrp="1"/>
          </p:cNvSpPr>
          <p:nvPr/>
        </p:nvSpPr>
        <p:spPr>
          <a:xfrm xmlns:a="http://schemas.openxmlformats.org/drawingml/2006/main">
            <a:off x="320040" y="1097280"/>
            <a:ext cx="4114800" cy="32461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8" name="Google Shape;368;p5">
            <a:extLst xmlns:a="http://schemas.openxmlformats.org/drawingml/2006/main">
              <a:ext uri="{FF2B5EF4-FFF2-40B4-BE49-F238E27FC236}">
                <a16:creationId xmlns:a16="http://schemas.microsoft.com/office/drawing/2014/main" id="{5A79DDAC-8655-4A0D-9CA4-3A36C316A4AB}"/>
              </a:ext>
            </a:extLst>
          </p:cNvPr>
          <p:cNvSpPr>
            <a:spLocks xmlns:a="http://schemas.openxmlformats.org/drawingml/2006/main" noGrp="1"/>
          </p:cNvSpPr>
          <p:nvPr/>
        </p:nvSpPr>
        <p:spPr>
          <a:xfrm xmlns:a="http://schemas.openxmlformats.org/drawingml/2006/main">
            <a:off x="4572000" y="1097280"/>
            <a:ext cx="4114800" cy="20116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9" name="Google Shape;369;p5">
            <a:extLst xmlns:a="http://schemas.openxmlformats.org/drawingml/2006/main">
              <a:ext uri="{FF2B5EF4-FFF2-40B4-BE49-F238E27FC236}">
                <a16:creationId xmlns:a16="http://schemas.microsoft.com/office/drawing/2014/main" id="{768E4AFE-3D1E-4393-A3BC-179AF0324027}"/>
              </a:ext>
            </a:extLst>
          </p:cNvPr>
          <p:cNvSpPr>
            <a:spLocks xmlns:a="http://schemas.openxmlformats.org/drawingml/2006/main" noGrp="1"/>
          </p:cNvSpPr>
          <p:nvPr/>
        </p:nvSpPr>
        <p:spPr>
          <a:xfrm xmlns:a="http://schemas.openxmlformats.org/drawingml/2006/main">
            <a:off x="4626864" y="1097280"/>
            <a:ext cx="356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Slide</a:t>
            </a:r>
            <a:endParaRPr sz="850" b="0" i="0" u="none" cap="none">
              <a:solidFill>
                <a:schemeClr val="dk1"/>
              </a:solidFill>
              <a:latin typeface="Arial"/>
              <a:ea typeface="Arial"/>
              <a:cs typeface="Arial"/>
            </a:endParaRPr>
          </a:p>
        </p:txBody>
      </p:sp>
      <p:sp>
        <p:nvSpPr>
          <p:cNvPr id="370" name="Google Shape;370;p5">
            <a:extLst xmlns:a="http://schemas.openxmlformats.org/drawingml/2006/main">
              <a:ext uri="{FF2B5EF4-FFF2-40B4-BE49-F238E27FC236}">
                <a16:creationId xmlns:a16="http://schemas.microsoft.com/office/drawing/2014/main" id="{8D4BD17E-2AFB-48DA-9931-E5E7A502F07E}"/>
              </a:ext>
            </a:extLst>
          </p:cNvPr>
          <p:cNvSpPr>
            <a:spLocks xmlns:a="http://schemas.openxmlformats.org/drawingml/2006/main" noGrp="1"/>
          </p:cNvSpPr>
          <p:nvPr/>
        </p:nvSpPr>
        <p:spPr>
          <a:xfrm xmlns:a="http://schemas.openxmlformats.org/drawingml/2006/main">
            <a:off x="5038344" y="1097280"/>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Title</a:t>
            </a:r>
            <a:endParaRPr sz="850" b="0" i="0" u="none" cap="none">
              <a:solidFill>
                <a:schemeClr val="dk1"/>
              </a:solidFill>
              <a:latin typeface="Arial"/>
              <a:ea typeface="Arial"/>
              <a:cs typeface="Arial"/>
            </a:endParaRPr>
          </a:p>
        </p:txBody>
      </p:sp>
      <p:sp>
        <p:nvSpPr>
          <p:cNvPr id="371" name="Google Shape;371;p5">
            <a:extLst xmlns:a="http://schemas.openxmlformats.org/drawingml/2006/main">
              <a:ext uri="{FF2B5EF4-FFF2-40B4-BE49-F238E27FC236}">
                <a16:creationId xmlns:a16="http://schemas.microsoft.com/office/drawing/2014/main" id="{8EDB9D22-3DCE-46C3-A422-FD9D5EF0FC94}"/>
              </a:ext>
            </a:extLst>
          </p:cNvPr>
          <p:cNvSpPr>
            <a:spLocks xmlns:a="http://schemas.openxmlformats.org/drawingml/2006/main" noGrp="1"/>
          </p:cNvSpPr>
          <p:nvPr/>
        </p:nvSpPr>
        <p:spPr>
          <a:xfrm xmlns:a="http://schemas.openxmlformats.org/drawingml/2006/main">
            <a:off x="7781544" y="1097280"/>
            <a:ext cx="905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EDP Phase</a:t>
            </a:r>
            <a:endParaRPr sz="850" b="0" i="0" u="none" cap="none">
              <a:solidFill>
                <a:schemeClr val="dk1"/>
              </a:solidFill>
              <a:latin typeface="Arial"/>
              <a:ea typeface="Arial"/>
              <a:cs typeface="Arial"/>
            </a:endParaRPr>
          </a:p>
        </p:txBody>
      </p:sp>
      <p:sp>
        <p:nvSpPr>
          <p:cNvPr id="372" name="Google Shape;372;p5">
            <a:extLst xmlns:a="http://schemas.openxmlformats.org/drawingml/2006/main">
              <a:ext uri="{FF2B5EF4-FFF2-40B4-BE49-F238E27FC236}">
                <a16:creationId xmlns:a16="http://schemas.microsoft.com/office/drawing/2014/main" id="{1CC84097-B53D-4E75-BC26-32C52232190B}"/>
              </a:ext>
            </a:extLst>
          </p:cNvPr>
          <p:cNvSpPr>
            <a:spLocks xmlns:a="http://schemas.openxmlformats.org/drawingml/2006/main" noGrp="1"/>
          </p:cNvSpPr>
          <p:nvPr/>
        </p:nvSpPr>
        <p:spPr>
          <a:xfrm xmlns:a="http://schemas.openxmlformats.org/drawingml/2006/main">
            <a:off x="4572000" y="1298448"/>
            <a:ext cx="4114800" cy="25374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68" name="Google Shape;373;p5"/>
          <p:cNvCxnSpPr/>
          <p:nvPr/>
        </p:nvCxnSpPr>
        <p:spPr>
          <a:xfrm xmlns:a="http://schemas.openxmlformats.org/drawingml/2006/main">
            <a:off x="4572000" y="155219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4" name="Google Shape;374;p5">
            <a:extLst xmlns:a="http://schemas.openxmlformats.org/drawingml/2006/main">
              <a:ext uri="{FF2B5EF4-FFF2-40B4-BE49-F238E27FC236}">
                <a16:creationId xmlns:a16="http://schemas.microsoft.com/office/drawing/2014/main" id="{308B0998-0D83-4A3D-AEEB-A71EF1EDF75B}"/>
              </a:ext>
            </a:extLst>
          </p:cNvPr>
          <p:cNvSpPr>
            <a:spLocks xmlns:a="http://schemas.openxmlformats.org/drawingml/2006/main" noGrp="1"/>
          </p:cNvSpPr>
          <p:nvPr/>
        </p:nvSpPr>
        <p:spPr>
          <a:xfrm xmlns:a="http://schemas.openxmlformats.org/drawingml/2006/main">
            <a:off x="4626864" y="1298448"/>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52</a:t>
            </a:r>
            <a:endParaRPr sz="780" b="0" i="0" u="none" cap="none">
              <a:solidFill>
                <a:schemeClr val="dk1"/>
              </a:solidFill>
              <a:latin typeface="Arial"/>
              <a:ea typeface="Arial"/>
              <a:cs typeface="Arial"/>
            </a:endParaRPr>
          </a:p>
        </p:txBody>
      </p:sp>
      <p:sp>
        <p:nvSpPr>
          <p:cNvPr id="375" name="Google Shape;375;p5">
            <a:extLst xmlns:a="http://schemas.openxmlformats.org/drawingml/2006/main">
              <a:ext uri="{FF2B5EF4-FFF2-40B4-BE49-F238E27FC236}">
                <a16:creationId xmlns:a16="http://schemas.microsoft.com/office/drawing/2014/main" id="{701932A4-B22F-4135-A769-E894F9E9CAE8}"/>
              </a:ext>
            </a:extLst>
          </p:cNvPr>
          <p:cNvSpPr>
            <a:spLocks xmlns:a="http://schemas.openxmlformats.org/drawingml/2006/main" noGrp="1"/>
          </p:cNvSpPr>
          <p:nvPr/>
        </p:nvSpPr>
        <p:spPr>
          <a:xfrm xmlns:a="http://schemas.openxmlformats.org/drawingml/2006/main">
            <a:off x="5038344" y="1298448"/>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Tournament Prep</a:t>
            </a:r>
            <a:endParaRPr sz="780" b="0" i="0" u="none" cap="none">
              <a:solidFill>
                <a:schemeClr val="dk1"/>
              </a:solidFill>
              <a:latin typeface="Arial"/>
              <a:ea typeface="Arial"/>
              <a:cs typeface="Arial"/>
            </a:endParaRPr>
          </a:p>
        </p:txBody>
      </p:sp>
      <p:sp>
        <p:nvSpPr>
          <p:cNvPr id="376" name="Google Shape;376;p5">
            <a:extLst xmlns:a="http://schemas.openxmlformats.org/drawingml/2006/main">
              <a:ext uri="{FF2B5EF4-FFF2-40B4-BE49-F238E27FC236}">
                <a16:creationId xmlns:a16="http://schemas.microsoft.com/office/drawing/2014/main" id="{CAEC008F-7C22-4A79-8E49-BDF718521464}"/>
              </a:ext>
            </a:extLst>
          </p:cNvPr>
          <p:cNvSpPr>
            <a:spLocks xmlns:a="http://schemas.openxmlformats.org/drawingml/2006/main" noGrp="1"/>
          </p:cNvSpPr>
          <p:nvPr/>
        </p:nvSpPr>
        <p:spPr>
          <a:xfrm xmlns:a="http://schemas.openxmlformats.org/drawingml/2006/main">
            <a:off x="7781544" y="1298448"/>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a:t>
            </a:r>
            <a:endParaRPr sz="780" b="0" i="0" u="none" cap="none">
              <a:solidFill>
                <a:schemeClr val="dk1"/>
              </a:solidFill>
              <a:latin typeface="Arial"/>
              <a:ea typeface="Arial"/>
              <a:cs typeface="Arial"/>
            </a:endParaRPr>
          </a:p>
        </p:txBody>
      </p:sp>
      <p:cxnSp>
        <p:nvCxnSpPr>
          <p:cNvPr id="872" name="Google Shape;377;p5"/>
          <p:cNvCxnSpPr/>
          <p:nvPr/>
        </p:nvCxnSpPr>
        <p:spPr>
          <a:xfrm xmlns:a="http://schemas.openxmlformats.org/drawingml/2006/main">
            <a:off x="4572000" y="180594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8" name="Google Shape;378;p5">
            <a:extLst xmlns:a="http://schemas.openxmlformats.org/drawingml/2006/main">
              <a:ext uri="{FF2B5EF4-FFF2-40B4-BE49-F238E27FC236}">
                <a16:creationId xmlns:a16="http://schemas.microsoft.com/office/drawing/2014/main" id="{FAD77C7C-2A00-4DDF-A364-C4CFC79B81F1}"/>
              </a:ext>
            </a:extLst>
          </p:cNvPr>
          <p:cNvSpPr>
            <a:spLocks xmlns:a="http://schemas.openxmlformats.org/drawingml/2006/main" noGrp="1"/>
          </p:cNvSpPr>
          <p:nvPr/>
        </p:nvSpPr>
        <p:spPr>
          <a:xfrm xmlns:a="http://schemas.openxmlformats.org/drawingml/2006/main">
            <a:off x="4626864" y="1552194"/>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53</a:t>
            </a:r>
            <a:endParaRPr sz="780" b="0" i="0" u="none" cap="none">
              <a:solidFill>
                <a:schemeClr val="dk1"/>
              </a:solidFill>
              <a:latin typeface="Arial"/>
              <a:ea typeface="Arial"/>
              <a:cs typeface="Arial"/>
            </a:endParaRPr>
          </a:p>
        </p:txBody>
      </p:sp>
      <p:sp>
        <p:nvSpPr>
          <p:cNvPr id="379" name="Google Shape;379;p5">
            <a:extLst xmlns:a="http://schemas.openxmlformats.org/drawingml/2006/main">
              <a:ext uri="{FF2B5EF4-FFF2-40B4-BE49-F238E27FC236}">
                <a16:creationId xmlns:a16="http://schemas.microsoft.com/office/drawing/2014/main" id="{36D673BC-34B7-4376-9B39-2B023ED09AC9}"/>
              </a:ext>
            </a:extLst>
          </p:cNvPr>
          <p:cNvSpPr>
            <a:spLocks xmlns:a="http://schemas.openxmlformats.org/drawingml/2006/main" noGrp="1"/>
          </p:cNvSpPr>
          <p:nvPr/>
        </p:nvSpPr>
        <p:spPr>
          <a:xfrm xmlns:a="http://schemas.openxmlformats.org/drawingml/2006/main">
            <a:off x="5038344" y="1552194"/>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Pre-Competition Prep [Event 1]</a:t>
            </a:r>
            <a:endParaRPr sz="780" b="0" i="0" u="none" cap="none">
              <a:solidFill>
                <a:schemeClr val="dk1"/>
              </a:solidFill>
              <a:latin typeface="Arial"/>
              <a:ea typeface="Arial"/>
              <a:cs typeface="Arial"/>
            </a:endParaRPr>
          </a:p>
        </p:txBody>
      </p:sp>
      <p:sp>
        <p:nvSpPr>
          <p:cNvPr id="380" name="Google Shape;380;p5">
            <a:extLst xmlns:a="http://schemas.openxmlformats.org/drawingml/2006/main">
              <a:ext uri="{FF2B5EF4-FFF2-40B4-BE49-F238E27FC236}">
                <a16:creationId xmlns:a16="http://schemas.microsoft.com/office/drawing/2014/main" id="{F3F01E04-5D8F-483C-BAD0-AE9E024AF248}"/>
              </a:ext>
            </a:extLst>
          </p:cNvPr>
          <p:cNvSpPr>
            <a:spLocks xmlns:a="http://schemas.openxmlformats.org/drawingml/2006/main" noGrp="1"/>
          </p:cNvSpPr>
          <p:nvPr/>
        </p:nvSpPr>
        <p:spPr>
          <a:xfrm xmlns:a="http://schemas.openxmlformats.org/drawingml/2006/main">
            <a:off x="7781544" y="1552194"/>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a:t>
            </a:r>
            <a:endParaRPr sz="780" b="0" i="0" u="none" cap="none">
              <a:solidFill>
                <a:schemeClr val="dk1"/>
              </a:solidFill>
              <a:latin typeface="Arial"/>
              <a:ea typeface="Arial"/>
              <a:cs typeface="Arial"/>
            </a:endParaRPr>
          </a:p>
        </p:txBody>
      </p:sp>
      <p:sp>
        <p:nvSpPr>
          <p:cNvPr id="381" name="Google Shape;381;p5">
            <a:extLst xmlns:a="http://schemas.openxmlformats.org/drawingml/2006/main">
              <a:ext uri="{FF2B5EF4-FFF2-40B4-BE49-F238E27FC236}">
                <a16:creationId xmlns:a16="http://schemas.microsoft.com/office/drawing/2014/main" id="{67B1A7B4-1323-4890-978F-232819349797}"/>
              </a:ext>
            </a:extLst>
          </p:cNvPr>
          <p:cNvSpPr>
            <a:spLocks xmlns:a="http://schemas.openxmlformats.org/drawingml/2006/main" noGrp="1"/>
          </p:cNvSpPr>
          <p:nvPr/>
        </p:nvSpPr>
        <p:spPr>
          <a:xfrm xmlns:a="http://schemas.openxmlformats.org/drawingml/2006/main">
            <a:off x="4572000" y="1805940"/>
            <a:ext cx="4114800" cy="25374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77" name="Google Shape;382;p5"/>
          <p:cNvCxnSpPr/>
          <p:nvPr/>
        </p:nvCxnSpPr>
        <p:spPr>
          <a:xfrm xmlns:a="http://schemas.openxmlformats.org/drawingml/2006/main">
            <a:off x="4572000" y="205968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3" name="Google Shape;383;p5">
            <a:extLst xmlns:a="http://schemas.openxmlformats.org/drawingml/2006/main">
              <a:ext uri="{FF2B5EF4-FFF2-40B4-BE49-F238E27FC236}">
                <a16:creationId xmlns:a16="http://schemas.microsoft.com/office/drawing/2014/main" id="{7C18B49A-249F-4766-A947-189F89AA502E}"/>
              </a:ext>
            </a:extLst>
          </p:cNvPr>
          <p:cNvSpPr>
            <a:spLocks xmlns:a="http://schemas.openxmlformats.org/drawingml/2006/main" noGrp="1"/>
          </p:cNvSpPr>
          <p:nvPr/>
        </p:nvSpPr>
        <p:spPr>
          <a:xfrm xmlns:a="http://schemas.openxmlformats.org/drawingml/2006/main">
            <a:off x="4626864" y="1805940"/>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54</a:t>
            </a:r>
            <a:endParaRPr sz="780" b="0" i="0" u="none" cap="none">
              <a:solidFill>
                <a:schemeClr val="dk1"/>
              </a:solidFill>
              <a:latin typeface="Arial"/>
              <a:ea typeface="Arial"/>
              <a:cs typeface="Arial"/>
            </a:endParaRPr>
          </a:p>
        </p:txBody>
      </p:sp>
      <p:sp>
        <p:nvSpPr>
          <p:cNvPr id="384" name="Google Shape;384;p5">
            <a:extLst xmlns:a="http://schemas.openxmlformats.org/drawingml/2006/main">
              <a:ext uri="{FF2B5EF4-FFF2-40B4-BE49-F238E27FC236}">
                <a16:creationId xmlns:a16="http://schemas.microsoft.com/office/drawing/2014/main" id="{5A1D175A-A0E2-4869-AFA7-7BAE4F9F4B27}"/>
              </a:ext>
            </a:extLst>
          </p:cNvPr>
          <p:cNvSpPr>
            <a:spLocks xmlns:a="http://schemas.openxmlformats.org/drawingml/2006/main" noGrp="1"/>
          </p:cNvSpPr>
          <p:nvPr/>
        </p:nvSpPr>
        <p:spPr>
          <a:xfrm xmlns:a="http://schemas.openxmlformats.org/drawingml/2006/main">
            <a:off x="5038344" y="1805940"/>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 Reflection [Event 1]</a:t>
            </a:r>
            <a:endParaRPr sz="780" b="0" i="0" u="none" cap="none">
              <a:solidFill>
                <a:schemeClr val="dk1"/>
              </a:solidFill>
              <a:latin typeface="Arial"/>
              <a:ea typeface="Arial"/>
              <a:cs typeface="Arial"/>
            </a:endParaRPr>
          </a:p>
        </p:txBody>
      </p:sp>
      <p:sp>
        <p:nvSpPr>
          <p:cNvPr id="385" name="Google Shape;385;p5">
            <a:extLst xmlns:a="http://schemas.openxmlformats.org/drawingml/2006/main">
              <a:ext uri="{FF2B5EF4-FFF2-40B4-BE49-F238E27FC236}">
                <a16:creationId xmlns:a16="http://schemas.microsoft.com/office/drawing/2014/main" id="{457BDE38-E219-401C-8161-A3CA57C4E462}"/>
              </a:ext>
            </a:extLst>
          </p:cNvPr>
          <p:cNvSpPr>
            <a:spLocks xmlns:a="http://schemas.openxmlformats.org/drawingml/2006/main" noGrp="1"/>
          </p:cNvSpPr>
          <p:nvPr/>
        </p:nvSpPr>
        <p:spPr>
          <a:xfrm xmlns:a="http://schemas.openxmlformats.org/drawingml/2006/main">
            <a:off x="7781544" y="1805940"/>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a:t>
            </a:r>
            <a:endParaRPr sz="780" b="0" i="0" u="none" cap="none">
              <a:solidFill>
                <a:schemeClr val="dk1"/>
              </a:solidFill>
              <a:latin typeface="Arial"/>
              <a:ea typeface="Arial"/>
              <a:cs typeface="Arial"/>
            </a:endParaRPr>
          </a:p>
        </p:txBody>
      </p:sp>
      <p:cxnSp>
        <p:nvCxnSpPr>
          <p:cNvPr id="881" name="Google Shape;386;p5"/>
          <p:cNvCxnSpPr/>
          <p:nvPr/>
        </p:nvCxnSpPr>
        <p:spPr>
          <a:xfrm xmlns:a="http://schemas.openxmlformats.org/drawingml/2006/main">
            <a:off x="4572000" y="231343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7" name="Google Shape;387;p5">
            <a:extLst xmlns:a="http://schemas.openxmlformats.org/drawingml/2006/main">
              <a:ext uri="{FF2B5EF4-FFF2-40B4-BE49-F238E27FC236}">
                <a16:creationId xmlns:a16="http://schemas.microsoft.com/office/drawing/2014/main" id="{D70B7A8A-1E69-4EBF-9959-A1FFF9B892DD}"/>
              </a:ext>
            </a:extLst>
          </p:cNvPr>
          <p:cNvSpPr>
            <a:spLocks xmlns:a="http://schemas.openxmlformats.org/drawingml/2006/main" noGrp="1"/>
          </p:cNvSpPr>
          <p:nvPr/>
        </p:nvSpPr>
        <p:spPr>
          <a:xfrm xmlns:a="http://schemas.openxmlformats.org/drawingml/2006/main">
            <a:off x="4626864" y="2059686"/>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55</a:t>
            </a:r>
            <a:endParaRPr sz="780" b="0" i="0" u="none" cap="none">
              <a:solidFill>
                <a:schemeClr val="dk1"/>
              </a:solidFill>
              <a:latin typeface="Arial"/>
              <a:ea typeface="Arial"/>
              <a:cs typeface="Arial"/>
            </a:endParaRPr>
          </a:p>
        </p:txBody>
      </p:sp>
      <p:sp>
        <p:nvSpPr>
          <p:cNvPr id="388" name="Google Shape;388;p5">
            <a:extLst xmlns:a="http://schemas.openxmlformats.org/drawingml/2006/main">
              <a:ext uri="{FF2B5EF4-FFF2-40B4-BE49-F238E27FC236}">
                <a16:creationId xmlns:a16="http://schemas.microsoft.com/office/drawing/2014/main" id="{D53607C0-F975-4BD3-95B7-5E8DB47B157D}"/>
              </a:ext>
            </a:extLst>
          </p:cNvPr>
          <p:cNvSpPr>
            <a:spLocks xmlns:a="http://schemas.openxmlformats.org/drawingml/2006/main" noGrp="1"/>
          </p:cNvSpPr>
          <p:nvPr/>
        </p:nvSpPr>
        <p:spPr>
          <a:xfrm xmlns:a="http://schemas.openxmlformats.org/drawingml/2006/main">
            <a:off x="5038344" y="2059686"/>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 Photo Gallery [Event 1]</a:t>
            </a:r>
            <a:endParaRPr sz="780" b="0" i="0" u="none" cap="none">
              <a:solidFill>
                <a:schemeClr val="dk1"/>
              </a:solidFill>
              <a:latin typeface="Arial"/>
              <a:ea typeface="Arial"/>
              <a:cs typeface="Arial"/>
            </a:endParaRPr>
          </a:p>
        </p:txBody>
      </p:sp>
      <p:sp>
        <p:nvSpPr>
          <p:cNvPr id="389" name="Google Shape;389;p5">
            <a:extLst xmlns:a="http://schemas.openxmlformats.org/drawingml/2006/main">
              <a:ext uri="{FF2B5EF4-FFF2-40B4-BE49-F238E27FC236}">
                <a16:creationId xmlns:a16="http://schemas.microsoft.com/office/drawing/2014/main" id="{643B2E01-39AE-4F5C-88CE-3567F03E0C39}"/>
              </a:ext>
            </a:extLst>
          </p:cNvPr>
          <p:cNvSpPr>
            <a:spLocks xmlns:a="http://schemas.openxmlformats.org/drawingml/2006/main" noGrp="1"/>
          </p:cNvSpPr>
          <p:nvPr/>
        </p:nvSpPr>
        <p:spPr>
          <a:xfrm xmlns:a="http://schemas.openxmlformats.org/drawingml/2006/main">
            <a:off x="7781544" y="2059686"/>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a:t>
            </a:r>
            <a:endParaRPr sz="780" b="0" i="0" u="none" cap="none">
              <a:solidFill>
                <a:schemeClr val="dk1"/>
              </a:solidFill>
              <a:latin typeface="Arial"/>
              <a:ea typeface="Arial"/>
              <a:cs typeface="Arial"/>
            </a:endParaRPr>
          </a:p>
        </p:txBody>
      </p:sp>
      <p:sp>
        <p:nvSpPr>
          <p:cNvPr id="390" name="Google Shape;390;p5">
            <a:extLst xmlns:a="http://schemas.openxmlformats.org/drawingml/2006/main">
              <a:ext uri="{FF2B5EF4-FFF2-40B4-BE49-F238E27FC236}">
                <a16:creationId xmlns:a16="http://schemas.microsoft.com/office/drawing/2014/main" id="{47F6474B-1175-4682-AB30-FB68D2FF02A4}"/>
              </a:ext>
            </a:extLst>
          </p:cNvPr>
          <p:cNvSpPr>
            <a:spLocks xmlns:a="http://schemas.openxmlformats.org/drawingml/2006/main" noGrp="1"/>
          </p:cNvSpPr>
          <p:nvPr/>
        </p:nvSpPr>
        <p:spPr>
          <a:xfrm xmlns:a="http://schemas.openxmlformats.org/drawingml/2006/main">
            <a:off x="4572000" y="2313432"/>
            <a:ext cx="4114800" cy="25374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86" name="Google Shape;391;p5"/>
          <p:cNvCxnSpPr/>
          <p:nvPr/>
        </p:nvCxnSpPr>
        <p:spPr>
          <a:xfrm xmlns:a="http://schemas.openxmlformats.org/drawingml/2006/main">
            <a:off x="4572000" y="2567178"/>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2" name="Google Shape;392;p5">
            <a:extLst xmlns:a="http://schemas.openxmlformats.org/drawingml/2006/main">
              <a:ext uri="{FF2B5EF4-FFF2-40B4-BE49-F238E27FC236}">
                <a16:creationId xmlns:a16="http://schemas.microsoft.com/office/drawing/2014/main" id="{7AE7AF15-6AD2-4720-ABCC-7795D8EC0000}"/>
              </a:ext>
            </a:extLst>
          </p:cNvPr>
          <p:cNvSpPr>
            <a:spLocks xmlns:a="http://schemas.openxmlformats.org/drawingml/2006/main" noGrp="1"/>
          </p:cNvSpPr>
          <p:nvPr/>
        </p:nvSpPr>
        <p:spPr>
          <a:xfrm xmlns:a="http://schemas.openxmlformats.org/drawingml/2006/main">
            <a:off x="4626864" y="2313432"/>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__</a:t>
            </a:r>
            <a:endParaRPr sz="780" b="0" i="0" u="none" cap="none">
              <a:solidFill>
                <a:schemeClr val="dk1"/>
              </a:solidFill>
              <a:latin typeface="Arial"/>
              <a:ea typeface="Arial"/>
              <a:cs typeface="Arial"/>
            </a:endParaRPr>
          </a:p>
        </p:txBody>
      </p:sp>
      <p:sp>
        <p:nvSpPr>
          <p:cNvPr id="393" name="Google Shape;393;p5">
            <a:extLst xmlns:a="http://schemas.openxmlformats.org/drawingml/2006/main">
              <a:ext uri="{FF2B5EF4-FFF2-40B4-BE49-F238E27FC236}">
                <a16:creationId xmlns:a16="http://schemas.microsoft.com/office/drawing/2014/main" id="{97DA219E-A044-4D50-958D-AA784DC881B6}"/>
              </a:ext>
            </a:extLst>
          </p:cNvPr>
          <p:cNvSpPr>
            <a:spLocks xmlns:a="http://schemas.openxmlformats.org/drawingml/2006/main" noGrp="1"/>
          </p:cNvSpPr>
          <p:nvPr/>
        </p:nvSpPr>
        <p:spPr>
          <a:xfrm xmlns:a="http://schemas.openxmlformats.org/drawingml/2006/main">
            <a:off x="5038344" y="2313432"/>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[Event 2+ duplicates]</a:t>
            </a:r>
            <a:endParaRPr sz="780" b="0" i="0" u="none" cap="none">
              <a:solidFill>
                <a:schemeClr val="dk1"/>
              </a:solidFill>
              <a:latin typeface="Arial"/>
              <a:ea typeface="Arial"/>
              <a:cs typeface="Arial"/>
            </a:endParaRPr>
          </a:p>
        </p:txBody>
      </p:sp>
      <p:sp>
        <p:nvSpPr>
          <p:cNvPr id="394" name="Google Shape;394;p5">
            <a:extLst xmlns:a="http://schemas.openxmlformats.org/drawingml/2006/main">
              <a:ext uri="{FF2B5EF4-FFF2-40B4-BE49-F238E27FC236}">
                <a16:creationId xmlns:a16="http://schemas.microsoft.com/office/drawing/2014/main" id="{3E82A5ED-A239-4DF9-93ED-615C12B24756}"/>
              </a:ext>
            </a:extLst>
          </p:cNvPr>
          <p:cNvSpPr>
            <a:spLocks xmlns:a="http://schemas.openxmlformats.org/drawingml/2006/main" noGrp="1"/>
          </p:cNvSpPr>
          <p:nvPr/>
        </p:nvSpPr>
        <p:spPr>
          <a:xfrm xmlns:a="http://schemas.openxmlformats.org/drawingml/2006/main">
            <a:off x="7781544" y="2313432"/>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a:t>
            </a:r>
            <a:endParaRPr sz="780" b="0" i="0" u="none" cap="none">
              <a:solidFill>
                <a:schemeClr val="dk1"/>
              </a:solidFill>
              <a:latin typeface="Arial"/>
              <a:ea typeface="Arial"/>
              <a:cs typeface="Arial"/>
            </a:endParaRPr>
          </a:p>
        </p:txBody>
      </p:sp>
      <p:cxnSp>
        <p:nvCxnSpPr>
          <p:cNvPr id="890" name="Google Shape;395;p5"/>
          <p:cNvCxnSpPr/>
          <p:nvPr/>
        </p:nvCxnSpPr>
        <p:spPr>
          <a:xfrm xmlns:a="http://schemas.openxmlformats.org/drawingml/2006/main">
            <a:off x="4572000" y="282092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6" name="Google Shape;396;p5">
            <a:extLst xmlns:a="http://schemas.openxmlformats.org/drawingml/2006/main">
              <a:ext uri="{FF2B5EF4-FFF2-40B4-BE49-F238E27FC236}">
                <a16:creationId xmlns:a16="http://schemas.microsoft.com/office/drawing/2014/main" id="{5B5D2AA9-67A8-4B42-AC89-59C7ECA20089}"/>
              </a:ext>
            </a:extLst>
          </p:cNvPr>
          <p:cNvSpPr>
            <a:spLocks xmlns:a="http://schemas.openxmlformats.org/drawingml/2006/main" noGrp="1"/>
          </p:cNvSpPr>
          <p:nvPr/>
        </p:nvSpPr>
        <p:spPr>
          <a:xfrm xmlns:a="http://schemas.openxmlformats.org/drawingml/2006/main">
            <a:off x="4626864" y="2567178"/>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56</a:t>
            </a:r>
            <a:endParaRPr sz="780" b="0" i="0" u="none" cap="none">
              <a:solidFill>
                <a:schemeClr val="dk1"/>
              </a:solidFill>
              <a:latin typeface="Arial"/>
              <a:ea typeface="Arial"/>
              <a:cs typeface="Arial"/>
            </a:endParaRPr>
          </a:p>
        </p:txBody>
      </p:sp>
      <p:sp>
        <p:nvSpPr>
          <p:cNvPr id="397" name="Google Shape;397;p5">
            <a:extLst xmlns:a="http://schemas.openxmlformats.org/drawingml/2006/main">
              <a:ext uri="{FF2B5EF4-FFF2-40B4-BE49-F238E27FC236}">
                <a16:creationId xmlns:a16="http://schemas.microsoft.com/office/drawing/2014/main" id="{8DB92BB7-1B92-47DA-A09B-C93559B296F4}"/>
              </a:ext>
            </a:extLst>
          </p:cNvPr>
          <p:cNvSpPr>
            <a:spLocks xmlns:a="http://schemas.openxmlformats.org/drawingml/2006/main" noGrp="1"/>
          </p:cNvSpPr>
          <p:nvPr/>
        </p:nvSpPr>
        <p:spPr>
          <a:xfrm xmlns:a="http://schemas.openxmlformats.org/drawingml/2006/main">
            <a:off x="5038344" y="2567178"/>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Skills Run Log</a:t>
            </a:r>
            <a:endParaRPr sz="780" b="0" i="0" u="none" cap="none">
              <a:solidFill>
                <a:schemeClr val="dk1"/>
              </a:solidFill>
              <a:latin typeface="Arial"/>
              <a:ea typeface="Arial"/>
              <a:cs typeface="Arial"/>
            </a:endParaRPr>
          </a:p>
        </p:txBody>
      </p:sp>
      <p:sp>
        <p:nvSpPr>
          <p:cNvPr id="398" name="Google Shape;398;p5">
            <a:extLst xmlns:a="http://schemas.openxmlformats.org/drawingml/2006/main">
              <a:ext uri="{FF2B5EF4-FFF2-40B4-BE49-F238E27FC236}">
                <a16:creationId xmlns:a16="http://schemas.microsoft.com/office/drawing/2014/main" id="{9A15D985-3048-4E50-9E52-1256BEB53276}"/>
              </a:ext>
            </a:extLst>
          </p:cNvPr>
          <p:cNvSpPr>
            <a:spLocks xmlns:a="http://schemas.openxmlformats.org/drawingml/2006/main" noGrp="1"/>
          </p:cNvSpPr>
          <p:nvPr/>
        </p:nvSpPr>
        <p:spPr>
          <a:xfrm xmlns:a="http://schemas.openxmlformats.org/drawingml/2006/main">
            <a:off x="7781544" y="2567178"/>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Tournament</a:t>
            </a:r>
            <a:endParaRPr sz="780" b="0" i="0" u="none" cap="none">
              <a:solidFill>
                <a:schemeClr val="dk1"/>
              </a:solidFill>
              <a:latin typeface="Arial"/>
              <a:ea typeface="Arial"/>
              <a:cs typeface="Arial"/>
            </a:endParaRPr>
          </a:p>
        </p:txBody>
      </p:sp>
      <p:sp>
        <p:nvSpPr>
          <p:cNvPr id="399" name="Google Shape;399;p5">
            <a:extLst xmlns:a="http://schemas.openxmlformats.org/drawingml/2006/main">
              <a:ext uri="{FF2B5EF4-FFF2-40B4-BE49-F238E27FC236}">
                <a16:creationId xmlns:a16="http://schemas.microsoft.com/office/drawing/2014/main" id="{0D36D29E-8F6B-4AB1-8F82-110EB99CCA76}"/>
              </a:ext>
            </a:extLst>
          </p:cNvPr>
          <p:cNvSpPr>
            <a:spLocks xmlns:a="http://schemas.openxmlformats.org/drawingml/2006/main" noGrp="1"/>
          </p:cNvSpPr>
          <p:nvPr/>
        </p:nvSpPr>
        <p:spPr>
          <a:xfrm xmlns:a="http://schemas.openxmlformats.org/drawingml/2006/main">
            <a:off x="4572000" y="2820924"/>
            <a:ext cx="4114800" cy="25374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95" name="Google Shape;400;p5"/>
          <p:cNvCxnSpPr/>
          <p:nvPr/>
        </p:nvCxnSpPr>
        <p:spPr>
          <a:xfrm xmlns:a="http://schemas.openxmlformats.org/drawingml/2006/main">
            <a:off x="4572000" y="307467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401" name="Google Shape;401;p5">
            <a:extLst xmlns:a="http://schemas.openxmlformats.org/drawingml/2006/main">
              <a:ext uri="{FF2B5EF4-FFF2-40B4-BE49-F238E27FC236}">
                <a16:creationId xmlns:a16="http://schemas.microsoft.com/office/drawing/2014/main" id="{A2AF5D2F-B6DA-47B1-B4E6-FAF81D9D6442}"/>
              </a:ext>
            </a:extLst>
          </p:cNvPr>
          <p:cNvSpPr>
            <a:spLocks xmlns:a="http://schemas.openxmlformats.org/drawingml/2006/main" noGrp="1"/>
          </p:cNvSpPr>
          <p:nvPr/>
        </p:nvSpPr>
        <p:spPr>
          <a:xfrm xmlns:a="http://schemas.openxmlformats.org/drawingml/2006/main">
            <a:off x="4626864" y="2820924"/>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57</a:t>
            </a:r>
            <a:endParaRPr sz="780" b="0" i="0" u="none" cap="none">
              <a:solidFill>
                <a:schemeClr val="dk1"/>
              </a:solidFill>
              <a:latin typeface="Arial"/>
              <a:ea typeface="Arial"/>
              <a:cs typeface="Arial"/>
            </a:endParaRPr>
          </a:p>
        </p:txBody>
      </p:sp>
      <p:sp>
        <p:nvSpPr>
          <p:cNvPr id="402" name="Google Shape;402;p5">
            <a:extLst xmlns:a="http://schemas.openxmlformats.org/drawingml/2006/main">
              <a:ext uri="{FF2B5EF4-FFF2-40B4-BE49-F238E27FC236}">
                <a16:creationId xmlns:a16="http://schemas.microsoft.com/office/drawing/2014/main" id="{943BC92C-4F14-4E94-8055-700F50F570F3}"/>
              </a:ext>
            </a:extLst>
          </p:cNvPr>
          <p:cNvSpPr>
            <a:spLocks xmlns:a="http://schemas.openxmlformats.org/drawingml/2006/main" noGrp="1"/>
          </p:cNvSpPr>
          <p:nvPr/>
        </p:nvSpPr>
        <p:spPr>
          <a:xfrm xmlns:a="http://schemas.openxmlformats.org/drawingml/2006/main">
            <a:off x="5038344" y="2820924"/>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Iteration (V[N] Cycle)</a:t>
            </a:r>
            <a:endParaRPr sz="780" b="0" i="0" u="none" cap="none">
              <a:solidFill>
                <a:schemeClr val="dk1"/>
              </a:solidFill>
              <a:latin typeface="Arial"/>
              <a:ea typeface="Arial"/>
              <a:cs typeface="Arial"/>
            </a:endParaRPr>
          </a:p>
        </p:txBody>
      </p:sp>
      <p:sp>
        <p:nvSpPr>
          <p:cNvPr id="403" name="Google Shape;403;p5">
            <a:extLst xmlns:a="http://schemas.openxmlformats.org/drawingml/2006/main">
              <a:ext uri="{FF2B5EF4-FFF2-40B4-BE49-F238E27FC236}">
                <a16:creationId xmlns:a16="http://schemas.microsoft.com/office/drawing/2014/main" id="{DF8FA368-A028-4008-B850-A11CF7DE9FAF}"/>
              </a:ext>
            </a:extLst>
          </p:cNvPr>
          <p:cNvSpPr>
            <a:spLocks xmlns:a="http://schemas.openxmlformats.org/drawingml/2006/main" noGrp="1"/>
          </p:cNvSpPr>
          <p:nvPr/>
        </p:nvSpPr>
        <p:spPr>
          <a:xfrm xmlns:a="http://schemas.openxmlformats.org/drawingml/2006/main">
            <a:off x="7781544" y="2820924"/>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Iteration</a:t>
            </a:r>
            <a:endParaRPr sz="780" b="0" i="0" u="none" cap="none">
              <a:solidFill>
                <a:schemeClr val="dk1"/>
              </a:solidFill>
              <a:latin typeface="Arial"/>
              <a:ea typeface="Arial"/>
              <a:cs typeface="Arial"/>
            </a:endParaRPr>
          </a:p>
        </p:txBody>
      </p:sp>
      <p:cxnSp>
        <p:nvCxnSpPr>
          <p:cNvPr id="899" name="Google Shape;404;p5"/>
          <p:cNvCxnSpPr/>
          <p:nvPr/>
        </p:nvCxnSpPr>
        <p:spPr>
          <a:xfrm xmlns:a="http://schemas.openxmlformats.org/drawingml/2006/main">
            <a:off x="4572000" y="332841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405" name="Google Shape;405;p5">
            <a:extLst xmlns:a="http://schemas.openxmlformats.org/drawingml/2006/main">
              <a:ext uri="{FF2B5EF4-FFF2-40B4-BE49-F238E27FC236}">
                <a16:creationId xmlns:a16="http://schemas.microsoft.com/office/drawing/2014/main" id="{E67E44A8-5F00-451E-B8EC-BE003D424CC3}"/>
              </a:ext>
            </a:extLst>
          </p:cNvPr>
          <p:cNvSpPr>
            <a:spLocks xmlns:a="http://schemas.openxmlformats.org/drawingml/2006/main" noGrp="1"/>
          </p:cNvSpPr>
          <p:nvPr/>
        </p:nvSpPr>
        <p:spPr>
          <a:xfrm xmlns:a="http://schemas.openxmlformats.org/drawingml/2006/main">
            <a:off x="4626864" y="3074670"/>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58</a:t>
            </a:r>
            <a:endParaRPr sz="780" b="0" i="0" u="none" cap="none">
              <a:solidFill>
                <a:schemeClr val="dk1"/>
              </a:solidFill>
              <a:latin typeface="Arial"/>
              <a:ea typeface="Arial"/>
              <a:cs typeface="Arial"/>
            </a:endParaRPr>
          </a:p>
        </p:txBody>
      </p:sp>
      <p:sp>
        <p:nvSpPr>
          <p:cNvPr id="406" name="Google Shape;406;p5">
            <a:extLst xmlns:a="http://schemas.openxmlformats.org/drawingml/2006/main">
              <a:ext uri="{FF2B5EF4-FFF2-40B4-BE49-F238E27FC236}">
                <a16:creationId xmlns:a16="http://schemas.microsoft.com/office/drawing/2014/main" id="{498FEB75-ECFE-4C8C-B47E-8D2F0A5B04E2}"/>
              </a:ext>
            </a:extLst>
          </p:cNvPr>
          <p:cNvSpPr>
            <a:spLocks xmlns:a="http://schemas.openxmlformats.org/drawingml/2006/main" noGrp="1"/>
          </p:cNvSpPr>
          <p:nvPr/>
        </p:nvSpPr>
        <p:spPr>
          <a:xfrm xmlns:a="http://schemas.openxmlformats.org/drawingml/2006/main">
            <a:off x="5038344" y="3074670"/>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V[N] Robot — EDP Cycle Divider</a:t>
            </a:r>
            <a:endParaRPr sz="780" b="0" i="0" u="none" cap="none">
              <a:solidFill>
                <a:schemeClr val="dk1"/>
              </a:solidFill>
              <a:latin typeface="Arial"/>
              <a:ea typeface="Arial"/>
              <a:cs typeface="Arial"/>
            </a:endParaRPr>
          </a:p>
        </p:txBody>
      </p:sp>
      <p:sp>
        <p:nvSpPr>
          <p:cNvPr id="407" name="Google Shape;407;p5">
            <a:extLst xmlns:a="http://schemas.openxmlformats.org/drawingml/2006/main">
              <a:ext uri="{FF2B5EF4-FFF2-40B4-BE49-F238E27FC236}">
                <a16:creationId xmlns:a16="http://schemas.microsoft.com/office/drawing/2014/main" id="{E01773B5-E8EE-4E42-BED6-D3B3D8B23E18}"/>
              </a:ext>
            </a:extLst>
          </p:cNvPr>
          <p:cNvSpPr>
            <a:spLocks xmlns:a="http://schemas.openxmlformats.org/drawingml/2006/main" noGrp="1"/>
          </p:cNvSpPr>
          <p:nvPr/>
        </p:nvSpPr>
        <p:spPr>
          <a:xfrm xmlns:a="http://schemas.openxmlformats.org/drawingml/2006/main">
            <a:off x="7781544" y="3074670"/>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Iteration</a:t>
            </a:r>
            <a:endParaRPr sz="780" b="0" i="0" u="none" cap="none">
              <a:solidFill>
                <a:schemeClr val="dk1"/>
              </a:solidFill>
              <a:latin typeface="Arial"/>
              <a:ea typeface="Arial"/>
              <a:cs typeface="Arial"/>
            </a:endParaRPr>
          </a:p>
        </p:txBody>
      </p:sp>
      <p:sp>
        <p:nvSpPr>
          <p:cNvPr id="408" name="Google Shape;408;p5">
            <a:extLst xmlns:a="http://schemas.openxmlformats.org/drawingml/2006/main">
              <a:ext uri="{FF2B5EF4-FFF2-40B4-BE49-F238E27FC236}">
                <a16:creationId xmlns:a16="http://schemas.microsoft.com/office/drawing/2014/main" id="{FBA7596B-1031-4186-954A-146A71274117}"/>
              </a:ext>
            </a:extLst>
          </p:cNvPr>
          <p:cNvSpPr>
            <a:spLocks xmlns:a="http://schemas.openxmlformats.org/drawingml/2006/main" noGrp="1"/>
          </p:cNvSpPr>
          <p:nvPr/>
        </p:nvSpPr>
        <p:spPr>
          <a:xfrm xmlns:a="http://schemas.openxmlformats.org/drawingml/2006/main">
            <a:off x="4572000" y="3328416"/>
            <a:ext cx="4114800" cy="25374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904" name="Google Shape;409;p5"/>
          <p:cNvCxnSpPr/>
          <p:nvPr/>
        </p:nvCxnSpPr>
        <p:spPr>
          <a:xfrm xmlns:a="http://schemas.openxmlformats.org/drawingml/2006/main">
            <a:off x="4572000" y="358216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410" name="Google Shape;410;p5">
            <a:extLst xmlns:a="http://schemas.openxmlformats.org/drawingml/2006/main">
              <a:ext uri="{FF2B5EF4-FFF2-40B4-BE49-F238E27FC236}">
                <a16:creationId xmlns:a16="http://schemas.microsoft.com/office/drawing/2014/main" id="{CCCBC0E5-F39F-4C7B-918A-F7759F55CDAC}"/>
              </a:ext>
            </a:extLst>
          </p:cNvPr>
          <p:cNvSpPr>
            <a:spLocks xmlns:a="http://schemas.openxmlformats.org/drawingml/2006/main" noGrp="1"/>
          </p:cNvSpPr>
          <p:nvPr/>
        </p:nvSpPr>
        <p:spPr>
          <a:xfrm xmlns:a="http://schemas.openxmlformats.org/drawingml/2006/main">
            <a:off x="4626864" y="3328416"/>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__</a:t>
            </a:r>
            <a:endParaRPr sz="780" b="0" i="0" u="none" cap="none">
              <a:solidFill>
                <a:schemeClr val="dk1"/>
              </a:solidFill>
              <a:latin typeface="Arial"/>
              <a:ea typeface="Arial"/>
              <a:cs typeface="Arial"/>
            </a:endParaRPr>
          </a:p>
        </p:txBody>
      </p:sp>
      <p:sp>
        <p:nvSpPr>
          <p:cNvPr id="411" name="Google Shape;411;p5">
            <a:extLst xmlns:a="http://schemas.openxmlformats.org/drawingml/2006/main">
              <a:ext uri="{FF2B5EF4-FFF2-40B4-BE49-F238E27FC236}">
                <a16:creationId xmlns:a16="http://schemas.microsoft.com/office/drawing/2014/main" id="{95975DE6-0229-4D85-A2A7-F0311FDDB13E}"/>
              </a:ext>
            </a:extLst>
          </p:cNvPr>
          <p:cNvSpPr>
            <a:spLocks xmlns:a="http://schemas.openxmlformats.org/drawingml/2006/main" noGrp="1"/>
          </p:cNvSpPr>
          <p:nvPr/>
        </p:nvSpPr>
        <p:spPr>
          <a:xfrm xmlns:a="http://schemas.openxmlformats.org/drawingml/2006/main">
            <a:off x="5038344" y="3328416"/>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[V[N] slides — duplicate 11–52]</a:t>
            </a:r>
            <a:endParaRPr sz="780" b="0" i="0" u="none" cap="none">
              <a:solidFill>
                <a:schemeClr val="dk1"/>
              </a:solidFill>
              <a:latin typeface="Arial"/>
              <a:ea typeface="Arial"/>
              <a:cs typeface="Arial"/>
            </a:endParaRPr>
          </a:p>
        </p:txBody>
      </p:sp>
      <p:sp>
        <p:nvSpPr>
          <p:cNvPr id="412" name="Google Shape;412;p5">
            <a:extLst xmlns:a="http://schemas.openxmlformats.org/drawingml/2006/main">
              <a:ext uri="{FF2B5EF4-FFF2-40B4-BE49-F238E27FC236}">
                <a16:creationId xmlns:a16="http://schemas.microsoft.com/office/drawing/2014/main" id="{B47AC2B7-6383-4651-A17A-86F4DDC1FD18}"/>
              </a:ext>
            </a:extLst>
          </p:cNvPr>
          <p:cNvSpPr>
            <a:spLocks xmlns:a="http://schemas.openxmlformats.org/drawingml/2006/main" noGrp="1"/>
          </p:cNvSpPr>
          <p:nvPr/>
        </p:nvSpPr>
        <p:spPr>
          <a:xfrm xmlns:a="http://schemas.openxmlformats.org/drawingml/2006/main">
            <a:off x="7781544" y="3328416"/>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Iteration</a:t>
            </a:r>
            <a:endParaRPr sz="780" b="0" i="0" u="none" cap="none">
              <a:solidFill>
                <a:schemeClr val="dk1"/>
              </a:solidFill>
              <a:latin typeface="Arial"/>
              <a:ea typeface="Arial"/>
              <a:cs typeface="Arial"/>
            </a:endParaRPr>
          </a:p>
        </p:txBody>
      </p:sp>
      <p:cxnSp>
        <p:nvCxnSpPr>
          <p:cNvPr id="908" name="Google Shape;413;p5"/>
          <p:cNvCxnSpPr/>
          <p:nvPr/>
        </p:nvCxnSpPr>
        <p:spPr>
          <a:xfrm xmlns:a="http://schemas.openxmlformats.org/drawingml/2006/main">
            <a:off x="4572000" y="3835908"/>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414" name="Google Shape;414;p5">
            <a:extLst xmlns:a="http://schemas.openxmlformats.org/drawingml/2006/main">
              <a:ext uri="{FF2B5EF4-FFF2-40B4-BE49-F238E27FC236}">
                <a16:creationId xmlns:a16="http://schemas.microsoft.com/office/drawing/2014/main" id="{33E5C809-E1F7-46CE-A6D8-9E86F4AF3FC2}"/>
              </a:ext>
            </a:extLst>
          </p:cNvPr>
          <p:cNvSpPr>
            <a:spLocks xmlns:a="http://schemas.openxmlformats.org/drawingml/2006/main" noGrp="1"/>
          </p:cNvSpPr>
          <p:nvPr/>
        </p:nvSpPr>
        <p:spPr>
          <a:xfrm xmlns:a="http://schemas.openxmlformats.org/drawingml/2006/main">
            <a:off x="4626864" y="3582162"/>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59</a:t>
            </a:r>
            <a:endParaRPr sz="780" b="0" i="0" u="none" cap="none">
              <a:solidFill>
                <a:schemeClr val="dk1"/>
              </a:solidFill>
              <a:latin typeface="Arial"/>
              <a:ea typeface="Arial"/>
              <a:cs typeface="Arial"/>
            </a:endParaRPr>
          </a:p>
        </p:txBody>
      </p:sp>
      <p:sp>
        <p:nvSpPr>
          <p:cNvPr id="415" name="Google Shape;415;p5">
            <a:extLst xmlns:a="http://schemas.openxmlformats.org/drawingml/2006/main">
              <a:ext uri="{FF2B5EF4-FFF2-40B4-BE49-F238E27FC236}">
                <a16:creationId xmlns:a16="http://schemas.microsoft.com/office/drawing/2014/main" id="{3866855C-3641-4970-8A9E-4D268A1CD3A9}"/>
              </a:ext>
            </a:extLst>
          </p:cNvPr>
          <p:cNvSpPr>
            <a:spLocks xmlns:a="http://schemas.openxmlformats.org/drawingml/2006/main" noGrp="1"/>
          </p:cNvSpPr>
          <p:nvPr/>
        </p:nvSpPr>
        <p:spPr>
          <a:xfrm xmlns:a="http://schemas.openxmlformats.org/drawingml/2006/main">
            <a:off x="5038344" y="3582162"/>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 SECTION: Appendix</a:t>
            </a:r>
            <a:endParaRPr sz="780" b="0" i="0" u="none" cap="none">
              <a:solidFill>
                <a:schemeClr val="dk1"/>
              </a:solidFill>
              <a:latin typeface="Arial"/>
              <a:ea typeface="Arial"/>
              <a:cs typeface="Arial"/>
            </a:endParaRPr>
          </a:p>
        </p:txBody>
      </p:sp>
      <p:sp>
        <p:nvSpPr>
          <p:cNvPr id="416" name="Google Shape;416;p5">
            <a:extLst xmlns:a="http://schemas.openxmlformats.org/drawingml/2006/main">
              <a:ext uri="{FF2B5EF4-FFF2-40B4-BE49-F238E27FC236}">
                <a16:creationId xmlns:a16="http://schemas.microsoft.com/office/drawing/2014/main" id="{FA9A0A95-53F1-4234-9C26-E844D3B37066}"/>
              </a:ext>
            </a:extLst>
          </p:cNvPr>
          <p:cNvSpPr>
            <a:spLocks xmlns:a="http://schemas.openxmlformats.org/drawingml/2006/main" noGrp="1"/>
          </p:cNvSpPr>
          <p:nvPr/>
        </p:nvSpPr>
        <p:spPr>
          <a:xfrm xmlns:a="http://schemas.openxmlformats.org/drawingml/2006/main">
            <a:off x="7781544" y="3582162"/>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Appendix</a:t>
            </a:r>
            <a:endParaRPr sz="780" b="0" i="0" u="none" cap="none">
              <a:solidFill>
                <a:schemeClr val="dk1"/>
              </a:solidFill>
              <a:latin typeface="Arial"/>
              <a:ea typeface="Arial"/>
              <a:cs typeface="Arial"/>
            </a:endParaRPr>
          </a:p>
        </p:txBody>
      </p:sp>
      <p:sp>
        <p:nvSpPr>
          <p:cNvPr id="417" name="Google Shape;417;p5">
            <a:extLst xmlns:a="http://schemas.openxmlformats.org/drawingml/2006/main">
              <a:ext uri="{FF2B5EF4-FFF2-40B4-BE49-F238E27FC236}">
                <a16:creationId xmlns:a16="http://schemas.microsoft.com/office/drawing/2014/main" id="{A01C9C88-D37F-4A35-A291-C0E36591B605}"/>
              </a:ext>
            </a:extLst>
          </p:cNvPr>
          <p:cNvSpPr>
            <a:spLocks xmlns:a="http://schemas.openxmlformats.org/drawingml/2006/main" noGrp="1"/>
          </p:cNvSpPr>
          <p:nvPr/>
        </p:nvSpPr>
        <p:spPr>
          <a:xfrm xmlns:a="http://schemas.openxmlformats.org/drawingml/2006/main">
            <a:off x="4572000" y="3835908"/>
            <a:ext cx="4114800" cy="25374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913" name="Google Shape;418;p5"/>
          <p:cNvCxnSpPr/>
          <p:nvPr/>
        </p:nvCxnSpPr>
        <p:spPr>
          <a:xfrm xmlns:a="http://schemas.openxmlformats.org/drawingml/2006/main">
            <a:off x="4572000" y="408965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419" name="Google Shape;419;p5">
            <a:extLst xmlns:a="http://schemas.openxmlformats.org/drawingml/2006/main">
              <a:ext uri="{FF2B5EF4-FFF2-40B4-BE49-F238E27FC236}">
                <a16:creationId xmlns:a16="http://schemas.microsoft.com/office/drawing/2014/main" id="{A7F158DB-890C-47F2-BCFD-BE50558046AA}"/>
              </a:ext>
            </a:extLst>
          </p:cNvPr>
          <p:cNvSpPr>
            <a:spLocks xmlns:a="http://schemas.openxmlformats.org/drawingml/2006/main" noGrp="1"/>
          </p:cNvSpPr>
          <p:nvPr/>
        </p:nvSpPr>
        <p:spPr>
          <a:xfrm xmlns:a="http://schemas.openxmlformats.org/drawingml/2006/main">
            <a:off x="4626864" y="3835908"/>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60</a:t>
            </a:r>
            <a:endParaRPr sz="780" b="0" i="0" u="none" cap="none">
              <a:solidFill>
                <a:schemeClr val="dk1"/>
              </a:solidFill>
              <a:latin typeface="Arial"/>
              <a:ea typeface="Arial"/>
              <a:cs typeface="Arial"/>
            </a:endParaRPr>
          </a:p>
        </p:txBody>
      </p:sp>
      <p:sp>
        <p:nvSpPr>
          <p:cNvPr id="420" name="Google Shape;420;p5">
            <a:extLst xmlns:a="http://schemas.openxmlformats.org/drawingml/2006/main">
              <a:ext uri="{FF2B5EF4-FFF2-40B4-BE49-F238E27FC236}">
                <a16:creationId xmlns:a16="http://schemas.microsoft.com/office/drawing/2014/main" id="{5CDD3411-7BF9-472E-88EF-D3AC4A07151C}"/>
              </a:ext>
            </a:extLst>
          </p:cNvPr>
          <p:cNvSpPr>
            <a:spLocks xmlns:a="http://schemas.openxmlformats.org/drawingml/2006/main" noGrp="1"/>
          </p:cNvSpPr>
          <p:nvPr/>
        </p:nvSpPr>
        <p:spPr>
          <a:xfrm xmlns:a="http://schemas.openxmlformats.org/drawingml/2006/main">
            <a:off x="5038344" y="3835908"/>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Sources &amp; Citations</a:t>
            </a:r>
            <a:endParaRPr sz="780" b="0" i="0" u="none" cap="none">
              <a:solidFill>
                <a:schemeClr val="dk1"/>
              </a:solidFill>
              <a:latin typeface="Arial"/>
              <a:ea typeface="Arial"/>
              <a:cs typeface="Arial"/>
            </a:endParaRPr>
          </a:p>
        </p:txBody>
      </p:sp>
      <p:sp>
        <p:nvSpPr>
          <p:cNvPr id="421" name="Google Shape;421;p5">
            <a:extLst xmlns:a="http://schemas.openxmlformats.org/drawingml/2006/main">
              <a:ext uri="{FF2B5EF4-FFF2-40B4-BE49-F238E27FC236}">
                <a16:creationId xmlns:a16="http://schemas.microsoft.com/office/drawing/2014/main" id="{199D46C8-3723-41AF-A4D2-05ED593B1CEC}"/>
              </a:ext>
            </a:extLst>
          </p:cNvPr>
          <p:cNvSpPr>
            <a:spLocks xmlns:a="http://schemas.openxmlformats.org/drawingml/2006/main" noGrp="1"/>
          </p:cNvSpPr>
          <p:nvPr/>
        </p:nvSpPr>
        <p:spPr>
          <a:xfrm xmlns:a="http://schemas.openxmlformats.org/drawingml/2006/main">
            <a:off x="7781544" y="3835908"/>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Appendix</a:t>
            </a:r>
            <a:endParaRPr sz="780" b="0" i="0" u="none" cap="none">
              <a:solidFill>
                <a:schemeClr val="dk1"/>
              </a:solidFill>
              <a:latin typeface="Arial"/>
              <a:ea typeface="Arial"/>
              <a:cs typeface="Arial"/>
            </a:endParaRPr>
          </a:p>
        </p:txBody>
      </p:sp>
      <p:cxnSp>
        <p:nvCxnSpPr>
          <p:cNvPr id="917" name="Google Shape;422;p5"/>
          <p:cNvCxnSpPr/>
          <p:nvPr/>
        </p:nvCxnSpPr>
        <p:spPr>
          <a:xfrm xmlns:a="http://schemas.openxmlformats.org/drawingml/2006/main">
            <a:off x="4572000" y="434340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423" name="Google Shape;423;p5">
            <a:extLst xmlns:a="http://schemas.openxmlformats.org/drawingml/2006/main">
              <a:ext uri="{FF2B5EF4-FFF2-40B4-BE49-F238E27FC236}">
                <a16:creationId xmlns:a16="http://schemas.microsoft.com/office/drawing/2014/main" id="{46EBEEF7-CC75-4290-935E-DB57C6716E9C}"/>
              </a:ext>
            </a:extLst>
          </p:cNvPr>
          <p:cNvSpPr>
            <a:spLocks xmlns:a="http://schemas.openxmlformats.org/drawingml/2006/main" noGrp="1"/>
          </p:cNvSpPr>
          <p:nvPr/>
        </p:nvSpPr>
        <p:spPr>
          <a:xfrm xmlns:a="http://schemas.openxmlformats.org/drawingml/2006/main">
            <a:off x="4626864" y="4089654"/>
            <a:ext cx="35661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61</a:t>
            </a:r>
            <a:endParaRPr sz="780" b="0" i="0" u="none" cap="none">
              <a:solidFill>
                <a:schemeClr val="dk1"/>
              </a:solidFill>
              <a:latin typeface="Arial"/>
              <a:ea typeface="Arial"/>
              <a:cs typeface="Arial"/>
            </a:endParaRPr>
          </a:p>
        </p:txBody>
      </p:sp>
      <p:sp>
        <p:nvSpPr>
          <p:cNvPr id="424" name="Google Shape;424;p5">
            <a:extLst xmlns:a="http://schemas.openxmlformats.org/drawingml/2006/main">
              <a:ext uri="{FF2B5EF4-FFF2-40B4-BE49-F238E27FC236}">
                <a16:creationId xmlns:a16="http://schemas.microsoft.com/office/drawing/2014/main" id="{DC447CE4-E9E5-4C9E-86CF-088D440C10F0}"/>
              </a:ext>
            </a:extLst>
          </p:cNvPr>
          <p:cNvSpPr>
            <a:spLocks xmlns:a="http://schemas.openxmlformats.org/drawingml/2006/main" noGrp="1"/>
          </p:cNvSpPr>
          <p:nvPr/>
        </p:nvSpPr>
        <p:spPr>
          <a:xfrm xmlns:a="http://schemas.openxmlformats.org/drawingml/2006/main">
            <a:off x="5038344" y="4089654"/>
            <a:ext cx="268833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Budget &amp; Parts Log + Outreach</a:t>
            </a:r>
            <a:endParaRPr sz="780" b="0" i="0" u="none" cap="none">
              <a:solidFill>
                <a:schemeClr val="dk1"/>
              </a:solidFill>
              <a:latin typeface="Arial"/>
              <a:ea typeface="Arial"/>
              <a:cs typeface="Arial"/>
            </a:endParaRPr>
          </a:p>
        </p:txBody>
      </p:sp>
      <p:sp>
        <p:nvSpPr>
          <p:cNvPr id="425" name="Google Shape;425;p5">
            <a:extLst xmlns:a="http://schemas.openxmlformats.org/drawingml/2006/main">
              <a:ext uri="{FF2B5EF4-FFF2-40B4-BE49-F238E27FC236}">
                <a16:creationId xmlns:a16="http://schemas.microsoft.com/office/drawing/2014/main" id="{A2AD044F-2E64-442C-A250-50B376400325}"/>
              </a:ext>
            </a:extLst>
          </p:cNvPr>
          <p:cNvSpPr>
            <a:spLocks xmlns:a="http://schemas.openxmlformats.org/drawingml/2006/main" noGrp="1"/>
          </p:cNvSpPr>
          <p:nvPr/>
        </p:nvSpPr>
        <p:spPr>
          <a:xfrm xmlns:a="http://schemas.openxmlformats.org/drawingml/2006/main">
            <a:off x="7781544" y="4089654"/>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780"/>
              <a:buFont typeface="Arial"/>
              <a:buNone/>
            </a:pPr>
            <a:r>
              <a:rPr sz="780" b="0" i="0" u="none" cap="none">
                <a:solidFill>
                  <a:srgbClr val="0F172A"/>
                </a:solidFill>
                <a:latin typeface="Arial"/>
                <a:ea typeface="Arial"/>
                <a:cs typeface="Arial"/>
              </a:rPr>
              <a:t>Appendix</a:t>
            </a:r>
            <a:endParaRPr sz="780" b="0" i="0" u="none" cap="none">
              <a:solidFill>
                <a:schemeClr val="dk1"/>
              </a:solidFill>
              <a:latin typeface="Arial"/>
              <a:ea typeface="Arial"/>
              <a:cs typeface="Arial"/>
            </a:endParaRPr>
          </a:p>
        </p:txBody>
      </p:sp>
      <p:sp>
        <p:nvSpPr>
          <p:cNvPr id="426" name="Google Shape;426;p5">
            <a:extLst xmlns:a="http://schemas.openxmlformats.org/drawingml/2006/main">
              <a:ext uri="{FF2B5EF4-FFF2-40B4-BE49-F238E27FC236}">
                <a16:creationId xmlns:a16="http://schemas.microsoft.com/office/drawing/2014/main" id="{983B75B9-B68F-4090-B6F4-6C186695095A}"/>
              </a:ext>
            </a:extLst>
          </p:cNvPr>
          <p:cNvSpPr>
            <a:spLocks xmlns:a="http://schemas.openxmlformats.org/drawingml/2006/main" noGrp="1"/>
          </p:cNvSpPr>
          <p:nvPr/>
        </p:nvSpPr>
        <p:spPr>
          <a:xfrm xmlns:a="http://schemas.openxmlformats.org/drawingml/2006/main">
            <a:off x="4572000" y="1097280"/>
            <a:ext cx="4114800" cy="32461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27" name="Google Shape;427;p5">
            <a:extLst xmlns:a="http://schemas.openxmlformats.org/drawingml/2006/main">
              <a:ext uri="{FF2B5EF4-FFF2-40B4-BE49-F238E27FC236}">
                <a16:creationId xmlns:a16="http://schemas.microsoft.com/office/drawing/2014/main" id="{60AABF23-F8DA-479F-ABE8-27BC7CD188BC}"/>
              </a:ext>
            </a:extLst>
          </p:cNvPr>
          <p:cNvSpPr>
            <a:spLocks xmlns:a="http://schemas.openxmlformats.org/drawingml/2006/main" noGrp="1"/>
          </p:cNvSpPr>
          <p:nvPr/>
        </p:nvSpPr>
        <p:spPr>
          <a:xfrm xmlns:a="http://schemas.openxmlformats.org/drawingml/2006/main">
            <a:off x="3493008" y="1307592"/>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28" name="Google Shape;428;p5">
            <a:extLst xmlns:a="http://schemas.openxmlformats.org/drawingml/2006/main">
              <a:ext uri="{FF2B5EF4-FFF2-40B4-BE49-F238E27FC236}">
                <a16:creationId xmlns:a16="http://schemas.microsoft.com/office/drawing/2014/main" id="{BB687B7A-8218-465D-A644-E1FE37D7DC07}"/>
              </a:ext>
            </a:extLst>
          </p:cNvPr>
          <p:cNvSpPr>
            <a:spLocks xmlns:a="http://schemas.openxmlformats.org/drawingml/2006/main" noGrp="1"/>
          </p:cNvSpPr>
          <p:nvPr/>
        </p:nvSpPr>
        <p:spPr>
          <a:xfrm xmlns:a="http://schemas.openxmlformats.org/drawingml/2006/main">
            <a:off x="3529584" y="1298448"/>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29" name="Google Shape;429;p5">
            <a:extLst xmlns:a="http://schemas.openxmlformats.org/drawingml/2006/main">
              <a:ext uri="{FF2B5EF4-FFF2-40B4-BE49-F238E27FC236}">
                <a16:creationId xmlns:a16="http://schemas.microsoft.com/office/drawing/2014/main" id="{57391194-06AA-4FE6-8684-3F4172746D96}"/>
              </a:ext>
            </a:extLst>
          </p:cNvPr>
          <p:cNvSpPr>
            <a:spLocks xmlns:a="http://schemas.openxmlformats.org/drawingml/2006/main" noGrp="1"/>
          </p:cNvSpPr>
          <p:nvPr/>
        </p:nvSpPr>
        <p:spPr>
          <a:xfrm xmlns:a="http://schemas.openxmlformats.org/drawingml/2006/main">
            <a:off x="3493008" y="1486707"/>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30" name="Google Shape;430;p5">
            <a:extLst xmlns:a="http://schemas.openxmlformats.org/drawingml/2006/main">
              <a:ext uri="{FF2B5EF4-FFF2-40B4-BE49-F238E27FC236}">
                <a16:creationId xmlns:a16="http://schemas.microsoft.com/office/drawing/2014/main" id="{181432F6-DA0F-4748-AB31-8176FE264B4B}"/>
              </a:ext>
            </a:extLst>
          </p:cNvPr>
          <p:cNvSpPr>
            <a:spLocks xmlns:a="http://schemas.openxmlformats.org/drawingml/2006/main" noGrp="1"/>
          </p:cNvSpPr>
          <p:nvPr/>
        </p:nvSpPr>
        <p:spPr>
          <a:xfrm xmlns:a="http://schemas.openxmlformats.org/drawingml/2006/main">
            <a:off x="3529584" y="1477563"/>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31" name="Google Shape;431;p5">
            <a:extLst xmlns:a="http://schemas.openxmlformats.org/drawingml/2006/main">
              <a:ext uri="{FF2B5EF4-FFF2-40B4-BE49-F238E27FC236}">
                <a16:creationId xmlns:a16="http://schemas.microsoft.com/office/drawing/2014/main" id="{0FC7CCA1-31C0-49F9-B71D-D7D73FCA6FA9}"/>
              </a:ext>
            </a:extLst>
          </p:cNvPr>
          <p:cNvSpPr>
            <a:spLocks xmlns:a="http://schemas.openxmlformats.org/drawingml/2006/main" noGrp="1"/>
          </p:cNvSpPr>
          <p:nvPr/>
        </p:nvSpPr>
        <p:spPr>
          <a:xfrm xmlns:a="http://schemas.openxmlformats.org/drawingml/2006/main">
            <a:off x="3493008" y="1665822"/>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32" name="Google Shape;432;p5">
            <a:extLst xmlns:a="http://schemas.openxmlformats.org/drawingml/2006/main">
              <a:ext uri="{FF2B5EF4-FFF2-40B4-BE49-F238E27FC236}">
                <a16:creationId xmlns:a16="http://schemas.microsoft.com/office/drawing/2014/main" id="{AFA35DF5-A3C5-4B40-99AE-2A4D1DF3A165}"/>
              </a:ext>
            </a:extLst>
          </p:cNvPr>
          <p:cNvSpPr>
            <a:spLocks xmlns:a="http://schemas.openxmlformats.org/drawingml/2006/main" noGrp="1"/>
          </p:cNvSpPr>
          <p:nvPr/>
        </p:nvSpPr>
        <p:spPr>
          <a:xfrm xmlns:a="http://schemas.openxmlformats.org/drawingml/2006/main">
            <a:off x="3529584" y="1656678"/>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33" name="Google Shape;433;p5">
            <a:extLst xmlns:a="http://schemas.openxmlformats.org/drawingml/2006/main">
              <a:ext uri="{FF2B5EF4-FFF2-40B4-BE49-F238E27FC236}">
                <a16:creationId xmlns:a16="http://schemas.microsoft.com/office/drawing/2014/main" id="{1359DB16-190A-4351-96E9-1987CED13294}"/>
              </a:ext>
            </a:extLst>
          </p:cNvPr>
          <p:cNvSpPr>
            <a:spLocks xmlns:a="http://schemas.openxmlformats.org/drawingml/2006/main" noGrp="1"/>
          </p:cNvSpPr>
          <p:nvPr/>
        </p:nvSpPr>
        <p:spPr>
          <a:xfrm xmlns:a="http://schemas.openxmlformats.org/drawingml/2006/main">
            <a:off x="3493008" y="1844936"/>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34" name="Google Shape;434;p5">
            <a:extLst xmlns:a="http://schemas.openxmlformats.org/drawingml/2006/main">
              <a:ext uri="{FF2B5EF4-FFF2-40B4-BE49-F238E27FC236}">
                <a16:creationId xmlns:a16="http://schemas.microsoft.com/office/drawing/2014/main" id="{FA4D8328-6BB6-4C4B-8833-602368201CF7}"/>
              </a:ext>
            </a:extLst>
          </p:cNvPr>
          <p:cNvSpPr>
            <a:spLocks xmlns:a="http://schemas.openxmlformats.org/drawingml/2006/main" noGrp="1"/>
          </p:cNvSpPr>
          <p:nvPr/>
        </p:nvSpPr>
        <p:spPr>
          <a:xfrm xmlns:a="http://schemas.openxmlformats.org/drawingml/2006/main">
            <a:off x="3529584" y="1835792"/>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35" name="Google Shape;435;p5">
            <a:extLst xmlns:a="http://schemas.openxmlformats.org/drawingml/2006/main">
              <a:ext uri="{FF2B5EF4-FFF2-40B4-BE49-F238E27FC236}">
                <a16:creationId xmlns:a16="http://schemas.microsoft.com/office/drawing/2014/main" id="{C5AF7C43-DF9A-46E2-9987-2F23C1282C52}"/>
              </a:ext>
            </a:extLst>
          </p:cNvPr>
          <p:cNvSpPr>
            <a:spLocks xmlns:a="http://schemas.openxmlformats.org/drawingml/2006/main" noGrp="1"/>
          </p:cNvSpPr>
          <p:nvPr/>
        </p:nvSpPr>
        <p:spPr>
          <a:xfrm xmlns:a="http://schemas.openxmlformats.org/drawingml/2006/main">
            <a:off x="3493008" y="2024051"/>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36" name="Google Shape;436;p5">
            <a:extLst xmlns:a="http://schemas.openxmlformats.org/drawingml/2006/main">
              <a:ext uri="{FF2B5EF4-FFF2-40B4-BE49-F238E27FC236}">
                <a16:creationId xmlns:a16="http://schemas.microsoft.com/office/drawing/2014/main" id="{9B16427B-B071-4B77-A7EB-9485F9CF4A4B}"/>
              </a:ext>
            </a:extLst>
          </p:cNvPr>
          <p:cNvSpPr>
            <a:spLocks xmlns:a="http://schemas.openxmlformats.org/drawingml/2006/main" noGrp="1"/>
          </p:cNvSpPr>
          <p:nvPr/>
        </p:nvSpPr>
        <p:spPr>
          <a:xfrm xmlns:a="http://schemas.openxmlformats.org/drawingml/2006/main">
            <a:off x="3529584" y="2014907"/>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37" name="Google Shape;437;p5">
            <a:extLst xmlns:a="http://schemas.openxmlformats.org/drawingml/2006/main">
              <a:ext uri="{FF2B5EF4-FFF2-40B4-BE49-F238E27FC236}">
                <a16:creationId xmlns:a16="http://schemas.microsoft.com/office/drawing/2014/main" id="{D8743849-2CCF-4273-B9B1-B2BFDCD177C1}"/>
              </a:ext>
            </a:extLst>
          </p:cNvPr>
          <p:cNvSpPr>
            <a:spLocks xmlns:a="http://schemas.openxmlformats.org/drawingml/2006/main" noGrp="1"/>
          </p:cNvSpPr>
          <p:nvPr/>
        </p:nvSpPr>
        <p:spPr>
          <a:xfrm xmlns:a="http://schemas.openxmlformats.org/drawingml/2006/main">
            <a:off x="3493008" y="2203166"/>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38" name="Google Shape;438;p5">
            <a:extLst xmlns:a="http://schemas.openxmlformats.org/drawingml/2006/main">
              <a:ext uri="{FF2B5EF4-FFF2-40B4-BE49-F238E27FC236}">
                <a16:creationId xmlns:a16="http://schemas.microsoft.com/office/drawing/2014/main" id="{F5F96E8C-93DD-4BC5-8F39-56805C1CD02E}"/>
              </a:ext>
            </a:extLst>
          </p:cNvPr>
          <p:cNvSpPr>
            <a:spLocks xmlns:a="http://schemas.openxmlformats.org/drawingml/2006/main" noGrp="1"/>
          </p:cNvSpPr>
          <p:nvPr/>
        </p:nvSpPr>
        <p:spPr>
          <a:xfrm xmlns:a="http://schemas.openxmlformats.org/drawingml/2006/main">
            <a:off x="3529584" y="2194022"/>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39" name="Google Shape;439;p5">
            <a:extLst xmlns:a="http://schemas.openxmlformats.org/drawingml/2006/main">
              <a:ext uri="{FF2B5EF4-FFF2-40B4-BE49-F238E27FC236}">
                <a16:creationId xmlns:a16="http://schemas.microsoft.com/office/drawing/2014/main" id="{3E71BD3C-8E2C-4460-BFDD-DEAB7F95376B}"/>
              </a:ext>
            </a:extLst>
          </p:cNvPr>
          <p:cNvSpPr>
            <a:spLocks xmlns:a="http://schemas.openxmlformats.org/drawingml/2006/main" noGrp="1"/>
          </p:cNvSpPr>
          <p:nvPr/>
        </p:nvSpPr>
        <p:spPr>
          <a:xfrm xmlns:a="http://schemas.openxmlformats.org/drawingml/2006/main">
            <a:off x="3493008" y="2382281"/>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40" name="Google Shape;440;p5">
            <a:extLst xmlns:a="http://schemas.openxmlformats.org/drawingml/2006/main">
              <a:ext uri="{FF2B5EF4-FFF2-40B4-BE49-F238E27FC236}">
                <a16:creationId xmlns:a16="http://schemas.microsoft.com/office/drawing/2014/main" id="{28BCB552-0F15-4EC0-B9F6-0EFB8281FBD9}"/>
              </a:ext>
            </a:extLst>
          </p:cNvPr>
          <p:cNvSpPr>
            <a:spLocks xmlns:a="http://schemas.openxmlformats.org/drawingml/2006/main" noGrp="1"/>
          </p:cNvSpPr>
          <p:nvPr/>
        </p:nvSpPr>
        <p:spPr>
          <a:xfrm xmlns:a="http://schemas.openxmlformats.org/drawingml/2006/main">
            <a:off x="3529584" y="2373137"/>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41" name="Google Shape;441;p5">
            <a:extLst xmlns:a="http://schemas.openxmlformats.org/drawingml/2006/main">
              <a:ext uri="{FF2B5EF4-FFF2-40B4-BE49-F238E27FC236}">
                <a16:creationId xmlns:a16="http://schemas.microsoft.com/office/drawing/2014/main" id="{938F3DB6-2501-4386-934D-F0C6AB9C2720}"/>
              </a:ext>
            </a:extLst>
          </p:cNvPr>
          <p:cNvSpPr>
            <a:spLocks xmlns:a="http://schemas.openxmlformats.org/drawingml/2006/main" noGrp="1"/>
          </p:cNvSpPr>
          <p:nvPr/>
        </p:nvSpPr>
        <p:spPr>
          <a:xfrm xmlns:a="http://schemas.openxmlformats.org/drawingml/2006/main">
            <a:off x="3493008" y="2561396"/>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42" name="Google Shape;442;p5">
            <a:extLst xmlns:a="http://schemas.openxmlformats.org/drawingml/2006/main">
              <a:ext uri="{FF2B5EF4-FFF2-40B4-BE49-F238E27FC236}">
                <a16:creationId xmlns:a16="http://schemas.microsoft.com/office/drawing/2014/main" id="{A84016E6-A42C-43B5-A89D-CB7F932D8C45}"/>
              </a:ext>
            </a:extLst>
          </p:cNvPr>
          <p:cNvSpPr>
            <a:spLocks xmlns:a="http://schemas.openxmlformats.org/drawingml/2006/main" noGrp="1"/>
          </p:cNvSpPr>
          <p:nvPr/>
        </p:nvSpPr>
        <p:spPr>
          <a:xfrm xmlns:a="http://schemas.openxmlformats.org/drawingml/2006/main">
            <a:off x="3529584" y="2552252"/>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43" name="Google Shape;443;p5">
            <a:extLst xmlns:a="http://schemas.openxmlformats.org/drawingml/2006/main">
              <a:ext uri="{FF2B5EF4-FFF2-40B4-BE49-F238E27FC236}">
                <a16:creationId xmlns:a16="http://schemas.microsoft.com/office/drawing/2014/main" id="{CD3F7028-54CF-4963-B825-8D6C0B264357}"/>
              </a:ext>
            </a:extLst>
          </p:cNvPr>
          <p:cNvSpPr>
            <a:spLocks xmlns:a="http://schemas.openxmlformats.org/drawingml/2006/main" noGrp="1"/>
          </p:cNvSpPr>
          <p:nvPr/>
        </p:nvSpPr>
        <p:spPr>
          <a:xfrm xmlns:a="http://schemas.openxmlformats.org/drawingml/2006/main">
            <a:off x="3493008" y="2740511"/>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44" name="Google Shape;444;p5">
            <a:extLst xmlns:a="http://schemas.openxmlformats.org/drawingml/2006/main">
              <a:ext uri="{FF2B5EF4-FFF2-40B4-BE49-F238E27FC236}">
                <a16:creationId xmlns:a16="http://schemas.microsoft.com/office/drawing/2014/main" id="{FA1813FB-F17C-4EE1-B27E-8E9902D5D48C}"/>
              </a:ext>
            </a:extLst>
          </p:cNvPr>
          <p:cNvSpPr>
            <a:spLocks xmlns:a="http://schemas.openxmlformats.org/drawingml/2006/main" noGrp="1"/>
          </p:cNvSpPr>
          <p:nvPr/>
        </p:nvSpPr>
        <p:spPr>
          <a:xfrm xmlns:a="http://schemas.openxmlformats.org/drawingml/2006/main">
            <a:off x="3529584" y="2731367"/>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45" name="Google Shape;445;p5">
            <a:extLst xmlns:a="http://schemas.openxmlformats.org/drawingml/2006/main">
              <a:ext uri="{FF2B5EF4-FFF2-40B4-BE49-F238E27FC236}">
                <a16:creationId xmlns:a16="http://schemas.microsoft.com/office/drawing/2014/main" id="{C43513E6-03C0-4292-81FC-AB88CAA16434}"/>
              </a:ext>
            </a:extLst>
          </p:cNvPr>
          <p:cNvSpPr>
            <a:spLocks xmlns:a="http://schemas.openxmlformats.org/drawingml/2006/main" noGrp="1"/>
          </p:cNvSpPr>
          <p:nvPr/>
        </p:nvSpPr>
        <p:spPr>
          <a:xfrm xmlns:a="http://schemas.openxmlformats.org/drawingml/2006/main">
            <a:off x="3493008" y="2919625"/>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46" name="Google Shape;446;p5">
            <a:extLst xmlns:a="http://schemas.openxmlformats.org/drawingml/2006/main">
              <a:ext uri="{FF2B5EF4-FFF2-40B4-BE49-F238E27FC236}">
                <a16:creationId xmlns:a16="http://schemas.microsoft.com/office/drawing/2014/main" id="{A0CCAF63-5318-4831-8519-BDE2EB0F8D80}"/>
              </a:ext>
            </a:extLst>
          </p:cNvPr>
          <p:cNvSpPr>
            <a:spLocks xmlns:a="http://schemas.openxmlformats.org/drawingml/2006/main" noGrp="1"/>
          </p:cNvSpPr>
          <p:nvPr/>
        </p:nvSpPr>
        <p:spPr>
          <a:xfrm xmlns:a="http://schemas.openxmlformats.org/drawingml/2006/main">
            <a:off x="3529584" y="2910481"/>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47" name="Google Shape;447;p5">
            <a:extLst xmlns:a="http://schemas.openxmlformats.org/drawingml/2006/main">
              <a:ext uri="{FF2B5EF4-FFF2-40B4-BE49-F238E27FC236}">
                <a16:creationId xmlns:a16="http://schemas.microsoft.com/office/drawing/2014/main" id="{907150E3-72F9-4863-A2C9-8FC1685F943D}"/>
              </a:ext>
            </a:extLst>
          </p:cNvPr>
          <p:cNvSpPr>
            <a:spLocks xmlns:a="http://schemas.openxmlformats.org/drawingml/2006/main" noGrp="1"/>
          </p:cNvSpPr>
          <p:nvPr/>
        </p:nvSpPr>
        <p:spPr>
          <a:xfrm xmlns:a="http://schemas.openxmlformats.org/drawingml/2006/main">
            <a:off x="3493008" y="3098740"/>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48" name="Google Shape;448;p5">
            <a:extLst xmlns:a="http://schemas.openxmlformats.org/drawingml/2006/main">
              <a:ext uri="{FF2B5EF4-FFF2-40B4-BE49-F238E27FC236}">
                <a16:creationId xmlns:a16="http://schemas.microsoft.com/office/drawing/2014/main" id="{1A7720B0-6638-490B-B6CD-78611A990CFF}"/>
              </a:ext>
            </a:extLst>
          </p:cNvPr>
          <p:cNvSpPr>
            <a:spLocks xmlns:a="http://schemas.openxmlformats.org/drawingml/2006/main" noGrp="1"/>
          </p:cNvSpPr>
          <p:nvPr/>
        </p:nvSpPr>
        <p:spPr>
          <a:xfrm xmlns:a="http://schemas.openxmlformats.org/drawingml/2006/main">
            <a:off x="3529584" y="3089596"/>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49" name="Google Shape;449;p5">
            <a:extLst xmlns:a="http://schemas.openxmlformats.org/drawingml/2006/main">
              <a:ext uri="{FF2B5EF4-FFF2-40B4-BE49-F238E27FC236}">
                <a16:creationId xmlns:a16="http://schemas.microsoft.com/office/drawing/2014/main" id="{87DB8A88-B730-485A-BB1F-03F02623AE73}"/>
              </a:ext>
            </a:extLst>
          </p:cNvPr>
          <p:cNvSpPr>
            <a:spLocks xmlns:a="http://schemas.openxmlformats.org/drawingml/2006/main" noGrp="1"/>
          </p:cNvSpPr>
          <p:nvPr/>
        </p:nvSpPr>
        <p:spPr>
          <a:xfrm xmlns:a="http://schemas.openxmlformats.org/drawingml/2006/main">
            <a:off x="3493008" y="3277855"/>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50" name="Google Shape;450;p5">
            <a:extLst xmlns:a="http://schemas.openxmlformats.org/drawingml/2006/main">
              <a:ext uri="{FF2B5EF4-FFF2-40B4-BE49-F238E27FC236}">
                <a16:creationId xmlns:a16="http://schemas.microsoft.com/office/drawing/2014/main" id="{DA967240-0439-4359-895D-BDA92942F314}"/>
              </a:ext>
            </a:extLst>
          </p:cNvPr>
          <p:cNvSpPr>
            <a:spLocks xmlns:a="http://schemas.openxmlformats.org/drawingml/2006/main" noGrp="1"/>
          </p:cNvSpPr>
          <p:nvPr/>
        </p:nvSpPr>
        <p:spPr>
          <a:xfrm xmlns:a="http://schemas.openxmlformats.org/drawingml/2006/main">
            <a:off x="3529584" y="3268711"/>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51" name="Google Shape;451;p5">
            <a:extLst xmlns:a="http://schemas.openxmlformats.org/drawingml/2006/main">
              <a:ext uri="{FF2B5EF4-FFF2-40B4-BE49-F238E27FC236}">
                <a16:creationId xmlns:a16="http://schemas.microsoft.com/office/drawing/2014/main" id="{E3C83B68-82F3-4B24-9F50-40B2B4FB35AA}"/>
              </a:ext>
            </a:extLst>
          </p:cNvPr>
          <p:cNvSpPr>
            <a:spLocks xmlns:a="http://schemas.openxmlformats.org/drawingml/2006/main" noGrp="1"/>
          </p:cNvSpPr>
          <p:nvPr/>
        </p:nvSpPr>
        <p:spPr>
          <a:xfrm xmlns:a="http://schemas.openxmlformats.org/drawingml/2006/main">
            <a:off x="3493008" y="3456970"/>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52" name="Google Shape;452;p5">
            <a:extLst xmlns:a="http://schemas.openxmlformats.org/drawingml/2006/main">
              <a:ext uri="{FF2B5EF4-FFF2-40B4-BE49-F238E27FC236}">
                <a16:creationId xmlns:a16="http://schemas.microsoft.com/office/drawing/2014/main" id="{7C06F42B-5B88-4027-8222-259E2284EC11}"/>
              </a:ext>
            </a:extLst>
          </p:cNvPr>
          <p:cNvSpPr>
            <a:spLocks xmlns:a="http://schemas.openxmlformats.org/drawingml/2006/main" noGrp="1"/>
          </p:cNvSpPr>
          <p:nvPr/>
        </p:nvSpPr>
        <p:spPr>
          <a:xfrm xmlns:a="http://schemas.openxmlformats.org/drawingml/2006/main">
            <a:off x="3529584" y="3447826"/>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53" name="Google Shape;453;p5">
            <a:extLst xmlns:a="http://schemas.openxmlformats.org/drawingml/2006/main">
              <a:ext uri="{FF2B5EF4-FFF2-40B4-BE49-F238E27FC236}">
                <a16:creationId xmlns:a16="http://schemas.microsoft.com/office/drawing/2014/main" id="{4AE6D2C7-83B0-4435-9568-47C158B6E75E}"/>
              </a:ext>
            </a:extLst>
          </p:cNvPr>
          <p:cNvSpPr>
            <a:spLocks xmlns:a="http://schemas.openxmlformats.org/drawingml/2006/main" noGrp="1"/>
          </p:cNvSpPr>
          <p:nvPr/>
        </p:nvSpPr>
        <p:spPr>
          <a:xfrm xmlns:a="http://schemas.openxmlformats.org/drawingml/2006/main">
            <a:off x="3493008" y="3636085"/>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54" name="Google Shape;454;p5">
            <a:extLst xmlns:a="http://schemas.openxmlformats.org/drawingml/2006/main">
              <a:ext uri="{FF2B5EF4-FFF2-40B4-BE49-F238E27FC236}">
                <a16:creationId xmlns:a16="http://schemas.microsoft.com/office/drawing/2014/main" id="{B6F6F9D2-EE37-485A-ADAD-D04BC66CA361}"/>
              </a:ext>
            </a:extLst>
          </p:cNvPr>
          <p:cNvSpPr>
            <a:spLocks xmlns:a="http://schemas.openxmlformats.org/drawingml/2006/main" noGrp="1"/>
          </p:cNvSpPr>
          <p:nvPr/>
        </p:nvSpPr>
        <p:spPr>
          <a:xfrm xmlns:a="http://schemas.openxmlformats.org/drawingml/2006/main">
            <a:off x="3529584" y="3626941"/>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780"/>
              <a:buFont typeface="Arial"/>
              <a:buNone/>
            </a:pPr>
            <a:r>
              <a:rPr sz="780" b="1" i="0" u="none" cap="none">
                <a:solidFill>
                  <a:srgbClr val="EA580C"/>
                </a:solidFill>
                <a:latin typeface="Arial"/>
                <a:ea typeface="Arial"/>
                <a:cs typeface="Arial"/>
              </a:rPr>
              <a:t>Build</a:t>
            </a:r>
            <a:endParaRPr sz="780" b="0" i="0" u="none" cap="none">
              <a:solidFill>
                <a:schemeClr val="dk1"/>
              </a:solidFill>
              <a:latin typeface="Arial"/>
              <a:ea typeface="Arial"/>
              <a:cs typeface="Arial"/>
            </a:endParaRPr>
          </a:p>
        </p:txBody>
      </p:sp>
      <p:sp>
        <p:nvSpPr>
          <p:cNvPr id="455" name="Google Shape;455;p5">
            <a:extLst xmlns:a="http://schemas.openxmlformats.org/drawingml/2006/main">
              <a:ext uri="{FF2B5EF4-FFF2-40B4-BE49-F238E27FC236}">
                <a16:creationId xmlns:a16="http://schemas.microsoft.com/office/drawing/2014/main" id="{55CC417B-85C5-4CEA-8B6D-6DED1B377416}"/>
              </a:ext>
            </a:extLst>
          </p:cNvPr>
          <p:cNvSpPr>
            <a:spLocks xmlns:a="http://schemas.openxmlformats.org/drawingml/2006/main" noGrp="1"/>
          </p:cNvSpPr>
          <p:nvPr/>
        </p:nvSpPr>
        <p:spPr>
          <a:xfrm xmlns:a="http://schemas.openxmlformats.org/drawingml/2006/main">
            <a:off x="3493008" y="3815200"/>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56" name="Google Shape;456;p5">
            <a:extLst xmlns:a="http://schemas.openxmlformats.org/drawingml/2006/main">
              <a:ext uri="{FF2B5EF4-FFF2-40B4-BE49-F238E27FC236}">
                <a16:creationId xmlns:a16="http://schemas.microsoft.com/office/drawing/2014/main" id="{A622678A-016D-4297-9EA8-5E16CF061A3A}"/>
              </a:ext>
            </a:extLst>
          </p:cNvPr>
          <p:cNvSpPr>
            <a:spLocks xmlns:a="http://schemas.openxmlformats.org/drawingml/2006/main" noGrp="1"/>
          </p:cNvSpPr>
          <p:nvPr/>
        </p:nvSpPr>
        <p:spPr>
          <a:xfrm xmlns:a="http://schemas.openxmlformats.org/drawingml/2006/main">
            <a:off x="3529584" y="3806056"/>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780"/>
              <a:buFont typeface="Arial"/>
              <a:buNone/>
            </a:pPr>
            <a:r>
              <a:rPr sz="780" b="1" i="0" u="none" cap="none">
                <a:solidFill>
                  <a:srgbClr val="0891B2"/>
                </a:solidFill>
                <a:latin typeface="Arial"/>
                <a:ea typeface="Arial"/>
                <a:cs typeface="Arial"/>
              </a:rPr>
              <a:t>Test</a:t>
            </a:r>
            <a:endParaRPr sz="780" b="0" i="0" u="none" cap="none">
              <a:solidFill>
                <a:schemeClr val="dk1"/>
              </a:solidFill>
              <a:latin typeface="Arial"/>
              <a:ea typeface="Arial"/>
              <a:cs typeface="Arial"/>
            </a:endParaRPr>
          </a:p>
        </p:txBody>
      </p:sp>
      <p:sp>
        <p:nvSpPr>
          <p:cNvPr id="457" name="Google Shape;457;p5">
            <a:extLst xmlns:a="http://schemas.openxmlformats.org/drawingml/2006/main">
              <a:ext uri="{FF2B5EF4-FFF2-40B4-BE49-F238E27FC236}">
                <a16:creationId xmlns:a16="http://schemas.microsoft.com/office/drawing/2014/main" id="{99567D7E-3061-4B7A-A187-05A84F8B2D07}"/>
              </a:ext>
            </a:extLst>
          </p:cNvPr>
          <p:cNvSpPr>
            <a:spLocks xmlns:a="http://schemas.openxmlformats.org/drawingml/2006/main" noGrp="1"/>
          </p:cNvSpPr>
          <p:nvPr/>
        </p:nvSpPr>
        <p:spPr>
          <a:xfrm xmlns:a="http://schemas.openxmlformats.org/drawingml/2006/main">
            <a:off x="3493008" y="3994314"/>
            <a:ext cx="923544" cy="160827"/>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58" name="Google Shape;458;p5">
            <a:extLst xmlns:a="http://schemas.openxmlformats.org/drawingml/2006/main">
              <a:ext uri="{FF2B5EF4-FFF2-40B4-BE49-F238E27FC236}">
                <a16:creationId xmlns:a16="http://schemas.microsoft.com/office/drawing/2014/main" id="{FD9BA8E8-85B8-483F-A09C-A87558EEFDCF}"/>
              </a:ext>
            </a:extLst>
          </p:cNvPr>
          <p:cNvSpPr>
            <a:spLocks xmlns:a="http://schemas.openxmlformats.org/drawingml/2006/main" noGrp="1"/>
          </p:cNvSpPr>
          <p:nvPr/>
        </p:nvSpPr>
        <p:spPr>
          <a:xfrm xmlns:a="http://schemas.openxmlformats.org/drawingml/2006/main">
            <a:off x="3529584" y="3985170"/>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780"/>
              <a:buFont typeface="Arial"/>
              <a:buNone/>
            </a:pPr>
            <a:r>
              <a:rPr sz="780" b="1" i="0" u="none" cap="none">
                <a:solidFill>
                  <a:srgbClr val="0891B2"/>
                </a:solidFill>
                <a:latin typeface="Arial"/>
                <a:ea typeface="Arial"/>
                <a:cs typeface="Arial"/>
              </a:rPr>
              <a:t>Test</a:t>
            </a:r>
            <a:endParaRPr sz="780" b="0" i="0" u="none" cap="none">
              <a:solidFill>
                <a:schemeClr val="dk1"/>
              </a:solidFill>
              <a:latin typeface="Arial"/>
              <a:ea typeface="Arial"/>
              <a:cs typeface="Arial"/>
            </a:endParaRPr>
          </a:p>
        </p:txBody>
      </p:sp>
      <p:sp>
        <p:nvSpPr>
          <p:cNvPr id="459" name="Google Shape;459;p5">
            <a:extLst xmlns:a="http://schemas.openxmlformats.org/drawingml/2006/main">
              <a:ext uri="{FF2B5EF4-FFF2-40B4-BE49-F238E27FC236}">
                <a16:creationId xmlns:a16="http://schemas.microsoft.com/office/drawing/2014/main" id="{DC314CB5-342B-4844-88F8-811C787D8CAC}"/>
              </a:ext>
            </a:extLst>
          </p:cNvPr>
          <p:cNvSpPr>
            <a:spLocks xmlns:a="http://schemas.openxmlformats.org/drawingml/2006/main" noGrp="1"/>
          </p:cNvSpPr>
          <p:nvPr/>
        </p:nvSpPr>
        <p:spPr>
          <a:xfrm xmlns:a="http://schemas.openxmlformats.org/drawingml/2006/main">
            <a:off x="3493008" y="4173429"/>
            <a:ext cx="923544" cy="160827"/>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60" name="Google Shape;460;p5">
            <a:extLst xmlns:a="http://schemas.openxmlformats.org/drawingml/2006/main">
              <a:ext uri="{FF2B5EF4-FFF2-40B4-BE49-F238E27FC236}">
                <a16:creationId xmlns:a16="http://schemas.microsoft.com/office/drawing/2014/main" id="{99389265-9A88-4676-A623-7EA5F0FC520E}"/>
              </a:ext>
            </a:extLst>
          </p:cNvPr>
          <p:cNvSpPr>
            <a:spLocks xmlns:a="http://schemas.openxmlformats.org/drawingml/2006/main" noGrp="1"/>
          </p:cNvSpPr>
          <p:nvPr/>
        </p:nvSpPr>
        <p:spPr>
          <a:xfrm xmlns:a="http://schemas.openxmlformats.org/drawingml/2006/main">
            <a:off x="3529584" y="4164285"/>
            <a:ext cx="905256" cy="17911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780"/>
              <a:buFont typeface="Arial"/>
              <a:buNone/>
            </a:pPr>
            <a:r>
              <a:rPr sz="780" b="1" i="0" u="none" cap="none">
                <a:solidFill>
                  <a:srgbClr val="0891B2"/>
                </a:solidFill>
                <a:latin typeface="Arial"/>
                <a:ea typeface="Arial"/>
                <a:cs typeface="Arial"/>
              </a:rPr>
              <a:t>Test</a:t>
            </a:r>
            <a:endParaRPr sz="780" b="0" i="0" u="none" cap="none">
              <a:solidFill>
                <a:schemeClr val="dk1"/>
              </a:solidFill>
              <a:latin typeface="Arial"/>
              <a:ea typeface="Arial"/>
              <a:cs typeface="Arial"/>
            </a:endParaRPr>
          </a:p>
        </p:txBody>
      </p:sp>
      <p:sp>
        <p:nvSpPr>
          <p:cNvPr id="461" name="Google Shape;461;p5">
            <a:extLst xmlns:a="http://schemas.openxmlformats.org/drawingml/2006/main">
              <a:ext uri="{FF2B5EF4-FFF2-40B4-BE49-F238E27FC236}">
                <a16:creationId xmlns:a16="http://schemas.microsoft.com/office/drawing/2014/main" id="{3DE9BCAB-7BEB-4F1B-8B02-2B70065CAE0A}"/>
              </a:ext>
            </a:extLst>
          </p:cNvPr>
          <p:cNvSpPr>
            <a:spLocks xmlns:a="http://schemas.openxmlformats.org/drawingml/2006/main" noGrp="1"/>
          </p:cNvSpPr>
          <p:nvPr/>
        </p:nvSpPr>
        <p:spPr>
          <a:xfrm xmlns:a="http://schemas.openxmlformats.org/drawingml/2006/main">
            <a:off x="7744968" y="1307592"/>
            <a:ext cx="923544" cy="23545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62" name="Google Shape;462;p5">
            <a:extLst xmlns:a="http://schemas.openxmlformats.org/drawingml/2006/main">
              <a:ext uri="{FF2B5EF4-FFF2-40B4-BE49-F238E27FC236}">
                <a16:creationId xmlns:a16="http://schemas.microsoft.com/office/drawing/2014/main" id="{8CB4AE50-316C-4B09-9295-C1965BE5E33E}"/>
              </a:ext>
            </a:extLst>
          </p:cNvPr>
          <p:cNvSpPr>
            <a:spLocks xmlns:a="http://schemas.openxmlformats.org/drawingml/2006/main" noGrp="1"/>
          </p:cNvSpPr>
          <p:nvPr/>
        </p:nvSpPr>
        <p:spPr>
          <a:xfrm xmlns:a="http://schemas.openxmlformats.org/drawingml/2006/main">
            <a:off x="7781544" y="1298448"/>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780"/>
              <a:buFont typeface="Arial"/>
              <a:buNone/>
            </a:pPr>
            <a:r>
              <a:rPr sz="780" b="1" i="0" u="none" cap="none">
                <a:solidFill>
                  <a:srgbClr val="DC2626"/>
                </a:solidFill>
                <a:latin typeface="Arial"/>
                <a:ea typeface="Arial"/>
                <a:cs typeface="Arial"/>
              </a:rPr>
              <a:t>Tournament</a:t>
            </a:r>
            <a:endParaRPr sz="780" b="0" i="0" u="none" cap="none">
              <a:solidFill>
                <a:schemeClr val="dk1"/>
              </a:solidFill>
              <a:latin typeface="Arial"/>
              <a:ea typeface="Arial"/>
              <a:cs typeface="Arial"/>
            </a:endParaRPr>
          </a:p>
        </p:txBody>
      </p:sp>
      <p:sp>
        <p:nvSpPr>
          <p:cNvPr id="463" name="Google Shape;463;p5">
            <a:extLst xmlns:a="http://schemas.openxmlformats.org/drawingml/2006/main">
              <a:ext uri="{FF2B5EF4-FFF2-40B4-BE49-F238E27FC236}">
                <a16:creationId xmlns:a16="http://schemas.microsoft.com/office/drawing/2014/main" id="{EC96F531-2184-44F6-A08D-AC67BF77E8A7}"/>
              </a:ext>
            </a:extLst>
          </p:cNvPr>
          <p:cNvSpPr>
            <a:spLocks xmlns:a="http://schemas.openxmlformats.org/drawingml/2006/main" noGrp="1"/>
          </p:cNvSpPr>
          <p:nvPr/>
        </p:nvSpPr>
        <p:spPr>
          <a:xfrm xmlns:a="http://schemas.openxmlformats.org/drawingml/2006/main">
            <a:off x="7744968" y="1561338"/>
            <a:ext cx="923544" cy="235458"/>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64" name="Google Shape;464;p5">
            <a:extLst xmlns:a="http://schemas.openxmlformats.org/drawingml/2006/main">
              <a:ext uri="{FF2B5EF4-FFF2-40B4-BE49-F238E27FC236}">
                <a16:creationId xmlns:a16="http://schemas.microsoft.com/office/drawing/2014/main" id="{5604C9B4-158A-4F79-8D79-8DCF9B171C1D}"/>
              </a:ext>
            </a:extLst>
          </p:cNvPr>
          <p:cNvSpPr>
            <a:spLocks xmlns:a="http://schemas.openxmlformats.org/drawingml/2006/main" noGrp="1"/>
          </p:cNvSpPr>
          <p:nvPr/>
        </p:nvSpPr>
        <p:spPr>
          <a:xfrm xmlns:a="http://schemas.openxmlformats.org/drawingml/2006/main">
            <a:off x="7781544" y="1552194"/>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780"/>
              <a:buFont typeface="Arial"/>
              <a:buNone/>
            </a:pPr>
            <a:r>
              <a:rPr sz="780" b="1" i="0" u="none" cap="none">
                <a:solidFill>
                  <a:srgbClr val="DC2626"/>
                </a:solidFill>
                <a:latin typeface="Arial"/>
                <a:ea typeface="Arial"/>
                <a:cs typeface="Arial"/>
              </a:rPr>
              <a:t>Tournament</a:t>
            </a:r>
            <a:endParaRPr sz="780" b="0" i="0" u="none" cap="none">
              <a:solidFill>
                <a:schemeClr val="dk1"/>
              </a:solidFill>
              <a:latin typeface="Arial"/>
              <a:ea typeface="Arial"/>
              <a:cs typeface="Arial"/>
            </a:endParaRPr>
          </a:p>
        </p:txBody>
      </p:sp>
      <p:sp>
        <p:nvSpPr>
          <p:cNvPr id="465" name="Google Shape;465;p5">
            <a:extLst xmlns:a="http://schemas.openxmlformats.org/drawingml/2006/main">
              <a:ext uri="{FF2B5EF4-FFF2-40B4-BE49-F238E27FC236}">
                <a16:creationId xmlns:a16="http://schemas.microsoft.com/office/drawing/2014/main" id="{CFBD4E63-67C0-4CF0-B8D9-C756267C9E68}"/>
              </a:ext>
            </a:extLst>
          </p:cNvPr>
          <p:cNvSpPr>
            <a:spLocks xmlns:a="http://schemas.openxmlformats.org/drawingml/2006/main" noGrp="1"/>
          </p:cNvSpPr>
          <p:nvPr/>
        </p:nvSpPr>
        <p:spPr>
          <a:xfrm xmlns:a="http://schemas.openxmlformats.org/drawingml/2006/main">
            <a:off x="7744968" y="1815084"/>
            <a:ext cx="923544" cy="23545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66" name="Google Shape;466;p5">
            <a:extLst xmlns:a="http://schemas.openxmlformats.org/drawingml/2006/main">
              <a:ext uri="{FF2B5EF4-FFF2-40B4-BE49-F238E27FC236}">
                <a16:creationId xmlns:a16="http://schemas.microsoft.com/office/drawing/2014/main" id="{67B911BB-898C-42D2-9997-1BAC295ECD14}"/>
              </a:ext>
            </a:extLst>
          </p:cNvPr>
          <p:cNvSpPr>
            <a:spLocks xmlns:a="http://schemas.openxmlformats.org/drawingml/2006/main" noGrp="1"/>
          </p:cNvSpPr>
          <p:nvPr/>
        </p:nvSpPr>
        <p:spPr>
          <a:xfrm xmlns:a="http://schemas.openxmlformats.org/drawingml/2006/main">
            <a:off x="7781544" y="1805940"/>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780"/>
              <a:buFont typeface="Arial"/>
              <a:buNone/>
            </a:pPr>
            <a:r>
              <a:rPr sz="780" b="1" i="0" u="none" cap="none">
                <a:solidFill>
                  <a:srgbClr val="DC2626"/>
                </a:solidFill>
                <a:latin typeface="Arial"/>
                <a:ea typeface="Arial"/>
                <a:cs typeface="Arial"/>
              </a:rPr>
              <a:t>Tournament</a:t>
            </a:r>
            <a:endParaRPr sz="780" b="0" i="0" u="none" cap="none">
              <a:solidFill>
                <a:schemeClr val="dk1"/>
              </a:solidFill>
              <a:latin typeface="Arial"/>
              <a:ea typeface="Arial"/>
              <a:cs typeface="Arial"/>
            </a:endParaRPr>
          </a:p>
        </p:txBody>
      </p:sp>
      <p:sp>
        <p:nvSpPr>
          <p:cNvPr id="467" name="Google Shape;467;p5">
            <a:extLst xmlns:a="http://schemas.openxmlformats.org/drawingml/2006/main">
              <a:ext uri="{FF2B5EF4-FFF2-40B4-BE49-F238E27FC236}">
                <a16:creationId xmlns:a16="http://schemas.microsoft.com/office/drawing/2014/main" id="{11B368BF-EABE-415F-80AC-E650B19DE844}"/>
              </a:ext>
            </a:extLst>
          </p:cNvPr>
          <p:cNvSpPr>
            <a:spLocks xmlns:a="http://schemas.openxmlformats.org/drawingml/2006/main" noGrp="1"/>
          </p:cNvSpPr>
          <p:nvPr/>
        </p:nvSpPr>
        <p:spPr>
          <a:xfrm xmlns:a="http://schemas.openxmlformats.org/drawingml/2006/main">
            <a:off x="7744968" y="2068830"/>
            <a:ext cx="923544" cy="235458"/>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68" name="Google Shape;468;p5">
            <a:extLst xmlns:a="http://schemas.openxmlformats.org/drawingml/2006/main">
              <a:ext uri="{FF2B5EF4-FFF2-40B4-BE49-F238E27FC236}">
                <a16:creationId xmlns:a16="http://schemas.microsoft.com/office/drawing/2014/main" id="{0A1D41BB-10CF-45ED-8463-6CDED0CFD178}"/>
              </a:ext>
            </a:extLst>
          </p:cNvPr>
          <p:cNvSpPr>
            <a:spLocks xmlns:a="http://schemas.openxmlformats.org/drawingml/2006/main" noGrp="1"/>
          </p:cNvSpPr>
          <p:nvPr/>
        </p:nvSpPr>
        <p:spPr>
          <a:xfrm xmlns:a="http://schemas.openxmlformats.org/drawingml/2006/main">
            <a:off x="7781544" y="2059686"/>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780"/>
              <a:buFont typeface="Arial"/>
              <a:buNone/>
            </a:pPr>
            <a:r>
              <a:rPr sz="780" b="1" i="0" u="none" cap="none">
                <a:solidFill>
                  <a:srgbClr val="DC2626"/>
                </a:solidFill>
                <a:latin typeface="Arial"/>
                <a:ea typeface="Arial"/>
                <a:cs typeface="Arial"/>
              </a:rPr>
              <a:t>Tournament</a:t>
            </a:r>
            <a:endParaRPr sz="780" b="0" i="0" u="none" cap="none">
              <a:solidFill>
                <a:schemeClr val="dk1"/>
              </a:solidFill>
              <a:latin typeface="Arial"/>
              <a:ea typeface="Arial"/>
              <a:cs typeface="Arial"/>
            </a:endParaRPr>
          </a:p>
        </p:txBody>
      </p:sp>
      <p:sp>
        <p:nvSpPr>
          <p:cNvPr id="469" name="Google Shape;469;p5">
            <a:extLst xmlns:a="http://schemas.openxmlformats.org/drawingml/2006/main">
              <a:ext uri="{FF2B5EF4-FFF2-40B4-BE49-F238E27FC236}">
                <a16:creationId xmlns:a16="http://schemas.microsoft.com/office/drawing/2014/main" id="{531490B9-4461-485B-A45E-4EDBE7C60E29}"/>
              </a:ext>
            </a:extLst>
          </p:cNvPr>
          <p:cNvSpPr>
            <a:spLocks xmlns:a="http://schemas.openxmlformats.org/drawingml/2006/main" noGrp="1"/>
          </p:cNvSpPr>
          <p:nvPr/>
        </p:nvSpPr>
        <p:spPr>
          <a:xfrm xmlns:a="http://schemas.openxmlformats.org/drawingml/2006/main">
            <a:off x="7744968" y="2322576"/>
            <a:ext cx="923544" cy="23545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70" name="Google Shape;470;p5">
            <a:extLst xmlns:a="http://schemas.openxmlformats.org/drawingml/2006/main">
              <a:ext uri="{FF2B5EF4-FFF2-40B4-BE49-F238E27FC236}">
                <a16:creationId xmlns:a16="http://schemas.microsoft.com/office/drawing/2014/main" id="{38F52AA8-A498-441C-A24B-E604463EAC7D}"/>
              </a:ext>
            </a:extLst>
          </p:cNvPr>
          <p:cNvSpPr>
            <a:spLocks xmlns:a="http://schemas.openxmlformats.org/drawingml/2006/main" noGrp="1"/>
          </p:cNvSpPr>
          <p:nvPr/>
        </p:nvSpPr>
        <p:spPr>
          <a:xfrm xmlns:a="http://schemas.openxmlformats.org/drawingml/2006/main">
            <a:off x="7781544" y="2313432"/>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780"/>
              <a:buFont typeface="Arial"/>
              <a:buNone/>
            </a:pPr>
            <a:r>
              <a:rPr sz="780" b="1" i="0" u="none" cap="none">
                <a:solidFill>
                  <a:srgbClr val="DC2626"/>
                </a:solidFill>
                <a:latin typeface="Arial"/>
                <a:ea typeface="Arial"/>
                <a:cs typeface="Arial"/>
              </a:rPr>
              <a:t>Tournament</a:t>
            </a:r>
            <a:endParaRPr sz="780" b="0" i="0" u="none" cap="none">
              <a:solidFill>
                <a:schemeClr val="dk1"/>
              </a:solidFill>
              <a:latin typeface="Arial"/>
              <a:ea typeface="Arial"/>
              <a:cs typeface="Arial"/>
            </a:endParaRPr>
          </a:p>
        </p:txBody>
      </p:sp>
      <p:sp>
        <p:nvSpPr>
          <p:cNvPr id="471" name="Google Shape;471;p5">
            <a:extLst xmlns:a="http://schemas.openxmlformats.org/drawingml/2006/main">
              <a:ext uri="{FF2B5EF4-FFF2-40B4-BE49-F238E27FC236}">
                <a16:creationId xmlns:a16="http://schemas.microsoft.com/office/drawing/2014/main" id="{8208CD9A-A5C8-43BF-B2DD-7B6FE653E423}"/>
              </a:ext>
            </a:extLst>
          </p:cNvPr>
          <p:cNvSpPr>
            <a:spLocks xmlns:a="http://schemas.openxmlformats.org/drawingml/2006/main" noGrp="1"/>
          </p:cNvSpPr>
          <p:nvPr/>
        </p:nvSpPr>
        <p:spPr>
          <a:xfrm xmlns:a="http://schemas.openxmlformats.org/drawingml/2006/main">
            <a:off x="7744968" y="2576322"/>
            <a:ext cx="923544" cy="235458"/>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72" name="Google Shape;472;p5">
            <a:extLst xmlns:a="http://schemas.openxmlformats.org/drawingml/2006/main">
              <a:ext uri="{FF2B5EF4-FFF2-40B4-BE49-F238E27FC236}">
                <a16:creationId xmlns:a16="http://schemas.microsoft.com/office/drawing/2014/main" id="{01D04741-45D0-4E43-8E1F-22E168415D3F}"/>
              </a:ext>
            </a:extLst>
          </p:cNvPr>
          <p:cNvSpPr>
            <a:spLocks xmlns:a="http://schemas.openxmlformats.org/drawingml/2006/main" noGrp="1"/>
          </p:cNvSpPr>
          <p:nvPr/>
        </p:nvSpPr>
        <p:spPr>
          <a:xfrm xmlns:a="http://schemas.openxmlformats.org/drawingml/2006/main">
            <a:off x="7781544" y="2567178"/>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780"/>
              <a:buFont typeface="Arial"/>
              <a:buNone/>
            </a:pPr>
            <a:r>
              <a:rPr sz="780" b="1" i="0" u="none" cap="none">
                <a:solidFill>
                  <a:srgbClr val="DC2626"/>
                </a:solidFill>
                <a:latin typeface="Arial"/>
                <a:ea typeface="Arial"/>
                <a:cs typeface="Arial"/>
              </a:rPr>
              <a:t>Tournament</a:t>
            </a:r>
            <a:endParaRPr sz="780" b="0" i="0" u="none" cap="none">
              <a:solidFill>
                <a:schemeClr val="dk1"/>
              </a:solidFill>
              <a:latin typeface="Arial"/>
              <a:ea typeface="Arial"/>
              <a:cs typeface="Arial"/>
            </a:endParaRPr>
          </a:p>
        </p:txBody>
      </p:sp>
      <p:sp>
        <p:nvSpPr>
          <p:cNvPr id="473" name="Google Shape;473;p5">
            <a:extLst xmlns:a="http://schemas.openxmlformats.org/drawingml/2006/main">
              <a:ext uri="{FF2B5EF4-FFF2-40B4-BE49-F238E27FC236}">
                <a16:creationId xmlns:a16="http://schemas.microsoft.com/office/drawing/2014/main" id="{189CE5E6-24CA-49CB-9D1A-0312F03AAC80}"/>
              </a:ext>
            </a:extLst>
          </p:cNvPr>
          <p:cNvSpPr>
            <a:spLocks xmlns:a="http://schemas.openxmlformats.org/drawingml/2006/main" noGrp="1"/>
          </p:cNvSpPr>
          <p:nvPr/>
        </p:nvSpPr>
        <p:spPr>
          <a:xfrm xmlns:a="http://schemas.openxmlformats.org/drawingml/2006/main">
            <a:off x="7744968" y="2830068"/>
            <a:ext cx="923544" cy="23545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74" name="Google Shape;474;p5">
            <a:extLst xmlns:a="http://schemas.openxmlformats.org/drawingml/2006/main">
              <a:ext uri="{FF2B5EF4-FFF2-40B4-BE49-F238E27FC236}">
                <a16:creationId xmlns:a16="http://schemas.microsoft.com/office/drawing/2014/main" id="{F5640124-E30E-41C4-9851-BB2310362FCE}"/>
              </a:ext>
            </a:extLst>
          </p:cNvPr>
          <p:cNvSpPr>
            <a:spLocks xmlns:a="http://schemas.openxmlformats.org/drawingml/2006/main" noGrp="1"/>
          </p:cNvSpPr>
          <p:nvPr/>
        </p:nvSpPr>
        <p:spPr>
          <a:xfrm xmlns:a="http://schemas.openxmlformats.org/drawingml/2006/main">
            <a:off x="7781544" y="2820924"/>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B2777"/>
              </a:buClr>
              <a:buSzPts val="780"/>
              <a:buFont typeface="Arial"/>
              <a:buNone/>
            </a:pPr>
            <a:r>
              <a:rPr sz="780" b="1" i="0" u="none" cap="none">
                <a:solidFill>
                  <a:srgbClr val="DB2777"/>
                </a:solidFill>
                <a:latin typeface="Arial"/>
                <a:ea typeface="Arial"/>
                <a:cs typeface="Arial"/>
              </a:rPr>
              <a:t>Iteration</a:t>
            </a:r>
            <a:endParaRPr sz="780" b="0" i="0" u="none" cap="none">
              <a:solidFill>
                <a:schemeClr val="dk1"/>
              </a:solidFill>
              <a:latin typeface="Arial"/>
              <a:ea typeface="Arial"/>
              <a:cs typeface="Arial"/>
            </a:endParaRPr>
          </a:p>
        </p:txBody>
      </p:sp>
      <p:sp>
        <p:nvSpPr>
          <p:cNvPr id="475" name="Google Shape;475;p5">
            <a:extLst xmlns:a="http://schemas.openxmlformats.org/drawingml/2006/main">
              <a:ext uri="{FF2B5EF4-FFF2-40B4-BE49-F238E27FC236}">
                <a16:creationId xmlns:a16="http://schemas.microsoft.com/office/drawing/2014/main" id="{2B0E52BE-9D87-4985-A1D9-05F288410FCA}"/>
              </a:ext>
            </a:extLst>
          </p:cNvPr>
          <p:cNvSpPr>
            <a:spLocks xmlns:a="http://schemas.openxmlformats.org/drawingml/2006/main" noGrp="1"/>
          </p:cNvSpPr>
          <p:nvPr/>
        </p:nvSpPr>
        <p:spPr>
          <a:xfrm xmlns:a="http://schemas.openxmlformats.org/drawingml/2006/main">
            <a:off x="7744968" y="3083814"/>
            <a:ext cx="923544" cy="235458"/>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76" name="Google Shape;476;p5">
            <a:extLst xmlns:a="http://schemas.openxmlformats.org/drawingml/2006/main">
              <a:ext uri="{FF2B5EF4-FFF2-40B4-BE49-F238E27FC236}">
                <a16:creationId xmlns:a16="http://schemas.microsoft.com/office/drawing/2014/main" id="{7E9BA6C8-6AAB-40E0-8A81-ADB130C87C6F}"/>
              </a:ext>
            </a:extLst>
          </p:cNvPr>
          <p:cNvSpPr>
            <a:spLocks xmlns:a="http://schemas.openxmlformats.org/drawingml/2006/main" noGrp="1"/>
          </p:cNvSpPr>
          <p:nvPr/>
        </p:nvSpPr>
        <p:spPr>
          <a:xfrm xmlns:a="http://schemas.openxmlformats.org/drawingml/2006/main">
            <a:off x="7781544" y="3074670"/>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B2777"/>
              </a:buClr>
              <a:buSzPts val="780"/>
              <a:buFont typeface="Arial"/>
              <a:buNone/>
            </a:pPr>
            <a:r>
              <a:rPr sz="780" b="1" i="0" u="none" cap="none">
                <a:solidFill>
                  <a:srgbClr val="DB2777"/>
                </a:solidFill>
                <a:latin typeface="Arial"/>
                <a:ea typeface="Arial"/>
                <a:cs typeface="Arial"/>
              </a:rPr>
              <a:t>Iteration</a:t>
            </a:r>
            <a:endParaRPr sz="780" b="0" i="0" u="none" cap="none">
              <a:solidFill>
                <a:schemeClr val="dk1"/>
              </a:solidFill>
              <a:latin typeface="Arial"/>
              <a:ea typeface="Arial"/>
              <a:cs typeface="Arial"/>
            </a:endParaRPr>
          </a:p>
        </p:txBody>
      </p:sp>
      <p:sp>
        <p:nvSpPr>
          <p:cNvPr id="477" name="Google Shape;477;p5">
            <a:extLst xmlns:a="http://schemas.openxmlformats.org/drawingml/2006/main">
              <a:ext uri="{FF2B5EF4-FFF2-40B4-BE49-F238E27FC236}">
                <a16:creationId xmlns:a16="http://schemas.microsoft.com/office/drawing/2014/main" id="{99BE747E-CD65-468B-91CD-C148009085AA}"/>
              </a:ext>
            </a:extLst>
          </p:cNvPr>
          <p:cNvSpPr>
            <a:spLocks xmlns:a="http://schemas.openxmlformats.org/drawingml/2006/main" noGrp="1"/>
          </p:cNvSpPr>
          <p:nvPr/>
        </p:nvSpPr>
        <p:spPr>
          <a:xfrm xmlns:a="http://schemas.openxmlformats.org/drawingml/2006/main">
            <a:off x="7744968" y="3337560"/>
            <a:ext cx="923544" cy="23545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78" name="Google Shape;478;p5">
            <a:extLst xmlns:a="http://schemas.openxmlformats.org/drawingml/2006/main">
              <a:ext uri="{FF2B5EF4-FFF2-40B4-BE49-F238E27FC236}">
                <a16:creationId xmlns:a16="http://schemas.microsoft.com/office/drawing/2014/main" id="{4BA1AC9E-39D4-4A09-A6CA-B24BD3A3F00E}"/>
              </a:ext>
            </a:extLst>
          </p:cNvPr>
          <p:cNvSpPr>
            <a:spLocks xmlns:a="http://schemas.openxmlformats.org/drawingml/2006/main" noGrp="1"/>
          </p:cNvSpPr>
          <p:nvPr/>
        </p:nvSpPr>
        <p:spPr>
          <a:xfrm xmlns:a="http://schemas.openxmlformats.org/drawingml/2006/main">
            <a:off x="7781544" y="3328416"/>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B2777"/>
              </a:buClr>
              <a:buSzPts val="780"/>
              <a:buFont typeface="Arial"/>
              <a:buNone/>
            </a:pPr>
            <a:r>
              <a:rPr sz="780" b="1" i="0" u="none" cap="none">
                <a:solidFill>
                  <a:srgbClr val="DB2777"/>
                </a:solidFill>
                <a:latin typeface="Arial"/>
                <a:ea typeface="Arial"/>
                <a:cs typeface="Arial"/>
              </a:rPr>
              <a:t>Iteration</a:t>
            </a:r>
            <a:endParaRPr sz="780" b="0" i="0" u="none" cap="none">
              <a:solidFill>
                <a:schemeClr val="dk1"/>
              </a:solidFill>
              <a:latin typeface="Arial"/>
              <a:ea typeface="Arial"/>
              <a:cs typeface="Arial"/>
            </a:endParaRPr>
          </a:p>
        </p:txBody>
      </p:sp>
      <p:sp>
        <p:nvSpPr>
          <p:cNvPr id="479" name="Google Shape;479;p5">
            <a:extLst xmlns:a="http://schemas.openxmlformats.org/drawingml/2006/main">
              <a:ext uri="{FF2B5EF4-FFF2-40B4-BE49-F238E27FC236}">
                <a16:creationId xmlns:a16="http://schemas.microsoft.com/office/drawing/2014/main" id="{114E1F29-DE89-4135-BAFF-EE9E15B072EE}"/>
              </a:ext>
            </a:extLst>
          </p:cNvPr>
          <p:cNvSpPr>
            <a:spLocks xmlns:a="http://schemas.openxmlformats.org/drawingml/2006/main" noGrp="1"/>
          </p:cNvSpPr>
          <p:nvPr/>
        </p:nvSpPr>
        <p:spPr>
          <a:xfrm xmlns:a="http://schemas.openxmlformats.org/drawingml/2006/main">
            <a:off x="7744968" y="3591306"/>
            <a:ext cx="923544" cy="235458"/>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80" name="Google Shape;480;p5">
            <a:extLst xmlns:a="http://schemas.openxmlformats.org/drawingml/2006/main">
              <a:ext uri="{FF2B5EF4-FFF2-40B4-BE49-F238E27FC236}">
                <a16:creationId xmlns:a16="http://schemas.microsoft.com/office/drawing/2014/main" id="{7D992B08-A5CB-4E9B-8730-71112D723E9D}"/>
              </a:ext>
            </a:extLst>
          </p:cNvPr>
          <p:cNvSpPr>
            <a:spLocks xmlns:a="http://schemas.openxmlformats.org/drawingml/2006/main" noGrp="1"/>
          </p:cNvSpPr>
          <p:nvPr/>
        </p:nvSpPr>
        <p:spPr>
          <a:xfrm xmlns:a="http://schemas.openxmlformats.org/drawingml/2006/main">
            <a:off x="7781544" y="3582162"/>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80"/>
              <a:buFont typeface="Arial"/>
              <a:buNone/>
            </a:pPr>
            <a:r>
              <a:rPr sz="780" b="1" i="0" u="none" cap="none">
                <a:solidFill>
                  <a:srgbClr val="64748B"/>
                </a:solidFill>
                <a:latin typeface="Arial"/>
                <a:ea typeface="Arial"/>
                <a:cs typeface="Arial"/>
              </a:rPr>
              <a:t>Appendix</a:t>
            </a:r>
            <a:endParaRPr sz="780" b="0" i="0" u="none" cap="none">
              <a:solidFill>
                <a:schemeClr val="dk1"/>
              </a:solidFill>
              <a:latin typeface="Arial"/>
              <a:ea typeface="Arial"/>
              <a:cs typeface="Arial"/>
            </a:endParaRPr>
          </a:p>
        </p:txBody>
      </p:sp>
      <p:sp>
        <p:nvSpPr>
          <p:cNvPr id="481" name="Google Shape;481;p5">
            <a:extLst xmlns:a="http://schemas.openxmlformats.org/drawingml/2006/main">
              <a:ext uri="{FF2B5EF4-FFF2-40B4-BE49-F238E27FC236}">
                <a16:creationId xmlns:a16="http://schemas.microsoft.com/office/drawing/2014/main" id="{4353FEF7-8CF5-4E9B-B41B-506EBA099372}"/>
              </a:ext>
            </a:extLst>
          </p:cNvPr>
          <p:cNvSpPr>
            <a:spLocks xmlns:a="http://schemas.openxmlformats.org/drawingml/2006/main" noGrp="1"/>
          </p:cNvSpPr>
          <p:nvPr/>
        </p:nvSpPr>
        <p:spPr>
          <a:xfrm xmlns:a="http://schemas.openxmlformats.org/drawingml/2006/main">
            <a:off x="7744968" y="3845052"/>
            <a:ext cx="923544" cy="23545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82" name="Google Shape;482;p5">
            <a:extLst xmlns:a="http://schemas.openxmlformats.org/drawingml/2006/main">
              <a:ext uri="{FF2B5EF4-FFF2-40B4-BE49-F238E27FC236}">
                <a16:creationId xmlns:a16="http://schemas.microsoft.com/office/drawing/2014/main" id="{ACEE3C34-C417-44C8-97BE-0FA8AFE02CFB}"/>
              </a:ext>
            </a:extLst>
          </p:cNvPr>
          <p:cNvSpPr>
            <a:spLocks xmlns:a="http://schemas.openxmlformats.org/drawingml/2006/main" noGrp="1"/>
          </p:cNvSpPr>
          <p:nvPr/>
        </p:nvSpPr>
        <p:spPr>
          <a:xfrm xmlns:a="http://schemas.openxmlformats.org/drawingml/2006/main">
            <a:off x="7781544" y="3835908"/>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80"/>
              <a:buFont typeface="Arial"/>
              <a:buNone/>
            </a:pPr>
            <a:r>
              <a:rPr sz="780" b="1" i="0" u="none" cap="none">
                <a:solidFill>
                  <a:srgbClr val="64748B"/>
                </a:solidFill>
                <a:latin typeface="Arial"/>
                <a:ea typeface="Arial"/>
                <a:cs typeface="Arial"/>
              </a:rPr>
              <a:t>Appendix</a:t>
            </a:r>
            <a:endParaRPr sz="780" b="0" i="0" u="none" cap="none">
              <a:solidFill>
                <a:schemeClr val="dk1"/>
              </a:solidFill>
              <a:latin typeface="Arial"/>
              <a:ea typeface="Arial"/>
              <a:cs typeface="Arial"/>
            </a:endParaRPr>
          </a:p>
        </p:txBody>
      </p:sp>
      <p:sp>
        <p:nvSpPr>
          <p:cNvPr id="483" name="Google Shape;483;p5">
            <a:extLst xmlns:a="http://schemas.openxmlformats.org/drawingml/2006/main">
              <a:ext uri="{FF2B5EF4-FFF2-40B4-BE49-F238E27FC236}">
                <a16:creationId xmlns:a16="http://schemas.microsoft.com/office/drawing/2014/main" id="{1CF8F4D3-C318-4C96-8ED0-8C0202D42003}"/>
              </a:ext>
            </a:extLst>
          </p:cNvPr>
          <p:cNvSpPr>
            <a:spLocks xmlns:a="http://schemas.openxmlformats.org/drawingml/2006/main" noGrp="1"/>
          </p:cNvSpPr>
          <p:nvPr/>
        </p:nvSpPr>
        <p:spPr>
          <a:xfrm xmlns:a="http://schemas.openxmlformats.org/drawingml/2006/main">
            <a:off x="7744968" y="4098798"/>
            <a:ext cx="923544" cy="235458"/>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84" name="Google Shape;484;p5">
            <a:extLst xmlns:a="http://schemas.openxmlformats.org/drawingml/2006/main">
              <a:ext uri="{FF2B5EF4-FFF2-40B4-BE49-F238E27FC236}">
                <a16:creationId xmlns:a16="http://schemas.microsoft.com/office/drawing/2014/main" id="{28D02EB6-1A7E-4651-9AEB-FEB5CC84F59A}"/>
              </a:ext>
            </a:extLst>
          </p:cNvPr>
          <p:cNvSpPr>
            <a:spLocks xmlns:a="http://schemas.openxmlformats.org/drawingml/2006/main" noGrp="1"/>
          </p:cNvSpPr>
          <p:nvPr/>
        </p:nvSpPr>
        <p:spPr>
          <a:xfrm xmlns:a="http://schemas.openxmlformats.org/drawingml/2006/main">
            <a:off x="7781544" y="4089654"/>
            <a:ext cx="905256" cy="2537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80"/>
              <a:buFont typeface="Arial"/>
              <a:buNone/>
            </a:pPr>
            <a:r>
              <a:rPr sz="780" b="1" i="0" u="none" cap="none">
                <a:solidFill>
                  <a:srgbClr val="64748B"/>
                </a:solidFill>
                <a:latin typeface="Arial"/>
                <a:ea typeface="Arial"/>
                <a:cs typeface="Arial"/>
              </a:rPr>
              <a:t>Appendix</a:t>
            </a:r>
            <a:endParaRPr sz="780" b="0" i="0" u="none" cap="none">
              <a:solidFill>
                <a:schemeClr val="dk1"/>
              </a:solidFill>
              <a:latin typeface="Arial"/>
              <a:ea typeface="Arial"/>
              <a:cs typeface="Arial"/>
            </a:endParaRPr>
          </a:p>
        </p:txBody>
      </p:sp>
      <p:sp>
        <p:nvSpPr>
          <p:cNvPr id="485" name="Google Shape;485;p5">
            <a:extLst xmlns:a="http://schemas.openxmlformats.org/drawingml/2006/main">
              <a:ext uri="{FF2B5EF4-FFF2-40B4-BE49-F238E27FC236}">
                <a16:creationId xmlns:a16="http://schemas.microsoft.com/office/drawing/2014/main" id="{808EE71B-5919-49E6-98B0-D255C234EF3E}"/>
              </a:ext>
            </a:extLst>
          </p:cNvPr>
          <p:cNvSpPr>
            <a:spLocks xmlns:a="http://schemas.openxmlformats.org/drawingml/2006/main" noGrp="1"/>
          </p:cNvSpPr>
          <p:nvPr/>
        </p:nvSpPr>
        <p:spPr>
          <a:xfrm xmlns:a="http://schemas.openxmlformats.org/drawingml/2006/main">
            <a:off x="320040" y="4498848"/>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E293B"/>
              </a:buClr>
              <a:buSzPts val="1100"/>
              <a:buFont typeface="Arial"/>
              <a:buNone/>
            </a:pPr>
            <a:r>
              <a:rPr sz="1100" b="1" i="0" u="none" cap="none">
                <a:solidFill>
                  <a:srgbClr val="1E293B"/>
                </a:solidFill>
                <a:latin typeface="Arial"/>
                <a:ea typeface="Arial"/>
                <a:cs typeface="Arial"/>
              </a:rPr>
              <a:t>←  TOC Part 1</a:t>
            </a:r>
            <a:endParaRPr sz="1100" b="0" i="0" u="none" cap="none">
              <a:solidFill>
                <a:schemeClr val="dk1"/>
              </a:solidFill>
              <a:latin typeface="Arial"/>
              <a:ea typeface="Arial"/>
              <a:cs typeface="Arial"/>
            </a:endParaRPr>
          </a:p>
        </p:txBody>
      </p:sp>
    </p:spTree>
    <p:extLst>
      <p:ext uri="{BB962C8B-B14F-4D97-AF65-F5344CB8AC3E}">
        <p14:creationId xmlns:p14="http://schemas.microsoft.com/office/powerpoint/2010/main" val="12564089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91" name="Google Shape;491;p6">
            <a:extLst xmlns:a="http://schemas.openxmlformats.org/drawingml/2006/main">
              <a:ext uri="{FF2B5EF4-FFF2-40B4-BE49-F238E27FC236}">
                <a16:creationId xmlns:a16="http://schemas.microsoft.com/office/drawing/2014/main" id="{FD1CEF95-43DF-4753-A603-484502A20E68}"/>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92" name="Google Shape;492;p6">
            <a:extLst xmlns:a="http://schemas.openxmlformats.org/drawingml/2006/main">
              <a:ext uri="{FF2B5EF4-FFF2-40B4-BE49-F238E27FC236}">
                <a16:creationId xmlns:a16="http://schemas.microsoft.com/office/drawing/2014/main" id="{65255DE2-05BB-4F81-AD33-8BCED262AC85}"/>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TEAM IDENTITY</a:t>
            </a:r>
            <a:endParaRPr sz="1050" b="0" i="0" u="none" cap="none">
              <a:solidFill>
                <a:schemeClr val="dk1"/>
              </a:solidFill>
              <a:latin typeface="Arial"/>
              <a:ea typeface="Arial"/>
              <a:cs typeface="Arial"/>
            </a:endParaRPr>
          </a:p>
        </p:txBody>
      </p:sp>
      <p:sp>
        <p:nvSpPr>
          <p:cNvPr id="493" name="Google Shape;493;p6">
            <a:extLst xmlns:a="http://schemas.openxmlformats.org/drawingml/2006/main">
              <a:ext uri="{FF2B5EF4-FFF2-40B4-BE49-F238E27FC236}">
                <a16:creationId xmlns:a16="http://schemas.microsoft.com/office/drawing/2014/main" id="{8061A630-C974-4D8B-8C8C-5AC75FC70C5F}"/>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494" name="Google Shape;494;p6">
            <a:extLst xmlns:a="http://schemas.openxmlformats.org/drawingml/2006/main">
              <a:ext uri="{FF2B5EF4-FFF2-40B4-BE49-F238E27FC236}">
                <a16:creationId xmlns:a16="http://schemas.microsoft.com/office/drawing/2014/main" id="{1C9584BA-8092-42BB-ACDA-A3CA95D53E16}"/>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Six-Person Team — Lead + Backup Pairs</a:t>
            </a:r>
            <a:endParaRPr sz="2200" b="0" i="0" u="none" cap="none">
              <a:solidFill>
                <a:schemeClr val="dk1"/>
              </a:solidFill>
              <a:latin typeface="Arial"/>
              <a:ea typeface="Arial"/>
              <a:cs typeface="Arial"/>
            </a:endParaRPr>
          </a:p>
        </p:txBody>
      </p:sp>
      <p:sp>
        <p:nvSpPr>
          <p:cNvPr id="495" name="Google Shape;495;p6">
            <a:extLst xmlns:a="http://schemas.openxmlformats.org/drawingml/2006/main">
              <a:ext uri="{FF2B5EF4-FFF2-40B4-BE49-F238E27FC236}">
                <a16:creationId xmlns:a16="http://schemas.microsoft.com/office/drawing/2014/main" id="{0A854885-72E8-415C-BCCD-1F8F68342093}"/>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496" name="Google Shape;496;p6">
            <a:extLst xmlns:a="http://schemas.openxmlformats.org/drawingml/2006/main">
              <a:ext uri="{FF2B5EF4-FFF2-40B4-BE49-F238E27FC236}">
                <a16:creationId xmlns:a16="http://schemas.microsoft.com/office/drawing/2014/main" id="{D0C3C995-B6A2-4882-8617-BD373A965E58}"/>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497" name="Google Shape;497;p6">
            <a:extLst xmlns:a="http://schemas.openxmlformats.org/drawingml/2006/main">
              <a:ext uri="{FF2B5EF4-FFF2-40B4-BE49-F238E27FC236}">
                <a16:creationId xmlns:a16="http://schemas.microsoft.com/office/drawing/2014/main" id="{85B600BA-062C-4269-B211-640D2B0A4AF2}"/>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 / 61</a:t>
            </a:r>
            <a:endParaRPr sz="900" b="0" i="0" u="none" cap="none">
              <a:solidFill>
                <a:schemeClr val="dk1"/>
              </a:solidFill>
              <a:latin typeface="Arial"/>
              <a:ea typeface="Arial"/>
              <a:cs typeface="Arial"/>
            </a:endParaRPr>
          </a:p>
        </p:txBody>
      </p:sp>
      <p:sp>
        <p:nvSpPr>
          <p:cNvPr id="498" name="Google Shape;498;p6">
            <a:extLst xmlns:a="http://schemas.openxmlformats.org/drawingml/2006/main">
              <a:ext uri="{FF2B5EF4-FFF2-40B4-BE49-F238E27FC236}">
                <a16:creationId xmlns:a16="http://schemas.microsoft.com/office/drawing/2014/main" id="{AF5A4C2E-704D-4E4B-9138-38C24DA775F9}"/>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499" name="Google Shape;499;p6">
            <a:extLst xmlns:a="http://schemas.openxmlformats.org/drawingml/2006/main">
              <a:ext uri="{FF2B5EF4-FFF2-40B4-BE49-F238E27FC236}">
                <a16:creationId xmlns:a16="http://schemas.microsoft.com/office/drawing/2014/main" id="{7EB29B08-345F-471F-A1A8-B02D5FB929FF}"/>
              </a:ext>
            </a:extLst>
          </p:cNvPr>
          <p:cNvSpPr>
            <a:spLocks xmlns:a="http://schemas.openxmlformats.org/drawingml/2006/main" noGrp="1"/>
          </p:cNvSpPr>
          <p:nvPr/>
        </p:nvSpPr>
        <p:spPr>
          <a:xfrm xmlns:a="http://schemas.openxmlformats.org/drawingml/2006/main">
            <a:off x="320040" y="1078992"/>
            <a:ext cx="85039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Six students work in three specialty pairs. Each pair has a lead and backup; both train, document, and remain ready to step into the role.</a:t>
            </a:r>
            <a:endParaRPr sz="1000" b="0" i="0" u="none" cap="none">
              <a:solidFill>
                <a:schemeClr val="dk1"/>
              </a:solidFill>
              <a:latin typeface="Arial"/>
              <a:ea typeface="Arial"/>
              <a:cs typeface="Arial"/>
            </a:endParaRPr>
          </a:p>
        </p:txBody>
      </p:sp>
      <p:sp>
        <p:nvSpPr>
          <p:cNvPr id="500" name="Google Shape;500;p6">
            <a:extLst xmlns:a="http://schemas.openxmlformats.org/drawingml/2006/main">
              <a:ext uri="{FF2B5EF4-FFF2-40B4-BE49-F238E27FC236}">
                <a16:creationId xmlns:a16="http://schemas.microsoft.com/office/drawing/2014/main" id="{0EBB1CE8-7780-41C2-84A5-6FCFCB762FAA}"/>
              </a:ext>
            </a:extLst>
          </p:cNvPr>
          <p:cNvSpPr>
            <a:spLocks xmlns:a="http://schemas.openxmlformats.org/drawingml/2006/main" noGrp="1"/>
          </p:cNvSpPr>
          <p:nvPr/>
        </p:nvSpPr>
        <p:spPr>
          <a:xfrm xmlns:a="http://schemas.openxmlformats.org/drawingml/2006/main">
            <a:off x="320040" y="1463040"/>
            <a:ext cx="8503920" cy="256032"/>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01" name="Google Shape;501;p6">
            <a:extLst xmlns:a="http://schemas.openxmlformats.org/drawingml/2006/main">
              <a:ext uri="{FF2B5EF4-FFF2-40B4-BE49-F238E27FC236}">
                <a16:creationId xmlns:a16="http://schemas.microsoft.com/office/drawing/2014/main" id="{387423FA-A63E-483A-A78E-F2AFB436C708}"/>
              </a:ext>
            </a:extLst>
          </p:cNvPr>
          <p:cNvSpPr>
            <a:spLocks xmlns:a="http://schemas.openxmlformats.org/drawingml/2006/main" noGrp="1"/>
          </p:cNvSpPr>
          <p:nvPr/>
        </p:nvSpPr>
        <p:spPr>
          <a:xfrm xmlns:a="http://schemas.openxmlformats.org/drawingml/2006/main">
            <a:off x="374904" y="1463040"/>
            <a:ext cx="15910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Name</a:t>
            </a:r>
            <a:endParaRPr sz="900" b="0" i="0" u="none" cap="none">
              <a:solidFill>
                <a:schemeClr val="dk1"/>
              </a:solidFill>
              <a:latin typeface="Arial"/>
              <a:ea typeface="Arial"/>
              <a:cs typeface="Arial"/>
            </a:endParaRPr>
          </a:p>
        </p:txBody>
      </p:sp>
      <p:sp>
        <p:nvSpPr>
          <p:cNvPr id="502" name="Google Shape;502;p6">
            <a:extLst xmlns:a="http://schemas.openxmlformats.org/drawingml/2006/main">
              <a:ext uri="{FF2B5EF4-FFF2-40B4-BE49-F238E27FC236}">
                <a16:creationId xmlns:a16="http://schemas.microsoft.com/office/drawing/2014/main" id="{49BA2FAA-9C7D-43A9-BFEA-819E509617B0}"/>
              </a:ext>
            </a:extLst>
          </p:cNvPr>
          <p:cNvSpPr>
            <a:spLocks xmlns:a="http://schemas.openxmlformats.org/drawingml/2006/main" noGrp="1"/>
          </p:cNvSpPr>
          <p:nvPr/>
        </p:nvSpPr>
        <p:spPr>
          <a:xfrm xmlns:a="http://schemas.openxmlformats.org/drawingml/2006/main">
            <a:off x="2020824" y="1463040"/>
            <a:ext cx="40233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Grade</a:t>
            </a:r>
            <a:endParaRPr sz="900" b="0" i="0" u="none" cap="none">
              <a:solidFill>
                <a:schemeClr val="dk1"/>
              </a:solidFill>
              <a:latin typeface="Arial"/>
              <a:ea typeface="Arial"/>
              <a:cs typeface="Arial"/>
            </a:endParaRPr>
          </a:p>
        </p:txBody>
      </p:sp>
      <p:sp>
        <p:nvSpPr>
          <p:cNvPr id="503" name="Google Shape;503;p6">
            <a:extLst xmlns:a="http://schemas.openxmlformats.org/drawingml/2006/main">
              <a:ext uri="{FF2B5EF4-FFF2-40B4-BE49-F238E27FC236}">
                <a16:creationId xmlns:a16="http://schemas.microsoft.com/office/drawing/2014/main" id="{66178A49-65C7-40E1-8233-3E8CF1695678}"/>
              </a:ext>
            </a:extLst>
          </p:cNvPr>
          <p:cNvSpPr>
            <a:spLocks xmlns:a="http://schemas.openxmlformats.org/drawingml/2006/main" noGrp="1"/>
          </p:cNvSpPr>
          <p:nvPr/>
        </p:nvSpPr>
        <p:spPr>
          <a:xfrm xmlns:a="http://schemas.openxmlformats.org/drawingml/2006/main">
            <a:off x="2478024" y="1463040"/>
            <a:ext cx="10424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Role</a:t>
            </a:r>
            <a:endParaRPr sz="900" b="0" i="0" u="none" cap="none">
              <a:solidFill>
                <a:schemeClr val="dk1"/>
              </a:solidFill>
              <a:latin typeface="Arial"/>
              <a:ea typeface="Arial"/>
              <a:cs typeface="Arial"/>
            </a:endParaRPr>
          </a:p>
        </p:txBody>
      </p:sp>
      <p:sp>
        <p:nvSpPr>
          <p:cNvPr id="504" name="Google Shape;504;p6">
            <a:extLst xmlns:a="http://schemas.openxmlformats.org/drawingml/2006/main">
              <a:ext uri="{FF2B5EF4-FFF2-40B4-BE49-F238E27FC236}">
                <a16:creationId xmlns:a16="http://schemas.microsoft.com/office/drawing/2014/main" id="{A6E14879-51FE-42DA-84DA-325CCF503486}"/>
              </a:ext>
            </a:extLst>
          </p:cNvPr>
          <p:cNvSpPr>
            <a:spLocks xmlns:a="http://schemas.openxmlformats.org/drawingml/2006/main" noGrp="1"/>
          </p:cNvSpPr>
          <p:nvPr/>
        </p:nvSpPr>
        <p:spPr>
          <a:xfrm xmlns:a="http://schemas.openxmlformats.org/drawingml/2006/main">
            <a:off x="3575304" y="1463040"/>
            <a:ext cx="104241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Position</a:t>
            </a:r>
            <a:endParaRPr sz="900" b="0" i="0" u="none" cap="none">
              <a:solidFill>
                <a:schemeClr val="dk1"/>
              </a:solidFill>
              <a:latin typeface="Arial"/>
              <a:ea typeface="Arial"/>
              <a:cs typeface="Arial"/>
            </a:endParaRPr>
          </a:p>
        </p:txBody>
      </p:sp>
      <p:sp>
        <p:nvSpPr>
          <p:cNvPr id="505" name="Google Shape;505;p6">
            <a:extLst xmlns:a="http://schemas.openxmlformats.org/drawingml/2006/main">
              <a:ext uri="{FF2B5EF4-FFF2-40B4-BE49-F238E27FC236}">
                <a16:creationId xmlns:a16="http://schemas.microsoft.com/office/drawing/2014/main" id="{ACF08350-8EEE-4A19-990B-A5AC23ED68A0}"/>
              </a:ext>
            </a:extLst>
          </p:cNvPr>
          <p:cNvSpPr>
            <a:spLocks xmlns:a="http://schemas.openxmlformats.org/drawingml/2006/main" noGrp="1"/>
          </p:cNvSpPr>
          <p:nvPr/>
        </p:nvSpPr>
        <p:spPr>
          <a:xfrm xmlns:a="http://schemas.openxmlformats.org/drawingml/2006/main">
            <a:off x="4672584" y="1463040"/>
            <a:ext cx="41513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Notebook Sections I Own</a:t>
            </a:r>
            <a:endParaRPr sz="900" b="0" i="0" u="none" cap="none">
              <a:solidFill>
                <a:schemeClr val="dk1"/>
              </a:solidFill>
              <a:latin typeface="Arial"/>
              <a:ea typeface="Arial"/>
              <a:cs typeface="Arial"/>
            </a:endParaRPr>
          </a:p>
        </p:txBody>
      </p:sp>
      <p:sp>
        <p:nvSpPr>
          <p:cNvPr id="506" name="Google Shape;506;p6">
            <a:extLst xmlns:a="http://schemas.openxmlformats.org/drawingml/2006/main">
              <a:ext uri="{FF2B5EF4-FFF2-40B4-BE49-F238E27FC236}">
                <a16:creationId xmlns:a16="http://schemas.microsoft.com/office/drawing/2014/main" id="{FC77DADC-C17E-4460-920F-C0A5B4AAA514}"/>
              </a:ext>
            </a:extLst>
          </p:cNvPr>
          <p:cNvSpPr>
            <a:spLocks xmlns:a="http://schemas.openxmlformats.org/drawingml/2006/main" noGrp="1"/>
          </p:cNvSpPr>
          <p:nvPr/>
        </p:nvSpPr>
        <p:spPr>
          <a:xfrm xmlns:a="http://schemas.openxmlformats.org/drawingml/2006/main">
            <a:off x="320040" y="1719072"/>
            <a:ext cx="8503920" cy="3916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61" name="Google Shape;507;p6"/>
          <p:cNvCxnSpPr/>
          <p:nvPr/>
        </p:nvCxnSpPr>
        <p:spPr>
          <a:xfrm xmlns:a="http://schemas.openxmlformats.org/drawingml/2006/main">
            <a:off x="320040" y="211074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08" name="Google Shape;508;p6">
            <a:extLst xmlns:a="http://schemas.openxmlformats.org/drawingml/2006/main">
              <a:ext uri="{FF2B5EF4-FFF2-40B4-BE49-F238E27FC236}">
                <a16:creationId xmlns:a16="http://schemas.microsoft.com/office/drawing/2014/main" id="{869C3B7C-70CE-4539-BD84-0CB6070D4CC7}"/>
              </a:ext>
            </a:extLst>
          </p:cNvPr>
          <p:cNvSpPr>
            <a:spLocks xmlns:a="http://schemas.openxmlformats.org/drawingml/2006/main" noGrp="1"/>
          </p:cNvSpPr>
          <p:nvPr/>
        </p:nvSpPr>
        <p:spPr>
          <a:xfrm xmlns:a="http://schemas.openxmlformats.org/drawingml/2006/main">
            <a:off x="374904" y="1719072"/>
            <a:ext cx="159105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[Student Name]</a:t>
            </a:r>
            <a:endParaRPr sz="900" b="0" i="0" u="none" cap="none">
              <a:solidFill>
                <a:schemeClr val="dk1"/>
              </a:solidFill>
              <a:latin typeface="Arial"/>
              <a:ea typeface="Arial"/>
              <a:cs typeface="Arial"/>
            </a:endParaRPr>
          </a:p>
        </p:txBody>
      </p:sp>
      <p:sp>
        <p:nvSpPr>
          <p:cNvPr id="509" name="Google Shape;509;p6">
            <a:extLst xmlns:a="http://schemas.openxmlformats.org/drawingml/2006/main">
              <a:ext uri="{FF2B5EF4-FFF2-40B4-BE49-F238E27FC236}">
                <a16:creationId xmlns:a16="http://schemas.microsoft.com/office/drawing/2014/main" id="{2F9477AB-7C97-49CF-9285-11F4E4D7B617}"/>
              </a:ext>
            </a:extLst>
          </p:cNvPr>
          <p:cNvSpPr>
            <a:spLocks xmlns:a="http://schemas.openxmlformats.org/drawingml/2006/main" noGrp="1"/>
          </p:cNvSpPr>
          <p:nvPr/>
        </p:nvSpPr>
        <p:spPr>
          <a:xfrm xmlns:a="http://schemas.openxmlformats.org/drawingml/2006/main">
            <a:off x="2020824" y="1719072"/>
            <a:ext cx="40233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510" name="Google Shape;510;p6">
            <a:extLst xmlns:a="http://schemas.openxmlformats.org/drawingml/2006/main">
              <a:ext uri="{FF2B5EF4-FFF2-40B4-BE49-F238E27FC236}">
                <a16:creationId xmlns:a16="http://schemas.microsoft.com/office/drawing/2014/main" id="{2ADD0CA1-01C1-42FD-96D4-D18225A88B73}"/>
              </a:ext>
            </a:extLst>
          </p:cNvPr>
          <p:cNvSpPr>
            <a:spLocks xmlns:a="http://schemas.openxmlformats.org/drawingml/2006/main" noGrp="1"/>
          </p:cNvSpPr>
          <p:nvPr/>
        </p:nvSpPr>
        <p:spPr>
          <a:xfrm xmlns:a="http://schemas.openxmlformats.org/drawingml/2006/main">
            <a:off x="2478024" y="1719072"/>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Driver Lead</a:t>
            </a:r>
            <a:endParaRPr sz="900" b="0" i="0" u="none" cap="none">
              <a:solidFill>
                <a:schemeClr val="dk1"/>
              </a:solidFill>
              <a:latin typeface="Arial"/>
              <a:ea typeface="Arial"/>
              <a:cs typeface="Arial"/>
            </a:endParaRPr>
          </a:p>
        </p:txBody>
      </p:sp>
      <p:sp>
        <p:nvSpPr>
          <p:cNvPr id="511" name="Google Shape;511;p6">
            <a:extLst xmlns:a="http://schemas.openxmlformats.org/drawingml/2006/main">
              <a:ext uri="{FF2B5EF4-FFF2-40B4-BE49-F238E27FC236}">
                <a16:creationId xmlns:a16="http://schemas.microsoft.com/office/drawing/2014/main" id="{F5785FF1-492A-4E2B-B0CE-4D12803DFF14}"/>
              </a:ext>
            </a:extLst>
          </p:cNvPr>
          <p:cNvSpPr>
            <a:spLocks xmlns:a="http://schemas.openxmlformats.org/drawingml/2006/main" noGrp="1"/>
          </p:cNvSpPr>
          <p:nvPr/>
        </p:nvSpPr>
        <p:spPr>
          <a:xfrm xmlns:a="http://schemas.openxmlformats.org/drawingml/2006/main">
            <a:off x="3575304" y="1719072"/>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Lead</a:t>
            </a:r>
            <a:endParaRPr sz="900" b="0" i="0" u="none" cap="none">
              <a:solidFill>
                <a:schemeClr val="dk1"/>
              </a:solidFill>
              <a:latin typeface="Arial"/>
              <a:ea typeface="Arial"/>
              <a:cs typeface="Arial"/>
            </a:endParaRPr>
          </a:p>
        </p:txBody>
      </p:sp>
      <p:sp>
        <p:nvSpPr>
          <p:cNvPr id="512" name="Google Shape;512;p6">
            <a:extLst xmlns:a="http://schemas.openxmlformats.org/drawingml/2006/main">
              <a:ext uri="{FF2B5EF4-FFF2-40B4-BE49-F238E27FC236}">
                <a16:creationId xmlns:a16="http://schemas.microsoft.com/office/drawing/2014/main" id="{9B589F55-FAC2-4143-B40E-DC5BEDBCB8F0}"/>
              </a:ext>
            </a:extLst>
          </p:cNvPr>
          <p:cNvSpPr>
            <a:spLocks xmlns:a="http://schemas.openxmlformats.org/drawingml/2006/main" noGrp="1"/>
          </p:cNvSpPr>
          <p:nvPr/>
        </p:nvSpPr>
        <p:spPr>
          <a:xfrm xmlns:a="http://schemas.openxmlformats.org/drawingml/2006/main">
            <a:off x="4672584" y="1719072"/>
            <a:ext cx="415137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Driving trials, skills scores, match execution</a:t>
            </a:r>
            <a:endParaRPr sz="900" b="0" i="0" u="none" cap="none">
              <a:solidFill>
                <a:schemeClr val="dk1"/>
              </a:solidFill>
              <a:latin typeface="Arial"/>
              <a:ea typeface="Arial"/>
              <a:cs typeface="Arial"/>
            </a:endParaRPr>
          </a:p>
        </p:txBody>
      </p:sp>
      <p:cxnSp>
        <p:nvCxnSpPr>
          <p:cNvPr id="667" name="Google Shape;513;p6"/>
          <p:cNvCxnSpPr/>
          <p:nvPr/>
        </p:nvCxnSpPr>
        <p:spPr>
          <a:xfrm xmlns:a="http://schemas.openxmlformats.org/drawingml/2006/main">
            <a:off x="320040" y="25024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14" name="Google Shape;514;p6">
            <a:extLst xmlns:a="http://schemas.openxmlformats.org/drawingml/2006/main">
              <a:ext uri="{FF2B5EF4-FFF2-40B4-BE49-F238E27FC236}">
                <a16:creationId xmlns:a16="http://schemas.microsoft.com/office/drawing/2014/main" id="{C610E623-A766-4264-A9FC-98D5C41B6FC7}"/>
              </a:ext>
            </a:extLst>
          </p:cNvPr>
          <p:cNvSpPr>
            <a:spLocks xmlns:a="http://schemas.openxmlformats.org/drawingml/2006/main" noGrp="1"/>
          </p:cNvSpPr>
          <p:nvPr/>
        </p:nvSpPr>
        <p:spPr>
          <a:xfrm xmlns:a="http://schemas.openxmlformats.org/drawingml/2006/main">
            <a:off x="374904" y="2110740"/>
            <a:ext cx="159105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[Student Name]</a:t>
            </a:r>
            <a:endParaRPr sz="900" b="0" i="0" u="none" cap="none">
              <a:solidFill>
                <a:schemeClr val="dk1"/>
              </a:solidFill>
              <a:latin typeface="Arial"/>
              <a:ea typeface="Arial"/>
              <a:cs typeface="Arial"/>
            </a:endParaRPr>
          </a:p>
        </p:txBody>
      </p:sp>
      <p:sp>
        <p:nvSpPr>
          <p:cNvPr id="515" name="Google Shape;515;p6">
            <a:extLst xmlns:a="http://schemas.openxmlformats.org/drawingml/2006/main">
              <a:ext uri="{FF2B5EF4-FFF2-40B4-BE49-F238E27FC236}">
                <a16:creationId xmlns:a16="http://schemas.microsoft.com/office/drawing/2014/main" id="{55DF37C6-AD5D-4325-B397-0B7FD916703F}"/>
              </a:ext>
            </a:extLst>
          </p:cNvPr>
          <p:cNvSpPr>
            <a:spLocks xmlns:a="http://schemas.openxmlformats.org/drawingml/2006/main" noGrp="1"/>
          </p:cNvSpPr>
          <p:nvPr/>
        </p:nvSpPr>
        <p:spPr>
          <a:xfrm xmlns:a="http://schemas.openxmlformats.org/drawingml/2006/main">
            <a:off x="2020824" y="2110740"/>
            <a:ext cx="40233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516" name="Google Shape;516;p6">
            <a:extLst xmlns:a="http://schemas.openxmlformats.org/drawingml/2006/main">
              <a:ext uri="{FF2B5EF4-FFF2-40B4-BE49-F238E27FC236}">
                <a16:creationId xmlns:a16="http://schemas.microsoft.com/office/drawing/2014/main" id="{E953244F-9D6F-4131-B7F4-09FF43D03499}"/>
              </a:ext>
            </a:extLst>
          </p:cNvPr>
          <p:cNvSpPr>
            <a:spLocks xmlns:a="http://schemas.openxmlformats.org/drawingml/2006/main" noGrp="1"/>
          </p:cNvSpPr>
          <p:nvPr/>
        </p:nvSpPr>
        <p:spPr>
          <a:xfrm xmlns:a="http://schemas.openxmlformats.org/drawingml/2006/main">
            <a:off x="2478024" y="2110740"/>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Driver Backup</a:t>
            </a:r>
            <a:endParaRPr sz="900" b="0" i="0" u="none" cap="none">
              <a:solidFill>
                <a:schemeClr val="dk1"/>
              </a:solidFill>
              <a:latin typeface="Arial"/>
              <a:ea typeface="Arial"/>
              <a:cs typeface="Arial"/>
            </a:endParaRPr>
          </a:p>
        </p:txBody>
      </p:sp>
      <p:sp>
        <p:nvSpPr>
          <p:cNvPr id="517" name="Google Shape;517;p6">
            <a:extLst xmlns:a="http://schemas.openxmlformats.org/drawingml/2006/main">
              <a:ext uri="{FF2B5EF4-FFF2-40B4-BE49-F238E27FC236}">
                <a16:creationId xmlns:a16="http://schemas.microsoft.com/office/drawing/2014/main" id="{0EBEEBCB-647F-4B7B-A683-E21BFD1F14F8}"/>
              </a:ext>
            </a:extLst>
          </p:cNvPr>
          <p:cNvSpPr>
            <a:spLocks xmlns:a="http://schemas.openxmlformats.org/drawingml/2006/main" noGrp="1"/>
          </p:cNvSpPr>
          <p:nvPr/>
        </p:nvSpPr>
        <p:spPr>
          <a:xfrm xmlns:a="http://schemas.openxmlformats.org/drawingml/2006/main">
            <a:off x="3575304" y="2110740"/>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Backup</a:t>
            </a:r>
            <a:endParaRPr sz="900" b="0" i="0" u="none" cap="none">
              <a:solidFill>
                <a:schemeClr val="dk1"/>
              </a:solidFill>
              <a:latin typeface="Arial"/>
              <a:ea typeface="Arial"/>
              <a:cs typeface="Arial"/>
            </a:endParaRPr>
          </a:p>
        </p:txBody>
      </p:sp>
      <p:sp>
        <p:nvSpPr>
          <p:cNvPr id="518" name="Google Shape;518;p6">
            <a:extLst xmlns:a="http://schemas.openxmlformats.org/drawingml/2006/main">
              <a:ext uri="{FF2B5EF4-FFF2-40B4-BE49-F238E27FC236}">
                <a16:creationId xmlns:a16="http://schemas.microsoft.com/office/drawing/2014/main" id="{423DFFB5-1637-47CE-9007-A0C4750AB5E2}"/>
              </a:ext>
            </a:extLst>
          </p:cNvPr>
          <p:cNvSpPr>
            <a:spLocks xmlns:a="http://schemas.openxmlformats.org/drawingml/2006/main" noGrp="1"/>
          </p:cNvSpPr>
          <p:nvPr/>
        </p:nvSpPr>
        <p:spPr>
          <a:xfrm xmlns:a="http://schemas.openxmlformats.org/drawingml/2006/main">
            <a:off x="4672584" y="2110740"/>
            <a:ext cx="415137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Driving drills, controller handoff, backup readiness</a:t>
            </a:r>
            <a:endParaRPr sz="900" b="0" i="0" u="none" cap="none">
              <a:solidFill>
                <a:schemeClr val="dk1"/>
              </a:solidFill>
              <a:latin typeface="Arial"/>
              <a:ea typeface="Arial"/>
              <a:cs typeface="Arial"/>
            </a:endParaRPr>
          </a:p>
        </p:txBody>
      </p:sp>
      <p:sp>
        <p:nvSpPr>
          <p:cNvPr id="519" name="Google Shape;519;p6">
            <a:extLst xmlns:a="http://schemas.openxmlformats.org/drawingml/2006/main">
              <a:ext uri="{FF2B5EF4-FFF2-40B4-BE49-F238E27FC236}">
                <a16:creationId xmlns:a16="http://schemas.microsoft.com/office/drawing/2014/main" id="{F499978B-6BCF-45BA-8349-8E3D63E376EB}"/>
              </a:ext>
            </a:extLst>
          </p:cNvPr>
          <p:cNvSpPr>
            <a:spLocks xmlns:a="http://schemas.openxmlformats.org/drawingml/2006/main" noGrp="1"/>
          </p:cNvSpPr>
          <p:nvPr/>
        </p:nvSpPr>
        <p:spPr>
          <a:xfrm xmlns:a="http://schemas.openxmlformats.org/drawingml/2006/main">
            <a:off x="320040" y="2502408"/>
            <a:ext cx="8503920" cy="3916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74" name="Google Shape;520;p6"/>
          <p:cNvCxnSpPr/>
          <p:nvPr/>
        </p:nvCxnSpPr>
        <p:spPr>
          <a:xfrm xmlns:a="http://schemas.openxmlformats.org/drawingml/2006/main">
            <a:off x="320040" y="28940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21" name="Google Shape;521;p6">
            <a:extLst xmlns:a="http://schemas.openxmlformats.org/drawingml/2006/main">
              <a:ext uri="{FF2B5EF4-FFF2-40B4-BE49-F238E27FC236}">
                <a16:creationId xmlns:a16="http://schemas.microsoft.com/office/drawing/2014/main" id="{44A160FA-19EB-443A-93AC-A1D5C9AED5EC}"/>
              </a:ext>
            </a:extLst>
          </p:cNvPr>
          <p:cNvSpPr>
            <a:spLocks xmlns:a="http://schemas.openxmlformats.org/drawingml/2006/main" noGrp="1"/>
          </p:cNvSpPr>
          <p:nvPr/>
        </p:nvSpPr>
        <p:spPr>
          <a:xfrm xmlns:a="http://schemas.openxmlformats.org/drawingml/2006/main">
            <a:off x="374904" y="2502408"/>
            <a:ext cx="159105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[Student Name]</a:t>
            </a:r>
            <a:endParaRPr sz="900" b="0" i="0" u="none" cap="none">
              <a:solidFill>
                <a:schemeClr val="dk1"/>
              </a:solidFill>
              <a:latin typeface="Arial"/>
              <a:ea typeface="Arial"/>
              <a:cs typeface="Arial"/>
            </a:endParaRPr>
          </a:p>
        </p:txBody>
      </p:sp>
      <p:sp>
        <p:nvSpPr>
          <p:cNvPr id="522" name="Google Shape;522;p6">
            <a:extLst xmlns:a="http://schemas.openxmlformats.org/drawingml/2006/main">
              <a:ext uri="{FF2B5EF4-FFF2-40B4-BE49-F238E27FC236}">
                <a16:creationId xmlns:a16="http://schemas.microsoft.com/office/drawing/2014/main" id="{A4181E9A-0F13-4F4D-9E83-EC2F3AF329A4}"/>
              </a:ext>
            </a:extLst>
          </p:cNvPr>
          <p:cNvSpPr>
            <a:spLocks xmlns:a="http://schemas.openxmlformats.org/drawingml/2006/main" noGrp="1"/>
          </p:cNvSpPr>
          <p:nvPr/>
        </p:nvSpPr>
        <p:spPr>
          <a:xfrm xmlns:a="http://schemas.openxmlformats.org/drawingml/2006/main">
            <a:off x="2020824" y="2502408"/>
            <a:ext cx="40233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523" name="Google Shape;523;p6">
            <a:extLst xmlns:a="http://schemas.openxmlformats.org/drawingml/2006/main">
              <a:ext uri="{FF2B5EF4-FFF2-40B4-BE49-F238E27FC236}">
                <a16:creationId xmlns:a16="http://schemas.microsoft.com/office/drawing/2014/main" id="{AD441B70-EF44-48C0-B563-9A60DD3D40AF}"/>
              </a:ext>
            </a:extLst>
          </p:cNvPr>
          <p:cNvSpPr>
            <a:spLocks xmlns:a="http://schemas.openxmlformats.org/drawingml/2006/main" noGrp="1"/>
          </p:cNvSpPr>
          <p:nvPr/>
        </p:nvSpPr>
        <p:spPr>
          <a:xfrm xmlns:a="http://schemas.openxmlformats.org/drawingml/2006/main">
            <a:off x="2478024" y="2502408"/>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Programmer Lead</a:t>
            </a:r>
            <a:endParaRPr sz="900" b="0" i="0" u="none" cap="none">
              <a:solidFill>
                <a:schemeClr val="dk1"/>
              </a:solidFill>
              <a:latin typeface="Arial"/>
              <a:ea typeface="Arial"/>
              <a:cs typeface="Arial"/>
            </a:endParaRPr>
          </a:p>
        </p:txBody>
      </p:sp>
      <p:sp>
        <p:nvSpPr>
          <p:cNvPr id="524" name="Google Shape;524;p6">
            <a:extLst xmlns:a="http://schemas.openxmlformats.org/drawingml/2006/main">
              <a:ext uri="{FF2B5EF4-FFF2-40B4-BE49-F238E27FC236}">
                <a16:creationId xmlns:a16="http://schemas.microsoft.com/office/drawing/2014/main" id="{DE3396AD-4A80-4DD2-B523-3B4325AA4642}"/>
              </a:ext>
            </a:extLst>
          </p:cNvPr>
          <p:cNvSpPr>
            <a:spLocks xmlns:a="http://schemas.openxmlformats.org/drawingml/2006/main" noGrp="1"/>
          </p:cNvSpPr>
          <p:nvPr/>
        </p:nvSpPr>
        <p:spPr>
          <a:xfrm xmlns:a="http://schemas.openxmlformats.org/drawingml/2006/main">
            <a:off x="3575304" y="2502408"/>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Lead</a:t>
            </a:r>
            <a:endParaRPr sz="900" b="0" i="0" u="none" cap="none">
              <a:solidFill>
                <a:schemeClr val="dk1"/>
              </a:solidFill>
              <a:latin typeface="Arial"/>
              <a:ea typeface="Arial"/>
              <a:cs typeface="Arial"/>
            </a:endParaRPr>
          </a:p>
        </p:txBody>
      </p:sp>
      <p:sp>
        <p:nvSpPr>
          <p:cNvPr id="525" name="Google Shape;525;p6">
            <a:extLst xmlns:a="http://schemas.openxmlformats.org/drawingml/2006/main">
              <a:ext uri="{FF2B5EF4-FFF2-40B4-BE49-F238E27FC236}">
                <a16:creationId xmlns:a16="http://schemas.microsoft.com/office/drawing/2014/main" id="{A88BA926-DD41-488F-8655-3B0DFF440A59}"/>
              </a:ext>
            </a:extLst>
          </p:cNvPr>
          <p:cNvSpPr>
            <a:spLocks xmlns:a="http://schemas.openxmlformats.org/drawingml/2006/main" noGrp="1"/>
          </p:cNvSpPr>
          <p:nvPr/>
        </p:nvSpPr>
        <p:spPr>
          <a:xfrm xmlns:a="http://schemas.openxmlformats.org/drawingml/2006/main">
            <a:off x="4672584" y="2502408"/>
            <a:ext cx="415137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Autonomous code, sensors, test tables</a:t>
            </a:r>
            <a:endParaRPr sz="900" b="0" i="0" u="none" cap="none">
              <a:solidFill>
                <a:schemeClr val="dk1"/>
              </a:solidFill>
              <a:latin typeface="Arial"/>
              <a:ea typeface="Arial"/>
              <a:cs typeface="Arial"/>
            </a:endParaRPr>
          </a:p>
        </p:txBody>
      </p:sp>
      <p:cxnSp>
        <p:nvCxnSpPr>
          <p:cNvPr id="680" name="Google Shape;526;p6"/>
          <p:cNvCxnSpPr/>
          <p:nvPr/>
        </p:nvCxnSpPr>
        <p:spPr>
          <a:xfrm xmlns:a="http://schemas.openxmlformats.org/drawingml/2006/main">
            <a:off x="320040" y="328574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27" name="Google Shape;527;p6">
            <a:extLst xmlns:a="http://schemas.openxmlformats.org/drawingml/2006/main">
              <a:ext uri="{FF2B5EF4-FFF2-40B4-BE49-F238E27FC236}">
                <a16:creationId xmlns:a16="http://schemas.microsoft.com/office/drawing/2014/main" id="{B2B0AE2F-976F-47F5-83FB-AF79F5BA80B1}"/>
              </a:ext>
            </a:extLst>
          </p:cNvPr>
          <p:cNvSpPr>
            <a:spLocks xmlns:a="http://schemas.openxmlformats.org/drawingml/2006/main" noGrp="1"/>
          </p:cNvSpPr>
          <p:nvPr/>
        </p:nvSpPr>
        <p:spPr>
          <a:xfrm xmlns:a="http://schemas.openxmlformats.org/drawingml/2006/main">
            <a:off x="374904" y="2894076"/>
            <a:ext cx="159105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[Student Name]</a:t>
            </a:r>
            <a:endParaRPr sz="900" b="0" i="0" u="none" cap="none">
              <a:solidFill>
                <a:schemeClr val="dk1"/>
              </a:solidFill>
              <a:latin typeface="Arial"/>
              <a:ea typeface="Arial"/>
              <a:cs typeface="Arial"/>
            </a:endParaRPr>
          </a:p>
        </p:txBody>
      </p:sp>
      <p:sp>
        <p:nvSpPr>
          <p:cNvPr id="528" name="Google Shape;528;p6">
            <a:extLst xmlns:a="http://schemas.openxmlformats.org/drawingml/2006/main">
              <a:ext uri="{FF2B5EF4-FFF2-40B4-BE49-F238E27FC236}">
                <a16:creationId xmlns:a16="http://schemas.microsoft.com/office/drawing/2014/main" id="{DAE8C0B4-F1A1-48F0-A702-24879DD34CAF}"/>
              </a:ext>
            </a:extLst>
          </p:cNvPr>
          <p:cNvSpPr>
            <a:spLocks xmlns:a="http://schemas.openxmlformats.org/drawingml/2006/main" noGrp="1"/>
          </p:cNvSpPr>
          <p:nvPr/>
        </p:nvSpPr>
        <p:spPr>
          <a:xfrm xmlns:a="http://schemas.openxmlformats.org/drawingml/2006/main">
            <a:off x="2020824" y="2894076"/>
            <a:ext cx="40233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529" name="Google Shape;529;p6">
            <a:extLst xmlns:a="http://schemas.openxmlformats.org/drawingml/2006/main">
              <a:ext uri="{FF2B5EF4-FFF2-40B4-BE49-F238E27FC236}">
                <a16:creationId xmlns:a16="http://schemas.microsoft.com/office/drawing/2014/main" id="{4D20E9BF-B5C5-4613-980A-1DB301DF6ACD}"/>
              </a:ext>
            </a:extLst>
          </p:cNvPr>
          <p:cNvSpPr>
            <a:spLocks xmlns:a="http://schemas.openxmlformats.org/drawingml/2006/main" noGrp="1"/>
          </p:cNvSpPr>
          <p:nvPr/>
        </p:nvSpPr>
        <p:spPr>
          <a:xfrm xmlns:a="http://schemas.openxmlformats.org/drawingml/2006/main">
            <a:off x="2478024" y="2894076"/>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Programmer Backup</a:t>
            </a:r>
            <a:endParaRPr sz="900" b="0" i="0" u="none" cap="none">
              <a:solidFill>
                <a:schemeClr val="dk1"/>
              </a:solidFill>
              <a:latin typeface="Arial"/>
              <a:ea typeface="Arial"/>
              <a:cs typeface="Arial"/>
            </a:endParaRPr>
          </a:p>
        </p:txBody>
      </p:sp>
      <p:sp>
        <p:nvSpPr>
          <p:cNvPr id="530" name="Google Shape;530;p6">
            <a:extLst xmlns:a="http://schemas.openxmlformats.org/drawingml/2006/main">
              <a:ext uri="{FF2B5EF4-FFF2-40B4-BE49-F238E27FC236}">
                <a16:creationId xmlns:a16="http://schemas.microsoft.com/office/drawing/2014/main" id="{250B2D97-88ED-462B-90AA-E174BAE05A33}"/>
              </a:ext>
            </a:extLst>
          </p:cNvPr>
          <p:cNvSpPr>
            <a:spLocks xmlns:a="http://schemas.openxmlformats.org/drawingml/2006/main" noGrp="1"/>
          </p:cNvSpPr>
          <p:nvPr/>
        </p:nvSpPr>
        <p:spPr>
          <a:xfrm xmlns:a="http://schemas.openxmlformats.org/drawingml/2006/main">
            <a:off x="3575304" y="2894076"/>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Backup</a:t>
            </a:r>
            <a:endParaRPr sz="900" b="0" i="0" u="none" cap="none">
              <a:solidFill>
                <a:schemeClr val="dk1"/>
              </a:solidFill>
              <a:latin typeface="Arial"/>
              <a:ea typeface="Arial"/>
              <a:cs typeface="Arial"/>
            </a:endParaRPr>
          </a:p>
        </p:txBody>
      </p:sp>
      <p:sp>
        <p:nvSpPr>
          <p:cNvPr id="531" name="Google Shape;531;p6">
            <a:extLst xmlns:a="http://schemas.openxmlformats.org/drawingml/2006/main">
              <a:ext uri="{FF2B5EF4-FFF2-40B4-BE49-F238E27FC236}">
                <a16:creationId xmlns:a16="http://schemas.microsoft.com/office/drawing/2014/main" id="{4A599211-290D-4C0D-A642-84ADFFE46C8C}"/>
              </a:ext>
            </a:extLst>
          </p:cNvPr>
          <p:cNvSpPr>
            <a:spLocks xmlns:a="http://schemas.openxmlformats.org/drawingml/2006/main" noGrp="1"/>
          </p:cNvSpPr>
          <p:nvPr/>
        </p:nvSpPr>
        <p:spPr>
          <a:xfrm xmlns:a="http://schemas.openxmlformats.org/drawingml/2006/main">
            <a:off x="4672584" y="2894076"/>
            <a:ext cx="415137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Debugging, code backups, change log</a:t>
            </a:r>
            <a:endParaRPr sz="900" b="0" i="0" u="none" cap="none">
              <a:solidFill>
                <a:schemeClr val="dk1"/>
              </a:solidFill>
              <a:latin typeface="Arial"/>
              <a:ea typeface="Arial"/>
              <a:cs typeface="Arial"/>
            </a:endParaRPr>
          </a:p>
        </p:txBody>
      </p:sp>
      <p:sp>
        <p:nvSpPr>
          <p:cNvPr id="532" name="Google Shape;532;p6">
            <a:extLst xmlns:a="http://schemas.openxmlformats.org/drawingml/2006/main">
              <a:ext uri="{FF2B5EF4-FFF2-40B4-BE49-F238E27FC236}">
                <a16:creationId xmlns:a16="http://schemas.microsoft.com/office/drawing/2014/main" id="{B3F4AB3D-DEEA-4F76-91C9-F0774CD8876A}"/>
              </a:ext>
            </a:extLst>
          </p:cNvPr>
          <p:cNvSpPr>
            <a:spLocks xmlns:a="http://schemas.openxmlformats.org/drawingml/2006/main" noGrp="1"/>
          </p:cNvSpPr>
          <p:nvPr/>
        </p:nvSpPr>
        <p:spPr>
          <a:xfrm xmlns:a="http://schemas.openxmlformats.org/drawingml/2006/main">
            <a:off x="320040" y="3285744"/>
            <a:ext cx="8503920" cy="3916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687" name="Google Shape;533;p6"/>
          <p:cNvCxnSpPr/>
          <p:nvPr/>
        </p:nvCxnSpPr>
        <p:spPr>
          <a:xfrm xmlns:a="http://schemas.openxmlformats.org/drawingml/2006/main">
            <a:off x="320040" y="36774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34" name="Google Shape;534;p6">
            <a:extLst xmlns:a="http://schemas.openxmlformats.org/drawingml/2006/main">
              <a:ext uri="{FF2B5EF4-FFF2-40B4-BE49-F238E27FC236}">
                <a16:creationId xmlns:a16="http://schemas.microsoft.com/office/drawing/2014/main" id="{1C45892A-FA6E-4687-916B-B8E4F0F8179C}"/>
              </a:ext>
            </a:extLst>
          </p:cNvPr>
          <p:cNvSpPr>
            <a:spLocks xmlns:a="http://schemas.openxmlformats.org/drawingml/2006/main" noGrp="1"/>
          </p:cNvSpPr>
          <p:nvPr/>
        </p:nvSpPr>
        <p:spPr>
          <a:xfrm xmlns:a="http://schemas.openxmlformats.org/drawingml/2006/main">
            <a:off x="374904" y="3285744"/>
            <a:ext cx="159105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[Student Name]</a:t>
            </a:r>
            <a:endParaRPr sz="900" b="0" i="0" u="none" cap="none">
              <a:solidFill>
                <a:schemeClr val="dk1"/>
              </a:solidFill>
              <a:latin typeface="Arial"/>
              <a:ea typeface="Arial"/>
              <a:cs typeface="Arial"/>
            </a:endParaRPr>
          </a:p>
        </p:txBody>
      </p:sp>
      <p:sp>
        <p:nvSpPr>
          <p:cNvPr id="535" name="Google Shape;535;p6">
            <a:extLst xmlns:a="http://schemas.openxmlformats.org/drawingml/2006/main">
              <a:ext uri="{FF2B5EF4-FFF2-40B4-BE49-F238E27FC236}">
                <a16:creationId xmlns:a16="http://schemas.microsoft.com/office/drawing/2014/main" id="{ECF9D981-EAE1-47EC-8BD3-B509A353917F}"/>
              </a:ext>
            </a:extLst>
          </p:cNvPr>
          <p:cNvSpPr>
            <a:spLocks xmlns:a="http://schemas.openxmlformats.org/drawingml/2006/main" noGrp="1"/>
          </p:cNvSpPr>
          <p:nvPr/>
        </p:nvSpPr>
        <p:spPr>
          <a:xfrm xmlns:a="http://schemas.openxmlformats.org/drawingml/2006/main">
            <a:off x="2020824" y="3285744"/>
            <a:ext cx="40233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536" name="Google Shape;536;p6">
            <a:extLst xmlns:a="http://schemas.openxmlformats.org/drawingml/2006/main">
              <a:ext uri="{FF2B5EF4-FFF2-40B4-BE49-F238E27FC236}">
                <a16:creationId xmlns:a16="http://schemas.microsoft.com/office/drawing/2014/main" id="{6D3F42DF-682C-4302-8E1E-99BA81388C6A}"/>
              </a:ext>
            </a:extLst>
          </p:cNvPr>
          <p:cNvSpPr>
            <a:spLocks xmlns:a="http://schemas.openxmlformats.org/drawingml/2006/main" noGrp="1"/>
          </p:cNvSpPr>
          <p:nvPr/>
        </p:nvSpPr>
        <p:spPr>
          <a:xfrm xmlns:a="http://schemas.openxmlformats.org/drawingml/2006/main">
            <a:off x="2478024" y="3285744"/>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Strategist Lead</a:t>
            </a:r>
            <a:endParaRPr sz="900" b="0" i="0" u="none" cap="none">
              <a:solidFill>
                <a:schemeClr val="dk1"/>
              </a:solidFill>
              <a:latin typeface="Arial"/>
              <a:ea typeface="Arial"/>
              <a:cs typeface="Arial"/>
            </a:endParaRPr>
          </a:p>
        </p:txBody>
      </p:sp>
      <p:sp>
        <p:nvSpPr>
          <p:cNvPr id="537" name="Google Shape;537;p6">
            <a:extLst xmlns:a="http://schemas.openxmlformats.org/drawingml/2006/main">
              <a:ext uri="{FF2B5EF4-FFF2-40B4-BE49-F238E27FC236}">
                <a16:creationId xmlns:a16="http://schemas.microsoft.com/office/drawing/2014/main" id="{9D41DE39-2CE0-4568-B94D-3F5BBC47C2DE}"/>
              </a:ext>
            </a:extLst>
          </p:cNvPr>
          <p:cNvSpPr>
            <a:spLocks xmlns:a="http://schemas.openxmlformats.org/drawingml/2006/main" noGrp="1"/>
          </p:cNvSpPr>
          <p:nvPr/>
        </p:nvSpPr>
        <p:spPr>
          <a:xfrm xmlns:a="http://schemas.openxmlformats.org/drawingml/2006/main">
            <a:off x="3575304" y="3285744"/>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Lead</a:t>
            </a:r>
            <a:endParaRPr sz="900" b="0" i="0" u="none" cap="none">
              <a:solidFill>
                <a:schemeClr val="dk1"/>
              </a:solidFill>
              <a:latin typeface="Arial"/>
              <a:ea typeface="Arial"/>
              <a:cs typeface="Arial"/>
            </a:endParaRPr>
          </a:p>
        </p:txBody>
      </p:sp>
      <p:sp>
        <p:nvSpPr>
          <p:cNvPr id="538" name="Google Shape;538;p6">
            <a:extLst xmlns:a="http://schemas.openxmlformats.org/drawingml/2006/main">
              <a:ext uri="{FF2B5EF4-FFF2-40B4-BE49-F238E27FC236}">
                <a16:creationId xmlns:a16="http://schemas.microsoft.com/office/drawing/2014/main" id="{55EDD369-F444-4138-953F-B853D856F9EC}"/>
              </a:ext>
            </a:extLst>
          </p:cNvPr>
          <p:cNvSpPr>
            <a:spLocks xmlns:a="http://schemas.openxmlformats.org/drawingml/2006/main" noGrp="1"/>
          </p:cNvSpPr>
          <p:nvPr/>
        </p:nvSpPr>
        <p:spPr>
          <a:xfrm xmlns:a="http://schemas.openxmlformats.org/drawingml/2006/main">
            <a:off x="4672584" y="3285744"/>
            <a:ext cx="415137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Game analysis, scouting, teamwork plan</a:t>
            </a:r>
            <a:endParaRPr sz="900" b="0" i="0" u="none" cap="none">
              <a:solidFill>
                <a:schemeClr val="dk1"/>
              </a:solidFill>
              <a:latin typeface="Arial"/>
              <a:ea typeface="Arial"/>
              <a:cs typeface="Arial"/>
            </a:endParaRPr>
          </a:p>
        </p:txBody>
      </p:sp>
      <p:cxnSp>
        <p:nvCxnSpPr>
          <p:cNvPr id="693" name="Google Shape;539;p6"/>
          <p:cNvCxnSpPr/>
          <p:nvPr/>
        </p:nvCxnSpPr>
        <p:spPr>
          <a:xfrm xmlns:a="http://schemas.openxmlformats.org/drawingml/2006/main">
            <a:off x="320040" y="406908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540" name="Google Shape;540;p6">
            <a:extLst xmlns:a="http://schemas.openxmlformats.org/drawingml/2006/main">
              <a:ext uri="{FF2B5EF4-FFF2-40B4-BE49-F238E27FC236}">
                <a16:creationId xmlns:a16="http://schemas.microsoft.com/office/drawing/2014/main" id="{106AC5AE-B657-4CB4-AAC7-3CF86BF1ABA9}"/>
              </a:ext>
            </a:extLst>
          </p:cNvPr>
          <p:cNvSpPr>
            <a:spLocks xmlns:a="http://schemas.openxmlformats.org/drawingml/2006/main" noGrp="1"/>
          </p:cNvSpPr>
          <p:nvPr/>
        </p:nvSpPr>
        <p:spPr>
          <a:xfrm xmlns:a="http://schemas.openxmlformats.org/drawingml/2006/main">
            <a:off x="374904" y="3677412"/>
            <a:ext cx="159105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[Student Name]</a:t>
            </a:r>
            <a:endParaRPr sz="900" b="0" i="0" u="none" cap="none">
              <a:solidFill>
                <a:schemeClr val="dk1"/>
              </a:solidFill>
              <a:latin typeface="Arial"/>
              <a:ea typeface="Arial"/>
              <a:cs typeface="Arial"/>
            </a:endParaRPr>
          </a:p>
        </p:txBody>
      </p:sp>
      <p:sp>
        <p:nvSpPr>
          <p:cNvPr id="541" name="Google Shape;541;p6">
            <a:extLst xmlns:a="http://schemas.openxmlformats.org/drawingml/2006/main">
              <a:ext uri="{FF2B5EF4-FFF2-40B4-BE49-F238E27FC236}">
                <a16:creationId xmlns:a16="http://schemas.microsoft.com/office/drawing/2014/main" id="{FC8D8CBA-3BF7-4E8E-8DF2-397E803B1D14}"/>
              </a:ext>
            </a:extLst>
          </p:cNvPr>
          <p:cNvSpPr>
            <a:spLocks xmlns:a="http://schemas.openxmlformats.org/drawingml/2006/main" noGrp="1"/>
          </p:cNvSpPr>
          <p:nvPr/>
        </p:nvSpPr>
        <p:spPr>
          <a:xfrm xmlns:a="http://schemas.openxmlformats.org/drawingml/2006/main">
            <a:off x="2020824" y="3677412"/>
            <a:ext cx="40233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542" name="Google Shape;542;p6">
            <a:extLst xmlns:a="http://schemas.openxmlformats.org/drawingml/2006/main">
              <a:ext uri="{FF2B5EF4-FFF2-40B4-BE49-F238E27FC236}">
                <a16:creationId xmlns:a16="http://schemas.microsoft.com/office/drawing/2014/main" id="{FCA06A13-AAED-472C-88BD-BE957037D014}"/>
              </a:ext>
            </a:extLst>
          </p:cNvPr>
          <p:cNvSpPr>
            <a:spLocks xmlns:a="http://schemas.openxmlformats.org/drawingml/2006/main" noGrp="1"/>
          </p:cNvSpPr>
          <p:nvPr/>
        </p:nvSpPr>
        <p:spPr>
          <a:xfrm xmlns:a="http://schemas.openxmlformats.org/drawingml/2006/main">
            <a:off x="2478024" y="3677412"/>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Strategist Backup</a:t>
            </a:r>
            <a:endParaRPr sz="900" b="0" i="0" u="none" cap="none">
              <a:solidFill>
                <a:schemeClr val="dk1"/>
              </a:solidFill>
              <a:latin typeface="Arial"/>
              <a:ea typeface="Arial"/>
              <a:cs typeface="Arial"/>
            </a:endParaRPr>
          </a:p>
        </p:txBody>
      </p:sp>
      <p:sp>
        <p:nvSpPr>
          <p:cNvPr id="543" name="Google Shape;543;p6">
            <a:extLst xmlns:a="http://schemas.openxmlformats.org/drawingml/2006/main">
              <a:ext uri="{FF2B5EF4-FFF2-40B4-BE49-F238E27FC236}">
                <a16:creationId xmlns:a16="http://schemas.microsoft.com/office/drawing/2014/main" id="{22C79B05-DB8A-44DC-9A57-A551FD6A19F8}"/>
              </a:ext>
            </a:extLst>
          </p:cNvPr>
          <p:cNvSpPr>
            <a:spLocks xmlns:a="http://schemas.openxmlformats.org/drawingml/2006/main" noGrp="1"/>
          </p:cNvSpPr>
          <p:nvPr/>
        </p:nvSpPr>
        <p:spPr>
          <a:xfrm xmlns:a="http://schemas.openxmlformats.org/drawingml/2006/main">
            <a:off x="3575304" y="3677412"/>
            <a:ext cx="104241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Backup</a:t>
            </a:r>
            <a:endParaRPr sz="900" b="0" i="0" u="none" cap="none">
              <a:solidFill>
                <a:schemeClr val="dk1"/>
              </a:solidFill>
              <a:latin typeface="Arial"/>
              <a:ea typeface="Arial"/>
              <a:cs typeface="Arial"/>
            </a:endParaRPr>
          </a:p>
        </p:txBody>
      </p:sp>
      <p:sp>
        <p:nvSpPr>
          <p:cNvPr id="544" name="Google Shape;544;p6">
            <a:extLst xmlns:a="http://schemas.openxmlformats.org/drawingml/2006/main">
              <a:ext uri="{FF2B5EF4-FFF2-40B4-BE49-F238E27FC236}">
                <a16:creationId xmlns:a16="http://schemas.microsoft.com/office/drawing/2014/main" id="{F4A547F2-E502-4E88-9E3F-5BD4EFE71C24}"/>
              </a:ext>
            </a:extLst>
          </p:cNvPr>
          <p:cNvSpPr>
            <a:spLocks xmlns:a="http://schemas.openxmlformats.org/drawingml/2006/main" noGrp="1"/>
          </p:cNvSpPr>
          <p:nvPr/>
        </p:nvSpPr>
        <p:spPr>
          <a:xfrm xmlns:a="http://schemas.openxmlformats.org/drawingml/2006/main">
            <a:off x="4672584" y="3677412"/>
            <a:ext cx="4151376" cy="391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Notebook audit, interview prep, event operations</a:t>
            </a:r>
            <a:endParaRPr sz="900" b="0" i="0" u="none" cap="none">
              <a:solidFill>
                <a:schemeClr val="dk1"/>
              </a:solidFill>
              <a:latin typeface="Arial"/>
              <a:ea typeface="Arial"/>
              <a:cs typeface="Arial"/>
            </a:endParaRPr>
          </a:p>
        </p:txBody>
      </p:sp>
      <p:sp>
        <p:nvSpPr>
          <p:cNvPr id="545" name="Google Shape;545;p6">
            <a:extLst xmlns:a="http://schemas.openxmlformats.org/drawingml/2006/main">
              <a:ext uri="{FF2B5EF4-FFF2-40B4-BE49-F238E27FC236}">
                <a16:creationId xmlns:a16="http://schemas.microsoft.com/office/drawing/2014/main" id="{4639F1E8-ED04-49A8-993D-0489CA7DA4DA}"/>
              </a:ext>
            </a:extLst>
          </p:cNvPr>
          <p:cNvSpPr>
            <a:spLocks xmlns:a="http://schemas.openxmlformats.org/drawingml/2006/main" noGrp="1"/>
          </p:cNvSpPr>
          <p:nvPr/>
        </p:nvSpPr>
        <p:spPr>
          <a:xfrm xmlns:a="http://schemas.openxmlformats.org/drawingml/2006/main">
            <a:off x="320040" y="1463040"/>
            <a:ext cx="8503920" cy="26060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46" name="Google Shape;546;p6">
            <a:extLst xmlns:a="http://schemas.openxmlformats.org/drawingml/2006/main">
              <a:ext uri="{FF2B5EF4-FFF2-40B4-BE49-F238E27FC236}">
                <a16:creationId xmlns:a16="http://schemas.microsoft.com/office/drawing/2014/main" id="{2A7C1D37-7438-45CD-B1F4-4FDF728B2CC1}"/>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E293B"/>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2619e364dfe24306"/>
              </a:rPr>
              <a:t>team-structure</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2934a5f43ec34acf"/>
              </a:rPr>
              <a:t>role-driver</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a0a2b6d61ac04d2f"/>
              </a:rPr>
              <a:t>role-engineer</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313f4160cc214fea"/>
              </a:rPr>
              <a:t>role-strategist</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8683910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52" name="Google Shape;552;p7">
            <a:extLst xmlns:a="http://schemas.openxmlformats.org/drawingml/2006/main">
              <a:ext uri="{FF2B5EF4-FFF2-40B4-BE49-F238E27FC236}">
                <a16:creationId xmlns:a16="http://schemas.microsoft.com/office/drawing/2014/main" id="{1750C3A2-A2AD-4BAD-831D-17B8E8712499}"/>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53" name="Google Shape;553;p7">
            <a:extLst xmlns:a="http://schemas.openxmlformats.org/drawingml/2006/main">
              <a:ext uri="{FF2B5EF4-FFF2-40B4-BE49-F238E27FC236}">
                <a16:creationId xmlns:a16="http://schemas.microsoft.com/office/drawing/2014/main" id="{013FE197-11A7-4F64-A25A-BEA5A02844B5}"/>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TEAM IDENTITY  ·  LEAD PAIR MEMBERS</a:t>
            </a:r>
            <a:endParaRPr sz="1050" b="0" i="0" u="none" cap="none">
              <a:solidFill>
                <a:schemeClr val="dk1"/>
              </a:solidFill>
              <a:latin typeface="Arial"/>
              <a:ea typeface="Arial"/>
              <a:cs typeface="Arial"/>
            </a:endParaRPr>
          </a:p>
        </p:txBody>
      </p:sp>
      <p:sp>
        <p:nvSpPr>
          <p:cNvPr id="554" name="Google Shape;554;p7">
            <a:extLst xmlns:a="http://schemas.openxmlformats.org/drawingml/2006/main">
              <a:ext uri="{FF2B5EF4-FFF2-40B4-BE49-F238E27FC236}">
                <a16:creationId xmlns:a16="http://schemas.microsoft.com/office/drawing/2014/main" id="{65F4E4BB-C6D6-4920-AD4E-FC739B254CB6}"/>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555" name="Google Shape;555;p7">
            <a:extLst xmlns:a="http://schemas.openxmlformats.org/drawingml/2006/main">
              <a:ext uri="{FF2B5EF4-FFF2-40B4-BE49-F238E27FC236}">
                <a16:creationId xmlns:a16="http://schemas.microsoft.com/office/drawing/2014/main" id="{878506AD-029B-4470-BE58-C663421B70A7}"/>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Lead Team — Driver, Programmer, Strategist</a:t>
            </a:r>
            <a:endParaRPr sz="2200" b="0" i="0" u="none" cap="none">
              <a:solidFill>
                <a:schemeClr val="dk1"/>
              </a:solidFill>
              <a:latin typeface="Arial"/>
              <a:ea typeface="Arial"/>
              <a:cs typeface="Arial"/>
            </a:endParaRPr>
          </a:p>
        </p:txBody>
      </p:sp>
      <p:sp>
        <p:nvSpPr>
          <p:cNvPr id="556" name="Google Shape;556;p7">
            <a:extLst xmlns:a="http://schemas.openxmlformats.org/drawingml/2006/main">
              <a:ext uri="{FF2B5EF4-FFF2-40B4-BE49-F238E27FC236}">
                <a16:creationId xmlns:a16="http://schemas.microsoft.com/office/drawing/2014/main" id="{14745962-6B6F-47EE-BA6F-CB50901891EF}"/>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557" name="Google Shape;557;p7">
            <a:extLst xmlns:a="http://schemas.openxmlformats.org/drawingml/2006/main">
              <a:ext uri="{FF2B5EF4-FFF2-40B4-BE49-F238E27FC236}">
                <a16:creationId xmlns:a16="http://schemas.microsoft.com/office/drawing/2014/main" id="{DF3388B4-F99A-40D7-89C3-9A1E04B9030D}"/>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58" name="Google Shape;558;p7">
            <a:extLst xmlns:a="http://schemas.openxmlformats.org/drawingml/2006/main">
              <a:ext uri="{FF2B5EF4-FFF2-40B4-BE49-F238E27FC236}">
                <a16:creationId xmlns:a16="http://schemas.microsoft.com/office/drawing/2014/main" id="{B3CC89D7-B37A-47EB-B6AA-F710EF7436F6}"/>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 / 61</a:t>
            </a:r>
            <a:endParaRPr sz="900" b="0" i="0" u="none" cap="none">
              <a:solidFill>
                <a:schemeClr val="dk1"/>
              </a:solidFill>
              <a:latin typeface="Arial"/>
              <a:ea typeface="Arial"/>
              <a:cs typeface="Arial"/>
            </a:endParaRPr>
          </a:p>
        </p:txBody>
      </p:sp>
      <p:sp>
        <p:nvSpPr>
          <p:cNvPr id="559" name="Google Shape;559;p7">
            <a:extLst xmlns:a="http://schemas.openxmlformats.org/drawingml/2006/main">
              <a:ext uri="{FF2B5EF4-FFF2-40B4-BE49-F238E27FC236}">
                <a16:creationId xmlns:a16="http://schemas.microsoft.com/office/drawing/2014/main" id="{C4D6BCB4-9C32-40DF-824A-A10016A7F392}"/>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560" name="Google Shape;560;p7">
            <a:extLst xmlns:a="http://schemas.openxmlformats.org/drawingml/2006/main">
              <a:ext uri="{FF2B5EF4-FFF2-40B4-BE49-F238E27FC236}">
                <a16:creationId xmlns:a16="http://schemas.microsoft.com/office/drawing/2014/main" id="{C944AA8E-9865-458A-8BF6-C63D45B21BED}"/>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Meet the three specialty leads. Each lead trains a backup and coordinates evidence for the pair.</a:t>
            </a:r>
            <a:endParaRPr sz="1000" b="0" i="0" u="none" cap="none">
              <a:solidFill>
                <a:schemeClr val="dk1"/>
              </a:solidFill>
              <a:latin typeface="Arial"/>
              <a:ea typeface="Arial"/>
              <a:cs typeface="Arial"/>
            </a:endParaRPr>
          </a:p>
        </p:txBody>
      </p:sp>
      <p:sp>
        <p:nvSpPr>
          <p:cNvPr id="561" name="Google Shape;561;p7">
            <a:extLst xmlns:a="http://schemas.openxmlformats.org/drawingml/2006/main">
              <a:ext uri="{FF2B5EF4-FFF2-40B4-BE49-F238E27FC236}">
                <a16:creationId xmlns:a16="http://schemas.microsoft.com/office/drawing/2014/main" id="{920C2EE6-B0F0-48E8-83CC-CC8B22B265F4}"/>
              </a:ext>
            </a:extLst>
          </p:cNvPr>
          <p:cNvSpPr>
            <a:spLocks xmlns:a="http://schemas.openxmlformats.org/drawingml/2006/main" noGrp="1"/>
          </p:cNvSpPr>
          <p:nvPr/>
        </p:nvSpPr>
        <p:spPr>
          <a:xfrm xmlns:a="http://schemas.openxmlformats.org/drawingml/2006/main">
            <a:off x="320040" y="1490472"/>
            <a:ext cx="2712720" cy="23774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62" name="Google Shape;562;p7">
            <a:extLst xmlns:a="http://schemas.openxmlformats.org/drawingml/2006/main">
              <a:ext uri="{FF2B5EF4-FFF2-40B4-BE49-F238E27FC236}">
                <a16:creationId xmlns:a16="http://schemas.microsoft.com/office/drawing/2014/main" id="{22FD19AF-EC5F-4245-BA94-2079C5725631}"/>
              </a:ext>
            </a:extLst>
          </p:cNvPr>
          <p:cNvSpPr>
            <a:spLocks xmlns:a="http://schemas.openxmlformats.org/drawingml/2006/main" noGrp="1"/>
          </p:cNvSpPr>
          <p:nvPr/>
        </p:nvSpPr>
        <p:spPr>
          <a:xfrm xmlns:a="http://schemas.openxmlformats.org/drawingml/2006/main">
            <a:off x="320040" y="1490472"/>
            <a:ext cx="2712720" cy="2377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[Insert headshot]</a:t>
            </a:r>
            <a:endParaRPr sz="1100" b="0" i="0" u="none" cap="none">
              <a:solidFill>
                <a:schemeClr val="dk1"/>
              </a:solidFill>
              <a:latin typeface="Arial"/>
              <a:ea typeface="Arial"/>
              <a:cs typeface="Arial"/>
            </a:endParaRPr>
          </a:p>
        </p:txBody>
      </p:sp>
      <p:sp>
        <p:nvSpPr>
          <p:cNvPr id="563" name="Google Shape;563;p7">
            <a:extLst xmlns:a="http://schemas.openxmlformats.org/drawingml/2006/main">
              <a:ext uri="{FF2B5EF4-FFF2-40B4-BE49-F238E27FC236}">
                <a16:creationId xmlns:a16="http://schemas.microsoft.com/office/drawing/2014/main" id="{7987DD73-1E1E-4C1E-956A-235B995CCD7C}"/>
              </a:ext>
            </a:extLst>
          </p:cNvPr>
          <p:cNvSpPr>
            <a:spLocks xmlns:a="http://schemas.openxmlformats.org/drawingml/2006/main" noGrp="1"/>
          </p:cNvSpPr>
          <p:nvPr/>
        </p:nvSpPr>
        <p:spPr>
          <a:xfrm xmlns:a="http://schemas.openxmlformats.org/drawingml/2006/main">
            <a:off x="320040" y="3867912"/>
            <a:ext cx="2712720" cy="50292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64" name="Google Shape;564;p7">
            <a:extLst xmlns:a="http://schemas.openxmlformats.org/drawingml/2006/main">
              <a:ext uri="{FF2B5EF4-FFF2-40B4-BE49-F238E27FC236}">
                <a16:creationId xmlns:a16="http://schemas.microsoft.com/office/drawing/2014/main" id="{54CE4DA8-909C-450F-8A76-53B0A15DD1F3}"/>
              </a:ext>
            </a:extLst>
          </p:cNvPr>
          <p:cNvSpPr>
            <a:spLocks xmlns:a="http://schemas.openxmlformats.org/drawingml/2006/main" noGrp="1"/>
          </p:cNvSpPr>
          <p:nvPr/>
        </p:nvSpPr>
        <p:spPr>
          <a:xfrm xmlns:a="http://schemas.openxmlformats.org/drawingml/2006/main">
            <a:off x="320040" y="3867912"/>
            <a:ext cx="91440" cy="502920"/>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65" name="Google Shape;565;p7">
            <a:extLst xmlns:a="http://schemas.openxmlformats.org/drawingml/2006/main">
              <a:ext uri="{FF2B5EF4-FFF2-40B4-BE49-F238E27FC236}">
                <a16:creationId xmlns:a16="http://schemas.microsoft.com/office/drawing/2014/main" id="{FD7640EE-7076-427C-BE50-35E97EB06D18}"/>
              </a:ext>
            </a:extLst>
          </p:cNvPr>
          <p:cNvSpPr>
            <a:spLocks xmlns:a="http://schemas.openxmlformats.org/drawingml/2006/main" noGrp="1"/>
          </p:cNvSpPr>
          <p:nvPr/>
        </p:nvSpPr>
        <p:spPr>
          <a:xfrm xmlns:a="http://schemas.openxmlformats.org/drawingml/2006/main">
            <a:off x="521208" y="3913632"/>
            <a:ext cx="243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1300"/>
              <a:buFont typeface="Arial"/>
              <a:buNone/>
            </a:pPr>
            <a:r>
              <a:rPr sz="1300" b="1" i="0" u="none" cap="none">
                <a:solidFill>
                  <a:srgbClr val="0F172A"/>
                </a:solidFill>
                <a:latin typeface="Arial"/>
                <a:ea typeface="Arial"/>
                <a:cs typeface="Arial"/>
              </a:rPr>
              <a:t>[Student Name]</a:t>
            </a:r>
            <a:endParaRPr sz="1300" b="0" i="0" u="none" cap="none">
              <a:solidFill>
                <a:schemeClr val="dk1"/>
              </a:solidFill>
              <a:latin typeface="Arial"/>
              <a:ea typeface="Arial"/>
              <a:cs typeface="Arial"/>
            </a:endParaRPr>
          </a:p>
        </p:txBody>
      </p:sp>
      <p:sp>
        <p:nvSpPr>
          <p:cNvPr id="566" name="Google Shape;566;p7">
            <a:extLst xmlns:a="http://schemas.openxmlformats.org/drawingml/2006/main">
              <a:ext uri="{FF2B5EF4-FFF2-40B4-BE49-F238E27FC236}">
                <a16:creationId xmlns:a16="http://schemas.microsoft.com/office/drawing/2014/main" id="{932C4B8F-81FF-4DB4-BE26-B3C411C92D49}"/>
              </a:ext>
            </a:extLst>
          </p:cNvPr>
          <p:cNvSpPr>
            <a:spLocks xmlns:a="http://schemas.openxmlformats.org/drawingml/2006/main" noGrp="1"/>
          </p:cNvSpPr>
          <p:nvPr/>
        </p:nvSpPr>
        <p:spPr>
          <a:xfrm xmlns:a="http://schemas.openxmlformats.org/drawingml/2006/main">
            <a:off x="521208" y="4142232"/>
            <a:ext cx="2438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1050"/>
              <a:buFont typeface="Arial"/>
              <a:buNone/>
            </a:pPr>
            <a:r>
              <a:rPr sz="1050" b="1" i="0" u="none" cap="none">
                <a:solidFill>
                  <a:srgbClr val="DC2626"/>
                </a:solidFill>
                <a:latin typeface="Arial"/>
                <a:ea typeface="Arial"/>
                <a:cs typeface="Arial"/>
              </a:rPr>
              <a:t>Driver Lead</a:t>
            </a:r>
            <a:endParaRPr sz="1050" b="0" i="0" u="none" cap="none">
              <a:solidFill>
                <a:schemeClr val="dk1"/>
              </a:solidFill>
              <a:latin typeface="Arial"/>
              <a:ea typeface="Arial"/>
              <a:cs typeface="Arial"/>
            </a:endParaRPr>
          </a:p>
        </p:txBody>
      </p:sp>
      <p:sp>
        <p:nvSpPr>
          <p:cNvPr id="567" name="Google Shape;567;p7">
            <a:extLst xmlns:a="http://schemas.openxmlformats.org/drawingml/2006/main">
              <a:ext uri="{FF2B5EF4-FFF2-40B4-BE49-F238E27FC236}">
                <a16:creationId xmlns:a16="http://schemas.microsoft.com/office/drawing/2014/main" id="{2A200A5D-3F45-4233-8DC7-4448F5DE1D9D}"/>
              </a:ext>
            </a:extLst>
          </p:cNvPr>
          <p:cNvSpPr>
            <a:spLocks xmlns:a="http://schemas.openxmlformats.org/drawingml/2006/main" noGrp="1"/>
          </p:cNvSpPr>
          <p:nvPr/>
        </p:nvSpPr>
        <p:spPr>
          <a:xfrm xmlns:a="http://schemas.openxmlformats.org/drawingml/2006/main">
            <a:off x="3215640" y="1490472"/>
            <a:ext cx="2712720" cy="23774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68" name="Google Shape;568;p7">
            <a:extLst xmlns:a="http://schemas.openxmlformats.org/drawingml/2006/main">
              <a:ext uri="{FF2B5EF4-FFF2-40B4-BE49-F238E27FC236}">
                <a16:creationId xmlns:a16="http://schemas.microsoft.com/office/drawing/2014/main" id="{A777D4B1-CFB4-444C-98A6-DB80289ED293}"/>
              </a:ext>
            </a:extLst>
          </p:cNvPr>
          <p:cNvSpPr>
            <a:spLocks xmlns:a="http://schemas.openxmlformats.org/drawingml/2006/main" noGrp="1"/>
          </p:cNvSpPr>
          <p:nvPr/>
        </p:nvSpPr>
        <p:spPr>
          <a:xfrm xmlns:a="http://schemas.openxmlformats.org/drawingml/2006/main">
            <a:off x="3215640" y="1490472"/>
            <a:ext cx="2712720" cy="2377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[Insert headshot]</a:t>
            </a:r>
            <a:endParaRPr sz="1100" b="0" i="0" u="none" cap="none">
              <a:solidFill>
                <a:schemeClr val="dk1"/>
              </a:solidFill>
              <a:latin typeface="Arial"/>
              <a:ea typeface="Arial"/>
              <a:cs typeface="Arial"/>
            </a:endParaRPr>
          </a:p>
        </p:txBody>
      </p:sp>
      <p:sp>
        <p:nvSpPr>
          <p:cNvPr id="569" name="Google Shape;569;p7">
            <a:extLst xmlns:a="http://schemas.openxmlformats.org/drawingml/2006/main">
              <a:ext uri="{FF2B5EF4-FFF2-40B4-BE49-F238E27FC236}">
                <a16:creationId xmlns:a16="http://schemas.microsoft.com/office/drawing/2014/main" id="{DFE09FBB-A25F-4D12-BB4C-F4593B84212D}"/>
              </a:ext>
            </a:extLst>
          </p:cNvPr>
          <p:cNvSpPr>
            <a:spLocks xmlns:a="http://schemas.openxmlformats.org/drawingml/2006/main" noGrp="1"/>
          </p:cNvSpPr>
          <p:nvPr/>
        </p:nvSpPr>
        <p:spPr>
          <a:xfrm xmlns:a="http://schemas.openxmlformats.org/drawingml/2006/main">
            <a:off x="3215640" y="3867912"/>
            <a:ext cx="2712720" cy="50292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70" name="Google Shape;570;p7">
            <a:extLst xmlns:a="http://schemas.openxmlformats.org/drawingml/2006/main">
              <a:ext uri="{FF2B5EF4-FFF2-40B4-BE49-F238E27FC236}">
                <a16:creationId xmlns:a16="http://schemas.microsoft.com/office/drawing/2014/main" id="{48A0CB5E-29ED-4DF5-BB3F-A904F185B2C7}"/>
              </a:ext>
            </a:extLst>
          </p:cNvPr>
          <p:cNvSpPr>
            <a:spLocks xmlns:a="http://schemas.openxmlformats.org/drawingml/2006/main" noGrp="1"/>
          </p:cNvSpPr>
          <p:nvPr/>
        </p:nvSpPr>
        <p:spPr>
          <a:xfrm xmlns:a="http://schemas.openxmlformats.org/drawingml/2006/main">
            <a:off x="3215640" y="3867912"/>
            <a:ext cx="91440" cy="50292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71" name="Google Shape;571;p7">
            <a:extLst xmlns:a="http://schemas.openxmlformats.org/drawingml/2006/main">
              <a:ext uri="{FF2B5EF4-FFF2-40B4-BE49-F238E27FC236}">
                <a16:creationId xmlns:a16="http://schemas.microsoft.com/office/drawing/2014/main" id="{413B0A8F-9467-465C-910B-97053C9B9FC5}"/>
              </a:ext>
            </a:extLst>
          </p:cNvPr>
          <p:cNvSpPr>
            <a:spLocks xmlns:a="http://schemas.openxmlformats.org/drawingml/2006/main" noGrp="1"/>
          </p:cNvSpPr>
          <p:nvPr/>
        </p:nvSpPr>
        <p:spPr>
          <a:xfrm xmlns:a="http://schemas.openxmlformats.org/drawingml/2006/main">
            <a:off x="3416808" y="3913632"/>
            <a:ext cx="243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1300"/>
              <a:buFont typeface="Arial"/>
              <a:buNone/>
            </a:pPr>
            <a:r>
              <a:rPr sz="1300" b="1" i="0" u="none" cap="none">
                <a:solidFill>
                  <a:srgbClr val="0F172A"/>
                </a:solidFill>
                <a:latin typeface="Arial"/>
                <a:ea typeface="Arial"/>
                <a:cs typeface="Arial"/>
              </a:rPr>
              <a:t>[Student Name]</a:t>
            </a:r>
            <a:endParaRPr sz="1300" b="0" i="0" u="none" cap="none">
              <a:solidFill>
                <a:schemeClr val="dk1"/>
              </a:solidFill>
              <a:latin typeface="Arial"/>
              <a:ea typeface="Arial"/>
              <a:cs typeface="Arial"/>
            </a:endParaRPr>
          </a:p>
        </p:txBody>
      </p:sp>
      <p:sp>
        <p:nvSpPr>
          <p:cNvPr id="572" name="Google Shape;572;p7">
            <a:extLst xmlns:a="http://schemas.openxmlformats.org/drawingml/2006/main">
              <a:ext uri="{FF2B5EF4-FFF2-40B4-BE49-F238E27FC236}">
                <a16:creationId xmlns:a16="http://schemas.microsoft.com/office/drawing/2014/main" id="{2B4044DE-2C88-4C68-814E-E996DFA21B18}"/>
              </a:ext>
            </a:extLst>
          </p:cNvPr>
          <p:cNvSpPr>
            <a:spLocks xmlns:a="http://schemas.openxmlformats.org/drawingml/2006/main" noGrp="1"/>
          </p:cNvSpPr>
          <p:nvPr/>
        </p:nvSpPr>
        <p:spPr>
          <a:xfrm xmlns:a="http://schemas.openxmlformats.org/drawingml/2006/main">
            <a:off x="3416808" y="4142232"/>
            <a:ext cx="2438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1050"/>
              <a:buFont typeface="Arial"/>
              <a:buNone/>
            </a:pPr>
            <a:r>
              <a:rPr sz="1050" b="1" i="0" u="none" cap="none">
                <a:solidFill>
                  <a:srgbClr val="EA580C"/>
                </a:solidFill>
                <a:latin typeface="Arial"/>
                <a:ea typeface="Arial"/>
                <a:cs typeface="Arial"/>
              </a:rPr>
              <a:t>Programmer Lead</a:t>
            </a:r>
            <a:endParaRPr sz="1050" b="0" i="0" u="none" cap="none">
              <a:solidFill>
                <a:schemeClr val="dk1"/>
              </a:solidFill>
              <a:latin typeface="Arial"/>
              <a:ea typeface="Arial"/>
              <a:cs typeface="Arial"/>
            </a:endParaRPr>
          </a:p>
        </p:txBody>
      </p:sp>
      <p:sp>
        <p:nvSpPr>
          <p:cNvPr id="573" name="Google Shape;573;p7">
            <a:extLst xmlns:a="http://schemas.openxmlformats.org/drawingml/2006/main">
              <a:ext uri="{FF2B5EF4-FFF2-40B4-BE49-F238E27FC236}">
                <a16:creationId xmlns:a16="http://schemas.microsoft.com/office/drawing/2014/main" id="{6D9F84DF-AF1E-4BFB-8BD0-E47011A8C921}"/>
              </a:ext>
            </a:extLst>
          </p:cNvPr>
          <p:cNvSpPr>
            <a:spLocks xmlns:a="http://schemas.openxmlformats.org/drawingml/2006/main" noGrp="1"/>
          </p:cNvSpPr>
          <p:nvPr/>
        </p:nvSpPr>
        <p:spPr>
          <a:xfrm xmlns:a="http://schemas.openxmlformats.org/drawingml/2006/main">
            <a:off x="6111240" y="1490472"/>
            <a:ext cx="2712720" cy="23774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74" name="Google Shape;574;p7">
            <a:extLst xmlns:a="http://schemas.openxmlformats.org/drawingml/2006/main">
              <a:ext uri="{FF2B5EF4-FFF2-40B4-BE49-F238E27FC236}">
                <a16:creationId xmlns:a16="http://schemas.microsoft.com/office/drawing/2014/main" id="{76FFBB5F-4F5E-45AB-8B59-C7D27930CAE2}"/>
              </a:ext>
            </a:extLst>
          </p:cNvPr>
          <p:cNvSpPr>
            <a:spLocks xmlns:a="http://schemas.openxmlformats.org/drawingml/2006/main" noGrp="1"/>
          </p:cNvSpPr>
          <p:nvPr/>
        </p:nvSpPr>
        <p:spPr>
          <a:xfrm xmlns:a="http://schemas.openxmlformats.org/drawingml/2006/main">
            <a:off x="6111240" y="1490472"/>
            <a:ext cx="2712720" cy="2377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[Insert headshot]</a:t>
            </a:r>
            <a:endParaRPr sz="1100" b="0" i="0" u="none" cap="none">
              <a:solidFill>
                <a:schemeClr val="dk1"/>
              </a:solidFill>
              <a:latin typeface="Arial"/>
              <a:ea typeface="Arial"/>
              <a:cs typeface="Arial"/>
            </a:endParaRPr>
          </a:p>
        </p:txBody>
      </p:sp>
      <p:sp>
        <p:nvSpPr>
          <p:cNvPr id="575" name="Google Shape;575;p7">
            <a:extLst xmlns:a="http://schemas.openxmlformats.org/drawingml/2006/main">
              <a:ext uri="{FF2B5EF4-FFF2-40B4-BE49-F238E27FC236}">
                <a16:creationId xmlns:a16="http://schemas.microsoft.com/office/drawing/2014/main" id="{64A69909-23B1-4ECF-B572-FF66DC84F1A9}"/>
              </a:ext>
            </a:extLst>
          </p:cNvPr>
          <p:cNvSpPr>
            <a:spLocks xmlns:a="http://schemas.openxmlformats.org/drawingml/2006/main" noGrp="1"/>
          </p:cNvSpPr>
          <p:nvPr/>
        </p:nvSpPr>
        <p:spPr>
          <a:xfrm xmlns:a="http://schemas.openxmlformats.org/drawingml/2006/main">
            <a:off x="6111240" y="3867912"/>
            <a:ext cx="2712720" cy="50292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76" name="Google Shape;576;p7">
            <a:extLst xmlns:a="http://schemas.openxmlformats.org/drawingml/2006/main">
              <a:ext uri="{FF2B5EF4-FFF2-40B4-BE49-F238E27FC236}">
                <a16:creationId xmlns:a16="http://schemas.microsoft.com/office/drawing/2014/main" id="{CF71060E-5AF1-4A2F-BB0F-A746B4B9ED65}"/>
              </a:ext>
            </a:extLst>
          </p:cNvPr>
          <p:cNvSpPr>
            <a:spLocks xmlns:a="http://schemas.openxmlformats.org/drawingml/2006/main" noGrp="1"/>
          </p:cNvSpPr>
          <p:nvPr/>
        </p:nvSpPr>
        <p:spPr>
          <a:xfrm xmlns:a="http://schemas.openxmlformats.org/drawingml/2006/main">
            <a:off x="6111240" y="3867912"/>
            <a:ext cx="91440" cy="502920"/>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77" name="Google Shape;577;p7">
            <a:extLst xmlns:a="http://schemas.openxmlformats.org/drawingml/2006/main">
              <a:ext uri="{FF2B5EF4-FFF2-40B4-BE49-F238E27FC236}">
                <a16:creationId xmlns:a16="http://schemas.microsoft.com/office/drawing/2014/main" id="{D1C2954E-8BB3-47CB-AC69-BC2BDCCB3DF7}"/>
              </a:ext>
            </a:extLst>
          </p:cNvPr>
          <p:cNvSpPr>
            <a:spLocks xmlns:a="http://schemas.openxmlformats.org/drawingml/2006/main" noGrp="1"/>
          </p:cNvSpPr>
          <p:nvPr/>
        </p:nvSpPr>
        <p:spPr>
          <a:xfrm xmlns:a="http://schemas.openxmlformats.org/drawingml/2006/main">
            <a:off x="6312408" y="3913632"/>
            <a:ext cx="243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1300"/>
              <a:buFont typeface="Arial"/>
              <a:buNone/>
            </a:pPr>
            <a:r>
              <a:rPr sz="1300" b="1" i="0" u="none" cap="none">
                <a:solidFill>
                  <a:srgbClr val="0F172A"/>
                </a:solidFill>
                <a:latin typeface="Arial"/>
                <a:ea typeface="Arial"/>
                <a:cs typeface="Arial"/>
              </a:rPr>
              <a:t>[Student Name]</a:t>
            </a:r>
            <a:endParaRPr sz="1300" b="0" i="0" u="none" cap="none">
              <a:solidFill>
                <a:schemeClr val="dk1"/>
              </a:solidFill>
              <a:latin typeface="Arial"/>
              <a:ea typeface="Arial"/>
              <a:cs typeface="Arial"/>
            </a:endParaRPr>
          </a:p>
        </p:txBody>
      </p:sp>
      <p:sp>
        <p:nvSpPr>
          <p:cNvPr id="578" name="Google Shape;578;p7">
            <a:extLst xmlns:a="http://schemas.openxmlformats.org/drawingml/2006/main">
              <a:ext uri="{FF2B5EF4-FFF2-40B4-BE49-F238E27FC236}">
                <a16:creationId xmlns:a16="http://schemas.microsoft.com/office/drawing/2014/main" id="{612F0FDA-10FC-4FEB-A6F4-75EE46A24957}"/>
              </a:ext>
            </a:extLst>
          </p:cNvPr>
          <p:cNvSpPr>
            <a:spLocks xmlns:a="http://schemas.openxmlformats.org/drawingml/2006/main" noGrp="1"/>
          </p:cNvSpPr>
          <p:nvPr/>
        </p:nvSpPr>
        <p:spPr>
          <a:xfrm xmlns:a="http://schemas.openxmlformats.org/drawingml/2006/main">
            <a:off x="6312408" y="4142232"/>
            <a:ext cx="2438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050"/>
              <a:buFont typeface="Arial"/>
              <a:buNone/>
            </a:pPr>
            <a:r>
              <a:rPr sz="1050" b="1" i="0" u="none" cap="none">
                <a:solidFill>
                  <a:srgbClr val="7C3AED"/>
                </a:solidFill>
                <a:latin typeface="Arial"/>
                <a:ea typeface="Arial"/>
                <a:cs typeface="Arial"/>
              </a:rPr>
              <a:t>Strategist Lead</a:t>
            </a:r>
            <a:endParaRPr sz="1050" b="0" i="0" u="none" cap="none">
              <a:solidFill>
                <a:schemeClr val="dk1"/>
              </a:solidFill>
              <a:latin typeface="Arial"/>
              <a:ea typeface="Arial"/>
              <a:cs typeface="Arial"/>
            </a:endParaRPr>
          </a:p>
        </p:txBody>
      </p:sp>
      <p:sp>
        <p:nvSpPr>
          <p:cNvPr id="579" name="Google Shape;579;p7">
            <a:extLst xmlns:a="http://schemas.openxmlformats.org/drawingml/2006/main">
              <a:ext uri="{FF2B5EF4-FFF2-40B4-BE49-F238E27FC236}">
                <a16:creationId xmlns:a16="http://schemas.microsoft.com/office/drawing/2014/main" id="{2A49C405-DEA2-43BB-917F-61414B3D2B40}"/>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E293B"/>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cc5207d0e697458b"/>
              </a:rPr>
              <a:t>team-structure</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f198fb28925541f7"/>
              </a:rPr>
              <a:t>role-driver</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8341543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85" name="Google Shape;585;p8">
            <a:extLst xmlns:a="http://schemas.openxmlformats.org/drawingml/2006/main">
              <a:ext uri="{FF2B5EF4-FFF2-40B4-BE49-F238E27FC236}">
                <a16:creationId xmlns:a16="http://schemas.microsoft.com/office/drawing/2014/main" id="{B1AF1734-27D9-41DB-AAB8-6180A0084C5D}"/>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86" name="Google Shape;586;p8">
            <a:extLst xmlns:a="http://schemas.openxmlformats.org/drawingml/2006/main">
              <a:ext uri="{FF2B5EF4-FFF2-40B4-BE49-F238E27FC236}">
                <a16:creationId xmlns:a16="http://schemas.microsoft.com/office/drawing/2014/main" id="{B1E768AD-8F98-478E-80B2-99B27968AB44}"/>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TEAM IDENTITY  ·  BACKUP PAIR MEMBERS</a:t>
            </a:r>
            <a:endParaRPr sz="1050" b="0" i="0" u="none" cap="none">
              <a:solidFill>
                <a:schemeClr val="dk1"/>
              </a:solidFill>
              <a:latin typeface="Arial"/>
              <a:ea typeface="Arial"/>
              <a:cs typeface="Arial"/>
            </a:endParaRPr>
          </a:p>
        </p:txBody>
      </p:sp>
      <p:sp>
        <p:nvSpPr>
          <p:cNvPr id="587" name="Google Shape;587;p8">
            <a:extLst xmlns:a="http://schemas.openxmlformats.org/drawingml/2006/main">
              <a:ext uri="{FF2B5EF4-FFF2-40B4-BE49-F238E27FC236}">
                <a16:creationId xmlns:a16="http://schemas.microsoft.com/office/drawing/2014/main" id="{79D6AF63-D6BF-4DF7-8FEA-F1CB7E2DE771}"/>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588" name="Google Shape;588;p8">
            <a:extLst xmlns:a="http://schemas.openxmlformats.org/drawingml/2006/main">
              <a:ext uri="{FF2B5EF4-FFF2-40B4-BE49-F238E27FC236}">
                <a16:creationId xmlns:a16="http://schemas.microsoft.com/office/drawing/2014/main" id="{A384DBC8-F69D-4717-BC3B-20FCFE9D05FC}"/>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Backup Team — Driver, Programmer, Strategist</a:t>
            </a:r>
            <a:endParaRPr sz="2200" b="0" i="0" u="none" cap="none">
              <a:solidFill>
                <a:schemeClr val="dk1"/>
              </a:solidFill>
              <a:latin typeface="Arial"/>
              <a:ea typeface="Arial"/>
              <a:cs typeface="Arial"/>
            </a:endParaRPr>
          </a:p>
        </p:txBody>
      </p:sp>
      <p:sp>
        <p:nvSpPr>
          <p:cNvPr id="589" name="Google Shape;589;p8">
            <a:extLst xmlns:a="http://schemas.openxmlformats.org/drawingml/2006/main">
              <a:ext uri="{FF2B5EF4-FFF2-40B4-BE49-F238E27FC236}">
                <a16:creationId xmlns:a16="http://schemas.microsoft.com/office/drawing/2014/main" id="{A1EA2B6A-5F45-4254-9B11-3047AD470A4A}"/>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590" name="Google Shape;590;p8">
            <a:extLst xmlns:a="http://schemas.openxmlformats.org/drawingml/2006/main">
              <a:ext uri="{FF2B5EF4-FFF2-40B4-BE49-F238E27FC236}">
                <a16:creationId xmlns:a16="http://schemas.microsoft.com/office/drawing/2014/main" id="{5497D536-04C2-4963-8D26-2E19085482B4}"/>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91" name="Google Shape;591;p8">
            <a:extLst xmlns:a="http://schemas.openxmlformats.org/drawingml/2006/main">
              <a:ext uri="{FF2B5EF4-FFF2-40B4-BE49-F238E27FC236}">
                <a16:creationId xmlns:a16="http://schemas.microsoft.com/office/drawing/2014/main" id="{BE3691B0-88DD-4D2E-A8E2-90B840B7F3B0}"/>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6 / 61</a:t>
            </a:r>
            <a:endParaRPr sz="900" b="0" i="0" u="none" cap="none">
              <a:solidFill>
                <a:schemeClr val="dk1"/>
              </a:solidFill>
              <a:latin typeface="Arial"/>
              <a:ea typeface="Arial"/>
              <a:cs typeface="Arial"/>
            </a:endParaRPr>
          </a:p>
        </p:txBody>
      </p:sp>
      <p:sp>
        <p:nvSpPr>
          <p:cNvPr id="592" name="Google Shape;592;p8">
            <a:extLst xmlns:a="http://schemas.openxmlformats.org/drawingml/2006/main">
              <a:ext uri="{FF2B5EF4-FFF2-40B4-BE49-F238E27FC236}">
                <a16:creationId xmlns:a16="http://schemas.microsoft.com/office/drawing/2014/main" id="{720B9AD5-E92F-44F7-8A2B-5F6E9289125E}"/>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593" name="Google Shape;593;p8">
            <a:extLst xmlns:a="http://schemas.openxmlformats.org/drawingml/2006/main">
              <a:ext uri="{FF2B5EF4-FFF2-40B4-BE49-F238E27FC236}">
                <a16:creationId xmlns:a16="http://schemas.microsoft.com/office/drawing/2014/main" id="{FA6873A0-0D06-4657-A6A8-B2F2D560EBC8}"/>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Meet the three specialty backups. Each backup trains beside the lead and can assume the full role at any time.</a:t>
            </a:r>
            <a:endParaRPr sz="1000" b="0" i="0" u="none" cap="none">
              <a:solidFill>
                <a:schemeClr val="dk1"/>
              </a:solidFill>
              <a:latin typeface="Arial"/>
              <a:ea typeface="Arial"/>
              <a:cs typeface="Arial"/>
            </a:endParaRPr>
          </a:p>
        </p:txBody>
      </p:sp>
      <p:sp>
        <p:nvSpPr>
          <p:cNvPr id="594" name="Google Shape;594;p8">
            <a:extLst xmlns:a="http://schemas.openxmlformats.org/drawingml/2006/main">
              <a:ext uri="{FF2B5EF4-FFF2-40B4-BE49-F238E27FC236}">
                <a16:creationId xmlns:a16="http://schemas.microsoft.com/office/drawing/2014/main" id="{01184399-E6F3-4794-A5C8-CFA259D6C4CA}"/>
              </a:ext>
            </a:extLst>
          </p:cNvPr>
          <p:cNvSpPr>
            <a:spLocks xmlns:a="http://schemas.openxmlformats.org/drawingml/2006/main" noGrp="1"/>
          </p:cNvSpPr>
          <p:nvPr/>
        </p:nvSpPr>
        <p:spPr>
          <a:xfrm xmlns:a="http://schemas.openxmlformats.org/drawingml/2006/main">
            <a:off x="320040" y="1490472"/>
            <a:ext cx="2712720" cy="23774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95" name="Google Shape;595;p8">
            <a:extLst xmlns:a="http://schemas.openxmlformats.org/drawingml/2006/main">
              <a:ext uri="{FF2B5EF4-FFF2-40B4-BE49-F238E27FC236}">
                <a16:creationId xmlns:a16="http://schemas.microsoft.com/office/drawing/2014/main" id="{E80597B2-0FD4-4285-8F92-5CD28C869973}"/>
              </a:ext>
            </a:extLst>
          </p:cNvPr>
          <p:cNvSpPr>
            <a:spLocks xmlns:a="http://schemas.openxmlformats.org/drawingml/2006/main" noGrp="1"/>
          </p:cNvSpPr>
          <p:nvPr/>
        </p:nvSpPr>
        <p:spPr>
          <a:xfrm xmlns:a="http://schemas.openxmlformats.org/drawingml/2006/main">
            <a:off x="320040" y="1490472"/>
            <a:ext cx="2712720" cy="2377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[Insert headshot]</a:t>
            </a:r>
            <a:endParaRPr sz="1100" b="0" i="0" u="none" cap="none">
              <a:solidFill>
                <a:schemeClr val="dk1"/>
              </a:solidFill>
              <a:latin typeface="Arial"/>
              <a:ea typeface="Arial"/>
              <a:cs typeface="Arial"/>
            </a:endParaRPr>
          </a:p>
        </p:txBody>
      </p:sp>
      <p:sp>
        <p:nvSpPr>
          <p:cNvPr id="596" name="Google Shape;596;p8">
            <a:extLst xmlns:a="http://schemas.openxmlformats.org/drawingml/2006/main">
              <a:ext uri="{FF2B5EF4-FFF2-40B4-BE49-F238E27FC236}">
                <a16:creationId xmlns:a16="http://schemas.microsoft.com/office/drawing/2014/main" id="{D5EC2F4D-340D-4E7E-9152-9A5B68027990}"/>
              </a:ext>
            </a:extLst>
          </p:cNvPr>
          <p:cNvSpPr>
            <a:spLocks xmlns:a="http://schemas.openxmlformats.org/drawingml/2006/main" noGrp="1"/>
          </p:cNvSpPr>
          <p:nvPr/>
        </p:nvSpPr>
        <p:spPr>
          <a:xfrm xmlns:a="http://schemas.openxmlformats.org/drawingml/2006/main">
            <a:off x="320040" y="3867912"/>
            <a:ext cx="2712720" cy="50292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97" name="Google Shape;597;p8">
            <a:extLst xmlns:a="http://schemas.openxmlformats.org/drawingml/2006/main">
              <a:ext uri="{FF2B5EF4-FFF2-40B4-BE49-F238E27FC236}">
                <a16:creationId xmlns:a16="http://schemas.microsoft.com/office/drawing/2014/main" id="{BD0968CB-F2EC-456E-A485-747E175BF06A}"/>
              </a:ext>
            </a:extLst>
          </p:cNvPr>
          <p:cNvSpPr>
            <a:spLocks xmlns:a="http://schemas.openxmlformats.org/drawingml/2006/main" noGrp="1"/>
          </p:cNvSpPr>
          <p:nvPr/>
        </p:nvSpPr>
        <p:spPr>
          <a:xfrm xmlns:a="http://schemas.openxmlformats.org/drawingml/2006/main">
            <a:off x="320040" y="3867912"/>
            <a:ext cx="91440" cy="502920"/>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598" name="Google Shape;598;p8">
            <a:extLst xmlns:a="http://schemas.openxmlformats.org/drawingml/2006/main">
              <a:ext uri="{FF2B5EF4-FFF2-40B4-BE49-F238E27FC236}">
                <a16:creationId xmlns:a16="http://schemas.microsoft.com/office/drawing/2014/main" id="{C34A32BF-0F23-4C3D-B2D7-D4AFDAB85C91}"/>
              </a:ext>
            </a:extLst>
          </p:cNvPr>
          <p:cNvSpPr>
            <a:spLocks xmlns:a="http://schemas.openxmlformats.org/drawingml/2006/main" noGrp="1"/>
          </p:cNvSpPr>
          <p:nvPr/>
        </p:nvSpPr>
        <p:spPr>
          <a:xfrm xmlns:a="http://schemas.openxmlformats.org/drawingml/2006/main">
            <a:off x="521208" y="3913632"/>
            <a:ext cx="243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1300"/>
              <a:buFont typeface="Arial"/>
              <a:buNone/>
            </a:pPr>
            <a:r>
              <a:rPr sz="1300" b="1" i="0" u="none" cap="none">
                <a:solidFill>
                  <a:srgbClr val="0F172A"/>
                </a:solidFill>
                <a:latin typeface="Arial"/>
                <a:ea typeface="Arial"/>
                <a:cs typeface="Arial"/>
              </a:rPr>
              <a:t>[Student Name]</a:t>
            </a:r>
            <a:endParaRPr sz="1300" b="0" i="0" u="none" cap="none">
              <a:solidFill>
                <a:schemeClr val="dk1"/>
              </a:solidFill>
              <a:latin typeface="Arial"/>
              <a:ea typeface="Arial"/>
              <a:cs typeface="Arial"/>
            </a:endParaRPr>
          </a:p>
        </p:txBody>
      </p:sp>
      <p:sp>
        <p:nvSpPr>
          <p:cNvPr id="599" name="Google Shape;599;p8">
            <a:extLst xmlns:a="http://schemas.openxmlformats.org/drawingml/2006/main">
              <a:ext uri="{FF2B5EF4-FFF2-40B4-BE49-F238E27FC236}">
                <a16:creationId xmlns:a16="http://schemas.microsoft.com/office/drawing/2014/main" id="{78D15ABB-EFDF-442F-83F7-F3E7428CD513}"/>
              </a:ext>
            </a:extLst>
          </p:cNvPr>
          <p:cNvSpPr>
            <a:spLocks xmlns:a="http://schemas.openxmlformats.org/drawingml/2006/main" noGrp="1"/>
          </p:cNvSpPr>
          <p:nvPr/>
        </p:nvSpPr>
        <p:spPr>
          <a:xfrm xmlns:a="http://schemas.openxmlformats.org/drawingml/2006/main">
            <a:off x="521208" y="4142232"/>
            <a:ext cx="2438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1050"/>
              <a:buFont typeface="Arial"/>
              <a:buNone/>
            </a:pPr>
            <a:r>
              <a:rPr sz="1050" b="1" i="0" u="none" cap="none">
                <a:solidFill>
                  <a:srgbClr val="DC2626"/>
                </a:solidFill>
                <a:latin typeface="Arial"/>
                <a:ea typeface="Arial"/>
                <a:cs typeface="Arial"/>
              </a:rPr>
              <a:t>Driver Backup</a:t>
            </a:r>
            <a:endParaRPr sz="1050" b="0" i="0" u="none" cap="none">
              <a:solidFill>
                <a:schemeClr val="dk1"/>
              </a:solidFill>
              <a:latin typeface="Arial"/>
              <a:ea typeface="Arial"/>
              <a:cs typeface="Arial"/>
            </a:endParaRPr>
          </a:p>
        </p:txBody>
      </p:sp>
      <p:sp>
        <p:nvSpPr>
          <p:cNvPr id="600" name="Google Shape;600;p8">
            <a:extLst xmlns:a="http://schemas.openxmlformats.org/drawingml/2006/main">
              <a:ext uri="{FF2B5EF4-FFF2-40B4-BE49-F238E27FC236}">
                <a16:creationId xmlns:a16="http://schemas.microsoft.com/office/drawing/2014/main" id="{5B7368AC-CEA3-4C7F-B6CA-91C371884E63}"/>
              </a:ext>
            </a:extLst>
          </p:cNvPr>
          <p:cNvSpPr>
            <a:spLocks xmlns:a="http://schemas.openxmlformats.org/drawingml/2006/main" noGrp="1"/>
          </p:cNvSpPr>
          <p:nvPr/>
        </p:nvSpPr>
        <p:spPr>
          <a:xfrm xmlns:a="http://schemas.openxmlformats.org/drawingml/2006/main">
            <a:off x="3215640" y="1490472"/>
            <a:ext cx="2712720" cy="23774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01" name="Google Shape;601;p8">
            <a:extLst xmlns:a="http://schemas.openxmlformats.org/drawingml/2006/main">
              <a:ext uri="{FF2B5EF4-FFF2-40B4-BE49-F238E27FC236}">
                <a16:creationId xmlns:a16="http://schemas.microsoft.com/office/drawing/2014/main" id="{54C56359-7CEF-4650-AABB-562D348E30B7}"/>
              </a:ext>
            </a:extLst>
          </p:cNvPr>
          <p:cNvSpPr>
            <a:spLocks xmlns:a="http://schemas.openxmlformats.org/drawingml/2006/main" noGrp="1"/>
          </p:cNvSpPr>
          <p:nvPr/>
        </p:nvSpPr>
        <p:spPr>
          <a:xfrm xmlns:a="http://schemas.openxmlformats.org/drawingml/2006/main">
            <a:off x="3215640" y="1490472"/>
            <a:ext cx="2712720" cy="2377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[Insert headshot]</a:t>
            </a:r>
            <a:endParaRPr sz="1100" b="0" i="0" u="none" cap="none">
              <a:solidFill>
                <a:schemeClr val="dk1"/>
              </a:solidFill>
              <a:latin typeface="Arial"/>
              <a:ea typeface="Arial"/>
              <a:cs typeface="Arial"/>
            </a:endParaRPr>
          </a:p>
        </p:txBody>
      </p:sp>
      <p:sp>
        <p:nvSpPr>
          <p:cNvPr id="602" name="Google Shape;602;p8">
            <a:extLst xmlns:a="http://schemas.openxmlformats.org/drawingml/2006/main">
              <a:ext uri="{FF2B5EF4-FFF2-40B4-BE49-F238E27FC236}">
                <a16:creationId xmlns:a16="http://schemas.microsoft.com/office/drawing/2014/main" id="{29BBE763-8249-4DAC-9325-D31983F4215C}"/>
              </a:ext>
            </a:extLst>
          </p:cNvPr>
          <p:cNvSpPr>
            <a:spLocks xmlns:a="http://schemas.openxmlformats.org/drawingml/2006/main" noGrp="1"/>
          </p:cNvSpPr>
          <p:nvPr/>
        </p:nvSpPr>
        <p:spPr>
          <a:xfrm xmlns:a="http://schemas.openxmlformats.org/drawingml/2006/main">
            <a:off x="3215640" y="3867912"/>
            <a:ext cx="2712720" cy="50292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03" name="Google Shape;603;p8">
            <a:extLst xmlns:a="http://schemas.openxmlformats.org/drawingml/2006/main">
              <a:ext uri="{FF2B5EF4-FFF2-40B4-BE49-F238E27FC236}">
                <a16:creationId xmlns:a16="http://schemas.microsoft.com/office/drawing/2014/main" id="{C39A095F-2467-4AC4-BC43-64865F7CB125}"/>
              </a:ext>
            </a:extLst>
          </p:cNvPr>
          <p:cNvSpPr>
            <a:spLocks xmlns:a="http://schemas.openxmlformats.org/drawingml/2006/main" noGrp="1"/>
          </p:cNvSpPr>
          <p:nvPr/>
        </p:nvSpPr>
        <p:spPr>
          <a:xfrm xmlns:a="http://schemas.openxmlformats.org/drawingml/2006/main">
            <a:off x="3215640" y="3867912"/>
            <a:ext cx="91440" cy="50292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04" name="Google Shape;604;p8">
            <a:extLst xmlns:a="http://schemas.openxmlformats.org/drawingml/2006/main">
              <a:ext uri="{FF2B5EF4-FFF2-40B4-BE49-F238E27FC236}">
                <a16:creationId xmlns:a16="http://schemas.microsoft.com/office/drawing/2014/main" id="{4B6BD6AD-EB34-491E-8833-717B19705B45}"/>
              </a:ext>
            </a:extLst>
          </p:cNvPr>
          <p:cNvSpPr>
            <a:spLocks xmlns:a="http://schemas.openxmlformats.org/drawingml/2006/main" noGrp="1"/>
          </p:cNvSpPr>
          <p:nvPr/>
        </p:nvSpPr>
        <p:spPr>
          <a:xfrm xmlns:a="http://schemas.openxmlformats.org/drawingml/2006/main">
            <a:off x="3416808" y="3913632"/>
            <a:ext cx="243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1300"/>
              <a:buFont typeface="Arial"/>
              <a:buNone/>
            </a:pPr>
            <a:r>
              <a:rPr sz="1300" b="1" i="0" u="none" cap="none">
                <a:solidFill>
                  <a:srgbClr val="0F172A"/>
                </a:solidFill>
                <a:latin typeface="Arial"/>
                <a:ea typeface="Arial"/>
                <a:cs typeface="Arial"/>
              </a:rPr>
              <a:t>[Student Name]</a:t>
            </a:r>
            <a:endParaRPr sz="1300" b="0" i="0" u="none" cap="none">
              <a:solidFill>
                <a:schemeClr val="dk1"/>
              </a:solidFill>
              <a:latin typeface="Arial"/>
              <a:ea typeface="Arial"/>
              <a:cs typeface="Arial"/>
            </a:endParaRPr>
          </a:p>
        </p:txBody>
      </p:sp>
      <p:sp>
        <p:nvSpPr>
          <p:cNvPr id="605" name="Google Shape;605;p8">
            <a:extLst xmlns:a="http://schemas.openxmlformats.org/drawingml/2006/main">
              <a:ext uri="{FF2B5EF4-FFF2-40B4-BE49-F238E27FC236}">
                <a16:creationId xmlns:a16="http://schemas.microsoft.com/office/drawing/2014/main" id="{1B81455E-BBE9-4C1A-BB76-4F7151900BA8}"/>
              </a:ext>
            </a:extLst>
          </p:cNvPr>
          <p:cNvSpPr>
            <a:spLocks xmlns:a="http://schemas.openxmlformats.org/drawingml/2006/main" noGrp="1"/>
          </p:cNvSpPr>
          <p:nvPr/>
        </p:nvSpPr>
        <p:spPr>
          <a:xfrm xmlns:a="http://schemas.openxmlformats.org/drawingml/2006/main">
            <a:off x="3416808" y="4142232"/>
            <a:ext cx="2438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1050"/>
              <a:buFont typeface="Arial"/>
              <a:buNone/>
            </a:pPr>
            <a:r>
              <a:rPr sz="1050" b="1" i="0" u="none" cap="none">
                <a:solidFill>
                  <a:srgbClr val="EA580C"/>
                </a:solidFill>
                <a:latin typeface="Arial"/>
                <a:ea typeface="Arial"/>
                <a:cs typeface="Arial"/>
              </a:rPr>
              <a:t>Programmer Backup</a:t>
            </a:r>
            <a:endParaRPr sz="1050" b="0" i="0" u="none" cap="none">
              <a:solidFill>
                <a:schemeClr val="dk1"/>
              </a:solidFill>
              <a:latin typeface="Arial"/>
              <a:ea typeface="Arial"/>
              <a:cs typeface="Arial"/>
            </a:endParaRPr>
          </a:p>
        </p:txBody>
      </p:sp>
      <p:sp>
        <p:nvSpPr>
          <p:cNvPr id="606" name="Google Shape;606;p8">
            <a:extLst xmlns:a="http://schemas.openxmlformats.org/drawingml/2006/main">
              <a:ext uri="{FF2B5EF4-FFF2-40B4-BE49-F238E27FC236}">
                <a16:creationId xmlns:a16="http://schemas.microsoft.com/office/drawing/2014/main" id="{D748F0CD-2597-4E2A-9A4A-F898B3023A15}"/>
              </a:ext>
            </a:extLst>
          </p:cNvPr>
          <p:cNvSpPr>
            <a:spLocks xmlns:a="http://schemas.openxmlformats.org/drawingml/2006/main" noGrp="1"/>
          </p:cNvSpPr>
          <p:nvPr/>
        </p:nvSpPr>
        <p:spPr>
          <a:xfrm xmlns:a="http://schemas.openxmlformats.org/drawingml/2006/main">
            <a:off x="6111240" y="1490472"/>
            <a:ext cx="2712720" cy="23774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07" name="Google Shape;607;p8">
            <a:extLst xmlns:a="http://schemas.openxmlformats.org/drawingml/2006/main">
              <a:ext uri="{FF2B5EF4-FFF2-40B4-BE49-F238E27FC236}">
                <a16:creationId xmlns:a16="http://schemas.microsoft.com/office/drawing/2014/main" id="{072C5C0B-4C8A-413D-89BD-8FB6C33041C7}"/>
              </a:ext>
            </a:extLst>
          </p:cNvPr>
          <p:cNvSpPr>
            <a:spLocks xmlns:a="http://schemas.openxmlformats.org/drawingml/2006/main" noGrp="1"/>
          </p:cNvSpPr>
          <p:nvPr/>
        </p:nvSpPr>
        <p:spPr>
          <a:xfrm xmlns:a="http://schemas.openxmlformats.org/drawingml/2006/main">
            <a:off x="6111240" y="1490472"/>
            <a:ext cx="2712720" cy="2377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[Insert headshot]</a:t>
            </a:r>
            <a:endParaRPr sz="1100" b="0" i="0" u="none" cap="none">
              <a:solidFill>
                <a:schemeClr val="dk1"/>
              </a:solidFill>
              <a:latin typeface="Arial"/>
              <a:ea typeface="Arial"/>
              <a:cs typeface="Arial"/>
            </a:endParaRPr>
          </a:p>
        </p:txBody>
      </p:sp>
      <p:sp>
        <p:nvSpPr>
          <p:cNvPr id="608" name="Google Shape;608;p8">
            <a:extLst xmlns:a="http://schemas.openxmlformats.org/drawingml/2006/main">
              <a:ext uri="{FF2B5EF4-FFF2-40B4-BE49-F238E27FC236}">
                <a16:creationId xmlns:a16="http://schemas.microsoft.com/office/drawing/2014/main" id="{CC1202A0-C443-48A0-BAF5-D737BCEBD19F}"/>
              </a:ext>
            </a:extLst>
          </p:cNvPr>
          <p:cNvSpPr>
            <a:spLocks xmlns:a="http://schemas.openxmlformats.org/drawingml/2006/main" noGrp="1"/>
          </p:cNvSpPr>
          <p:nvPr/>
        </p:nvSpPr>
        <p:spPr>
          <a:xfrm xmlns:a="http://schemas.openxmlformats.org/drawingml/2006/main">
            <a:off x="6111240" y="3867912"/>
            <a:ext cx="2712720" cy="50292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09" name="Google Shape;609;p8">
            <a:extLst xmlns:a="http://schemas.openxmlformats.org/drawingml/2006/main">
              <a:ext uri="{FF2B5EF4-FFF2-40B4-BE49-F238E27FC236}">
                <a16:creationId xmlns:a16="http://schemas.microsoft.com/office/drawing/2014/main" id="{CC4FF89D-0AB9-4879-B0BB-CBF474A23908}"/>
              </a:ext>
            </a:extLst>
          </p:cNvPr>
          <p:cNvSpPr>
            <a:spLocks xmlns:a="http://schemas.openxmlformats.org/drawingml/2006/main" noGrp="1"/>
          </p:cNvSpPr>
          <p:nvPr/>
        </p:nvSpPr>
        <p:spPr>
          <a:xfrm xmlns:a="http://schemas.openxmlformats.org/drawingml/2006/main">
            <a:off x="6111240" y="3867912"/>
            <a:ext cx="91440" cy="502920"/>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10" name="Google Shape;610;p8">
            <a:extLst xmlns:a="http://schemas.openxmlformats.org/drawingml/2006/main">
              <a:ext uri="{FF2B5EF4-FFF2-40B4-BE49-F238E27FC236}">
                <a16:creationId xmlns:a16="http://schemas.microsoft.com/office/drawing/2014/main" id="{1699462F-26F7-402C-8D75-2D6B68047FD2}"/>
              </a:ext>
            </a:extLst>
          </p:cNvPr>
          <p:cNvSpPr>
            <a:spLocks xmlns:a="http://schemas.openxmlformats.org/drawingml/2006/main" noGrp="1"/>
          </p:cNvSpPr>
          <p:nvPr/>
        </p:nvSpPr>
        <p:spPr>
          <a:xfrm xmlns:a="http://schemas.openxmlformats.org/drawingml/2006/main">
            <a:off x="6312408" y="3913632"/>
            <a:ext cx="24384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1300"/>
              <a:buFont typeface="Arial"/>
              <a:buNone/>
            </a:pPr>
            <a:r>
              <a:rPr sz="1300" b="1" i="0" u="none" cap="none">
                <a:solidFill>
                  <a:srgbClr val="0F172A"/>
                </a:solidFill>
                <a:latin typeface="Arial"/>
                <a:ea typeface="Arial"/>
                <a:cs typeface="Arial"/>
              </a:rPr>
              <a:t>[Student Name]</a:t>
            </a:r>
            <a:endParaRPr sz="1300" b="0" i="0" u="none" cap="none">
              <a:solidFill>
                <a:schemeClr val="dk1"/>
              </a:solidFill>
              <a:latin typeface="Arial"/>
              <a:ea typeface="Arial"/>
              <a:cs typeface="Arial"/>
            </a:endParaRPr>
          </a:p>
        </p:txBody>
      </p:sp>
      <p:sp>
        <p:nvSpPr>
          <p:cNvPr id="611" name="Google Shape;611;p8">
            <a:extLst xmlns:a="http://schemas.openxmlformats.org/drawingml/2006/main">
              <a:ext uri="{FF2B5EF4-FFF2-40B4-BE49-F238E27FC236}">
                <a16:creationId xmlns:a16="http://schemas.microsoft.com/office/drawing/2014/main" id="{9CC25116-462D-4A36-BEB6-ADFF1886ECE5}"/>
              </a:ext>
            </a:extLst>
          </p:cNvPr>
          <p:cNvSpPr>
            <a:spLocks xmlns:a="http://schemas.openxmlformats.org/drawingml/2006/main" noGrp="1"/>
          </p:cNvSpPr>
          <p:nvPr/>
        </p:nvSpPr>
        <p:spPr>
          <a:xfrm xmlns:a="http://schemas.openxmlformats.org/drawingml/2006/main">
            <a:off x="6312408" y="4142232"/>
            <a:ext cx="2438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050"/>
              <a:buFont typeface="Arial"/>
              <a:buNone/>
            </a:pPr>
            <a:r>
              <a:rPr sz="1050" b="1" i="0" u="none" cap="none">
                <a:solidFill>
                  <a:srgbClr val="7C3AED"/>
                </a:solidFill>
                <a:latin typeface="Arial"/>
                <a:ea typeface="Arial"/>
                <a:cs typeface="Arial"/>
              </a:rPr>
              <a:t>Strategist Backup</a:t>
            </a:r>
            <a:endParaRPr sz="1050" b="0" i="0" u="none" cap="none">
              <a:solidFill>
                <a:schemeClr val="dk1"/>
              </a:solidFill>
              <a:latin typeface="Arial"/>
              <a:ea typeface="Arial"/>
              <a:cs typeface="Arial"/>
            </a:endParaRPr>
          </a:p>
        </p:txBody>
      </p:sp>
      <p:sp>
        <p:nvSpPr>
          <p:cNvPr id="612" name="Google Shape;612;p8">
            <a:extLst xmlns:a="http://schemas.openxmlformats.org/drawingml/2006/main">
              <a:ext uri="{FF2B5EF4-FFF2-40B4-BE49-F238E27FC236}">
                <a16:creationId xmlns:a16="http://schemas.microsoft.com/office/drawing/2014/main" id="{14801649-A1B4-4480-9EA3-F7FF9F0D3D1D}"/>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E293B"/>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66791165920e4759"/>
              </a:rPr>
              <a:t>team-structure</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60e029e587264852"/>
              </a:rPr>
              <a:t>role-driver</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3736376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18" name="Google Shape;618;p9">
            <a:extLst xmlns:a="http://schemas.openxmlformats.org/drawingml/2006/main">
              <a:ext uri="{FF2B5EF4-FFF2-40B4-BE49-F238E27FC236}">
                <a16:creationId xmlns:a16="http://schemas.microsoft.com/office/drawing/2014/main" id="{341F5662-6DC3-49CF-8489-8C7A55D44764}"/>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19" name="Google Shape;619;p9">
            <a:extLst xmlns:a="http://schemas.openxmlformats.org/drawingml/2006/main">
              <a:ext uri="{FF2B5EF4-FFF2-40B4-BE49-F238E27FC236}">
                <a16:creationId xmlns:a16="http://schemas.microsoft.com/office/drawing/2014/main" id="{4F785D8B-0088-4315-AA34-E07108B30C0C}"/>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TEAM IDENTITY</a:t>
            </a:r>
            <a:endParaRPr sz="1050" b="0" i="0" u="none" cap="none">
              <a:solidFill>
                <a:schemeClr val="dk1"/>
              </a:solidFill>
              <a:latin typeface="Arial"/>
              <a:ea typeface="Arial"/>
              <a:cs typeface="Arial"/>
            </a:endParaRPr>
          </a:p>
        </p:txBody>
      </p:sp>
      <p:sp>
        <p:nvSpPr>
          <p:cNvPr id="620" name="Google Shape;620;p9">
            <a:extLst xmlns:a="http://schemas.openxmlformats.org/drawingml/2006/main">
              <a:ext uri="{FF2B5EF4-FFF2-40B4-BE49-F238E27FC236}">
                <a16:creationId xmlns:a16="http://schemas.microsoft.com/office/drawing/2014/main" id="{55C178A7-C52A-4BE5-8041-B22299CF4CDD}"/>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621" name="Google Shape;621;p9">
            <a:extLst xmlns:a="http://schemas.openxmlformats.org/drawingml/2006/main">
              <a:ext uri="{FF2B5EF4-FFF2-40B4-BE49-F238E27FC236}">
                <a16:creationId xmlns:a16="http://schemas.microsoft.com/office/drawing/2014/main" id="{A57F8198-A75D-4958-BB47-E5FE612F59E7}"/>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How to Use This Notebook — EDP Quick Start</a:t>
            </a:r>
            <a:endParaRPr sz="2200" b="0" i="0" u="none" cap="none">
              <a:solidFill>
                <a:schemeClr val="dk1"/>
              </a:solidFill>
              <a:latin typeface="Arial"/>
              <a:ea typeface="Arial"/>
              <a:cs typeface="Arial"/>
            </a:endParaRPr>
          </a:p>
        </p:txBody>
      </p:sp>
      <p:sp>
        <p:nvSpPr>
          <p:cNvPr id="622" name="Google Shape;622;p9">
            <a:extLst xmlns:a="http://schemas.openxmlformats.org/drawingml/2006/main">
              <a:ext uri="{FF2B5EF4-FFF2-40B4-BE49-F238E27FC236}">
                <a16:creationId xmlns:a16="http://schemas.microsoft.com/office/drawing/2014/main" id="{0873F5A9-DD8D-42EA-A313-70E67D159133}"/>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623" name="Google Shape;623;p9">
            <a:extLst xmlns:a="http://schemas.openxmlformats.org/drawingml/2006/main">
              <a:ext uri="{FF2B5EF4-FFF2-40B4-BE49-F238E27FC236}">
                <a16:creationId xmlns:a16="http://schemas.microsoft.com/office/drawing/2014/main" id="{12FACB50-615A-4286-AA44-166A29EF0D8B}"/>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E293B"/>
          </a:solidFill>
          <a:ln xmlns:a="http://schemas.openxmlformats.org/drawingml/2006/main" w="12700" cmpd="sng">
            <a:solidFill>
              <a:srgbClr val="1E293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24" name="Google Shape;624;p9">
            <a:extLst xmlns:a="http://schemas.openxmlformats.org/drawingml/2006/main">
              <a:ext uri="{FF2B5EF4-FFF2-40B4-BE49-F238E27FC236}">
                <a16:creationId xmlns:a16="http://schemas.microsoft.com/office/drawing/2014/main" id="{3CA961A9-106C-433F-AE67-52484B41D26E}"/>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7 / 61</a:t>
            </a:r>
            <a:endParaRPr sz="900" b="0" i="0" u="none" cap="none">
              <a:solidFill>
                <a:schemeClr val="dk1"/>
              </a:solidFill>
              <a:latin typeface="Arial"/>
              <a:ea typeface="Arial"/>
              <a:cs typeface="Arial"/>
            </a:endParaRPr>
          </a:p>
        </p:txBody>
      </p:sp>
      <p:sp>
        <p:nvSpPr>
          <p:cNvPr id="625" name="Google Shape;625;p9">
            <a:extLst xmlns:a="http://schemas.openxmlformats.org/drawingml/2006/main">
              <a:ext uri="{FF2B5EF4-FFF2-40B4-BE49-F238E27FC236}">
                <a16:creationId xmlns:a16="http://schemas.microsoft.com/office/drawing/2014/main" id="{1DF6E03C-80D5-4D4A-B24E-E31AAFAA2589}"/>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626" name="Google Shape;626;p9">
            <a:extLst xmlns:a="http://schemas.openxmlformats.org/drawingml/2006/main">
              <a:ext uri="{FF2B5EF4-FFF2-40B4-BE49-F238E27FC236}">
                <a16:creationId xmlns:a16="http://schemas.microsoft.com/office/drawing/2014/main" id="{409621E3-1DCE-40EB-955E-45E588EE8395}"/>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Complete slides 1–10 once. Then work through Identify → Brainstorm → Select → Build/Program → Test → Reflect. Date every entry, name contributors, keep raw evidence and failed ideas, and duplicate indicated slides for each session or new cycle.</a:t>
            </a:r>
            <a:endParaRPr sz="1000" b="0" i="0" u="none" cap="none">
              <a:solidFill>
                <a:schemeClr val="dk1"/>
              </a:solidFill>
              <a:latin typeface="Arial"/>
              <a:ea typeface="Arial"/>
              <a:cs typeface="Arial"/>
            </a:endParaRPr>
          </a:p>
        </p:txBody>
      </p:sp>
      <p:sp>
        <p:nvSpPr>
          <p:cNvPr id="627" name="Google Shape;627;p9">
            <a:extLst xmlns:a="http://schemas.openxmlformats.org/drawingml/2006/main">
              <a:ext uri="{FF2B5EF4-FFF2-40B4-BE49-F238E27FC236}">
                <a16:creationId xmlns:a16="http://schemas.microsoft.com/office/drawing/2014/main" id="{64668122-0998-440A-9EF9-D1EC72DC7C9E}"/>
              </a:ext>
            </a:extLst>
          </p:cNvPr>
          <p:cNvSpPr>
            <a:spLocks xmlns:a="http://schemas.openxmlformats.org/drawingml/2006/main" noGrp="1"/>
          </p:cNvSpPr>
          <p:nvPr/>
        </p:nvSpPr>
        <p:spPr>
          <a:xfrm xmlns:a="http://schemas.openxmlformats.org/drawingml/2006/main">
            <a:off x="320040" y="1444752"/>
            <a:ext cx="777240" cy="33832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28" name="Google Shape;628;p9">
            <a:extLst xmlns:a="http://schemas.openxmlformats.org/drawingml/2006/main">
              <a:ext uri="{FF2B5EF4-FFF2-40B4-BE49-F238E27FC236}">
                <a16:creationId xmlns:a16="http://schemas.microsoft.com/office/drawing/2014/main" id="{9E21613B-98FB-4ACC-82E4-41FA32B9DC4D}"/>
              </a:ext>
            </a:extLst>
          </p:cNvPr>
          <p:cNvSpPr>
            <a:spLocks xmlns:a="http://schemas.openxmlformats.org/drawingml/2006/main" noGrp="1"/>
          </p:cNvSpPr>
          <p:nvPr/>
        </p:nvSpPr>
        <p:spPr>
          <a:xfrm xmlns:a="http://schemas.openxmlformats.org/drawingml/2006/main">
            <a:off x="320040" y="1444752"/>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GREEN</a:t>
            </a:r>
            <a:endParaRPr sz="950" b="0" i="0" u="none" cap="none">
              <a:solidFill>
                <a:schemeClr val="dk1"/>
              </a:solidFill>
              <a:latin typeface="Arial"/>
              <a:ea typeface="Arial"/>
              <a:cs typeface="Arial"/>
            </a:endParaRPr>
          </a:p>
        </p:txBody>
      </p:sp>
      <p:sp>
        <p:nvSpPr>
          <p:cNvPr id="629" name="Google Shape;629;p9">
            <a:extLst xmlns:a="http://schemas.openxmlformats.org/drawingml/2006/main">
              <a:ext uri="{FF2B5EF4-FFF2-40B4-BE49-F238E27FC236}">
                <a16:creationId xmlns:a16="http://schemas.microsoft.com/office/drawing/2014/main" id="{DA6FEAA8-633B-45D9-B510-BA9659BF21BB}"/>
              </a:ext>
            </a:extLst>
          </p:cNvPr>
          <p:cNvSpPr>
            <a:spLocks xmlns:a="http://schemas.openxmlformats.org/drawingml/2006/main" noGrp="1"/>
          </p:cNvSpPr>
          <p:nvPr/>
        </p:nvSpPr>
        <p:spPr>
          <a:xfrm xmlns:a="http://schemas.openxmlformats.org/drawingml/2006/main">
            <a:off x="320040" y="1627632"/>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#16A34A</a:t>
            </a:r>
            <a:endParaRPr sz="750" b="0" i="0" u="none" cap="none">
              <a:solidFill>
                <a:schemeClr val="dk1"/>
              </a:solidFill>
              <a:latin typeface="Arial"/>
              <a:ea typeface="Arial"/>
              <a:cs typeface="Arial"/>
            </a:endParaRPr>
          </a:p>
        </p:txBody>
      </p:sp>
      <p:sp>
        <p:nvSpPr>
          <p:cNvPr id="630" name="Google Shape;630;p9">
            <a:extLst xmlns:a="http://schemas.openxmlformats.org/drawingml/2006/main">
              <a:ext uri="{FF2B5EF4-FFF2-40B4-BE49-F238E27FC236}">
                <a16:creationId xmlns:a16="http://schemas.microsoft.com/office/drawing/2014/main" id="{AEB757AC-28FC-48AC-8732-0D7DADA51BA3}"/>
              </a:ext>
            </a:extLst>
          </p:cNvPr>
          <p:cNvSpPr>
            <a:spLocks xmlns:a="http://schemas.openxmlformats.org/drawingml/2006/main" noGrp="1"/>
          </p:cNvSpPr>
          <p:nvPr/>
        </p:nvSpPr>
        <p:spPr>
          <a:xfrm xmlns:a="http://schemas.openxmlformats.org/drawingml/2006/main">
            <a:off x="1234440" y="1444752"/>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1150"/>
              <a:buFont typeface="Arial"/>
              <a:buNone/>
            </a:pPr>
            <a:r>
              <a:rPr sz="1150" b="1" i="0" u="none" cap="none">
                <a:solidFill>
                  <a:srgbClr val="16A34A"/>
                </a:solidFill>
                <a:latin typeface="Arial"/>
                <a:ea typeface="Arial"/>
                <a:cs typeface="Arial"/>
              </a:rPr>
              <a:t>Identify the Problem</a:t>
            </a:r>
            <a:endParaRPr sz="1150" b="0" i="0" u="none" cap="none">
              <a:solidFill>
                <a:schemeClr val="dk1"/>
              </a:solidFill>
              <a:latin typeface="Arial"/>
              <a:ea typeface="Arial"/>
              <a:cs typeface="Arial"/>
            </a:endParaRPr>
          </a:p>
        </p:txBody>
      </p:sp>
      <p:sp>
        <p:nvSpPr>
          <p:cNvPr id="631" name="Google Shape;631;p9">
            <a:extLst xmlns:a="http://schemas.openxmlformats.org/drawingml/2006/main">
              <a:ext uri="{FF2B5EF4-FFF2-40B4-BE49-F238E27FC236}">
                <a16:creationId xmlns:a16="http://schemas.microsoft.com/office/drawing/2014/main" id="{D2637596-C0D8-49DC-A89F-EF2417D361A4}"/>
              </a:ext>
            </a:extLst>
          </p:cNvPr>
          <p:cNvSpPr>
            <a:spLocks xmlns:a="http://schemas.openxmlformats.org/drawingml/2006/main" noGrp="1"/>
          </p:cNvSpPr>
          <p:nvPr/>
        </p:nvSpPr>
        <p:spPr>
          <a:xfrm xmlns:a="http://schemas.openxmlformats.org/drawingml/2006/main">
            <a:off x="3794760" y="1444752"/>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Game analysis, scoring, criteria &amp; constraints, team goals, project management</a:t>
            </a:r>
            <a:endParaRPr sz="950" b="0" i="0" u="none" cap="none">
              <a:solidFill>
                <a:schemeClr val="dk1"/>
              </a:solidFill>
              <a:latin typeface="Arial"/>
              <a:ea typeface="Arial"/>
              <a:cs typeface="Arial"/>
            </a:endParaRPr>
          </a:p>
        </p:txBody>
      </p:sp>
      <p:sp>
        <p:nvSpPr>
          <p:cNvPr id="632" name="Google Shape;632;p9">
            <a:extLst xmlns:a="http://schemas.openxmlformats.org/drawingml/2006/main">
              <a:ext uri="{FF2B5EF4-FFF2-40B4-BE49-F238E27FC236}">
                <a16:creationId xmlns:a16="http://schemas.microsoft.com/office/drawing/2014/main" id="{852E2876-5004-40ED-89EC-3E673B2CA03F}"/>
              </a:ext>
            </a:extLst>
          </p:cNvPr>
          <p:cNvSpPr>
            <a:spLocks xmlns:a="http://schemas.openxmlformats.org/drawingml/2006/main" noGrp="1"/>
          </p:cNvSpPr>
          <p:nvPr/>
        </p:nvSpPr>
        <p:spPr>
          <a:xfrm xmlns:a="http://schemas.openxmlformats.org/drawingml/2006/main">
            <a:off x="320040" y="1847088"/>
            <a:ext cx="777240" cy="33832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33" name="Google Shape;633;p9">
            <a:extLst xmlns:a="http://schemas.openxmlformats.org/drawingml/2006/main">
              <a:ext uri="{FF2B5EF4-FFF2-40B4-BE49-F238E27FC236}">
                <a16:creationId xmlns:a16="http://schemas.microsoft.com/office/drawing/2014/main" id="{BF5EEFBF-9F32-43D9-8001-E90264EC8E3F}"/>
              </a:ext>
            </a:extLst>
          </p:cNvPr>
          <p:cNvSpPr>
            <a:spLocks xmlns:a="http://schemas.openxmlformats.org/drawingml/2006/main" noGrp="1"/>
          </p:cNvSpPr>
          <p:nvPr/>
        </p:nvSpPr>
        <p:spPr>
          <a:xfrm xmlns:a="http://schemas.openxmlformats.org/drawingml/2006/main">
            <a:off x="320040" y="1847088"/>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GOLD</a:t>
            </a:r>
            <a:endParaRPr sz="950" b="0" i="0" u="none" cap="none">
              <a:solidFill>
                <a:schemeClr val="dk1"/>
              </a:solidFill>
              <a:latin typeface="Arial"/>
              <a:ea typeface="Arial"/>
              <a:cs typeface="Arial"/>
            </a:endParaRPr>
          </a:p>
        </p:txBody>
      </p:sp>
      <p:sp>
        <p:nvSpPr>
          <p:cNvPr id="634" name="Google Shape;634;p9">
            <a:extLst xmlns:a="http://schemas.openxmlformats.org/drawingml/2006/main">
              <a:ext uri="{FF2B5EF4-FFF2-40B4-BE49-F238E27FC236}">
                <a16:creationId xmlns:a16="http://schemas.microsoft.com/office/drawing/2014/main" id="{1AF68E4B-E215-472D-96F9-71FE544A3A71}"/>
              </a:ext>
            </a:extLst>
          </p:cNvPr>
          <p:cNvSpPr>
            <a:spLocks xmlns:a="http://schemas.openxmlformats.org/drawingml/2006/main" noGrp="1"/>
          </p:cNvSpPr>
          <p:nvPr/>
        </p:nvSpPr>
        <p:spPr>
          <a:xfrm xmlns:a="http://schemas.openxmlformats.org/drawingml/2006/main">
            <a:off x="320040" y="2029968"/>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#D97706</a:t>
            </a:r>
            <a:endParaRPr sz="750" b="0" i="0" u="none" cap="none">
              <a:solidFill>
                <a:schemeClr val="dk1"/>
              </a:solidFill>
              <a:latin typeface="Arial"/>
              <a:ea typeface="Arial"/>
              <a:cs typeface="Arial"/>
            </a:endParaRPr>
          </a:p>
        </p:txBody>
      </p:sp>
      <p:sp>
        <p:nvSpPr>
          <p:cNvPr id="635" name="Google Shape;635;p9">
            <a:extLst xmlns:a="http://schemas.openxmlformats.org/drawingml/2006/main">
              <a:ext uri="{FF2B5EF4-FFF2-40B4-BE49-F238E27FC236}">
                <a16:creationId xmlns:a16="http://schemas.microsoft.com/office/drawing/2014/main" id="{C59BD121-2787-469D-951C-D0C0D905BCF0}"/>
              </a:ext>
            </a:extLst>
          </p:cNvPr>
          <p:cNvSpPr>
            <a:spLocks xmlns:a="http://schemas.openxmlformats.org/drawingml/2006/main" noGrp="1"/>
          </p:cNvSpPr>
          <p:nvPr/>
        </p:nvSpPr>
        <p:spPr>
          <a:xfrm xmlns:a="http://schemas.openxmlformats.org/drawingml/2006/main">
            <a:off x="1234440" y="1847088"/>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1150"/>
              <a:buFont typeface="Arial"/>
              <a:buNone/>
            </a:pPr>
            <a:r>
              <a:rPr sz="1150" b="1" i="0" u="none" cap="none">
                <a:solidFill>
                  <a:srgbClr val="D97706"/>
                </a:solidFill>
                <a:latin typeface="Arial"/>
                <a:ea typeface="Arial"/>
                <a:cs typeface="Arial"/>
              </a:rPr>
              <a:t>Brainstorm &amp; Research</a:t>
            </a:r>
            <a:endParaRPr sz="1150" b="0" i="0" u="none" cap="none">
              <a:solidFill>
                <a:schemeClr val="dk1"/>
              </a:solidFill>
              <a:latin typeface="Arial"/>
              <a:ea typeface="Arial"/>
              <a:cs typeface="Arial"/>
            </a:endParaRPr>
          </a:p>
        </p:txBody>
      </p:sp>
      <p:sp>
        <p:nvSpPr>
          <p:cNvPr id="636" name="Google Shape;636;p9">
            <a:extLst xmlns:a="http://schemas.openxmlformats.org/drawingml/2006/main">
              <a:ext uri="{FF2B5EF4-FFF2-40B4-BE49-F238E27FC236}">
                <a16:creationId xmlns:a16="http://schemas.microsoft.com/office/drawing/2014/main" id="{37B59DC8-8B9E-4583-A4D1-785E89E77BD4}"/>
              </a:ext>
            </a:extLst>
          </p:cNvPr>
          <p:cNvSpPr>
            <a:spLocks xmlns:a="http://schemas.openxmlformats.org/drawingml/2006/main" noGrp="1"/>
          </p:cNvSpPr>
          <p:nvPr/>
        </p:nvSpPr>
        <p:spPr>
          <a:xfrm xmlns:a="http://schemas.openxmlformats.org/drawingml/2006/main">
            <a:off x="3794760" y="1847088"/>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Concept sketches (3+), research log, subsystem comparison tables</a:t>
            </a:r>
            <a:endParaRPr sz="950" b="0" i="0" u="none" cap="none">
              <a:solidFill>
                <a:schemeClr val="dk1"/>
              </a:solidFill>
              <a:latin typeface="Arial"/>
              <a:ea typeface="Arial"/>
              <a:cs typeface="Arial"/>
            </a:endParaRPr>
          </a:p>
        </p:txBody>
      </p:sp>
      <p:sp>
        <p:nvSpPr>
          <p:cNvPr id="637" name="Google Shape;637;p9">
            <a:extLst xmlns:a="http://schemas.openxmlformats.org/drawingml/2006/main">
              <a:ext uri="{FF2B5EF4-FFF2-40B4-BE49-F238E27FC236}">
                <a16:creationId xmlns:a16="http://schemas.microsoft.com/office/drawing/2014/main" id="{3BFEEDFF-F875-4E7D-8057-56542BDB27E5}"/>
              </a:ext>
            </a:extLst>
          </p:cNvPr>
          <p:cNvSpPr>
            <a:spLocks xmlns:a="http://schemas.openxmlformats.org/drawingml/2006/main" noGrp="1"/>
          </p:cNvSpPr>
          <p:nvPr/>
        </p:nvSpPr>
        <p:spPr>
          <a:xfrm xmlns:a="http://schemas.openxmlformats.org/drawingml/2006/main">
            <a:off x="320040" y="2249424"/>
            <a:ext cx="777240" cy="33832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38" name="Google Shape;638;p9">
            <a:extLst xmlns:a="http://schemas.openxmlformats.org/drawingml/2006/main">
              <a:ext uri="{FF2B5EF4-FFF2-40B4-BE49-F238E27FC236}">
                <a16:creationId xmlns:a16="http://schemas.microsoft.com/office/drawing/2014/main" id="{23CDA76D-109C-4607-8745-C4B964FB6D39}"/>
              </a:ext>
            </a:extLst>
          </p:cNvPr>
          <p:cNvSpPr>
            <a:spLocks xmlns:a="http://schemas.openxmlformats.org/drawingml/2006/main" noGrp="1"/>
          </p:cNvSpPr>
          <p:nvPr/>
        </p:nvSpPr>
        <p:spPr>
          <a:xfrm xmlns:a="http://schemas.openxmlformats.org/drawingml/2006/main">
            <a:off x="320040" y="2249424"/>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PURPLE</a:t>
            </a:r>
            <a:endParaRPr sz="950" b="0" i="0" u="none" cap="none">
              <a:solidFill>
                <a:schemeClr val="dk1"/>
              </a:solidFill>
              <a:latin typeface="Arial"/>
              <a:ea typeface="Arial"/>
              <a:cs typeface="Arial"/>
            </a:endParaRPr>
          </a:p>
        </p:txBody>
      </p:sp>
      <p:sp>
        <p:nvSpPr>
          <p:cNvPr id="639" name="Google Shape;639;p9">
            <a:extLst xmlns:a="http://schemas.openxmlformats.org/drawingml/2006/main">
              <a:ext uri="{FF2B5EF4-FFF2-40B4-BE49-F238E27FC236}">
                <a16:creationId xmlns:a16="http://schemas.microsoft.com/office/drawing/2014/main" id="{7CB934C3-917D-42A9-B8FF-B546EE85553A}"/>
              </a:ext>
            </a:extLst>
          </p:cNvPr>
          <p:cNvSpPr>
            <a:spLocks xmlns:a="http://schemas.openxmlformats.org/drawingml/2006/main" noGrp="1"/>
          </p:cNvSpPr>
          <p:nvPr/>
        </p:nvSpPr>
        <p:spPr>
          <a:xfrm xmlns:a="http://schemas.openxmlformats.org/drawingml/2006/main">
            <a:off x="320040" y="2432304"/>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#7C3AED</a:t>
            </a:r>
            <a:endParaRPr sz="750" b="0" i="0" u="none" cap="none">
              <a:solidFill>
                <a:schemeClr val="dk1"/>
              </a:solidFill>
              <a:latin typeface="Arial"/>
              <a:ea typeface="Arial"/>
              <a:cs typeface="Arial"/>
            </a:endParaRPr>
          </a:p>
        </p:txBody>
      </p:sp>
      <p:sp>
        <p:nvSpPr>
          <p:cNvPr id="640" name="Google Shape;640;p9">
            <a:extLst xmlns:a="http://schemas.openxmlformats.org/drawingml/2006/main">
              <a:ext uri="{FF2B5EF4-FFF2-40B4-BE49-F238E27FC236}">
                <a16:creationId xmlns:a16="http://schemas.microsoft.com/office/drawing/2014/main" id="{C78E9EC8-0C99-43BD-AC2C-9B50AA364F29}"/>
              </a:ext>
            </a:extLst>
          </p:cNvPr>
          <p:cNvSpPr>
            <a:spLocks xmlns:a="http://schemas.openxmlformats.org/drawingml/2006/main" noGrp="1"/>
          </p:cNvSpPr>
          <p:nvPr/>
        </p:nvSpPr>
        <p:spPr>
          <a:xfrm xmlns:a="http://schemas.openxmlformats.org/drawingml/2006/main">
            <a:off x="1234440" y="2249424"/>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150"/>
              <a:buFont typeface="Arial"/>
              <a:buNone/>
            </a:pPr>
            <a:r>
              <a:rPr sz="1150" b="1" i="0" u="none" cap="none">
                <a:solidFill>
                  <a:srgbClr val="7C3AED"/>
                </a:solidFill>
                <a:latin typeface="Arial"/>
                <a:ea typeface="Arial"/>
                <a:cs typeface="Arial"/>
              </a:rPr>
              <a:t>Select Best Solution</a:t>
            </a:r>
            <a:endParaRPr sz="1150" b="0" i="0" u="none" cap="none">
              <a:solidFill>
                <a:schemeClr val="dk1"/>
              </a:solidFill>
              <a:latin typeface="Arial"/>
              <a:ea typeface="Arial"/>
              <a:cs typeface="Arial"/>
            </a:endParaRPr>
          </a:p>
        </p:txBody>
      </p:sp>
      <p:sp>
        <p:nvSpPr>
          <p:cNvPr id="641" name="Google Shape;641;p9">
            <a:extLst xmlns:a="http://schemas.openxmlformats.org/drawingml/2006/main">
              <a:ext uri="{FF2B5EF4-FFF2-40B4-BE49-F238E27FC236}">
                <a16:creationId xmlns:a16="http://schemas.microsoft.com/office/drawing/2014/main" id="{64CC713E-8F6B-487D-A54A-4184C60C5FB4}"/>
              </a:ext>
            </a:extLst>
          </p:cNvPr>
          <p:cNvSpPr>
            <a:spLocks xmlns:a="http://schemas.openxmlformats.org/drawingml/2006/main" noGrp="1"/>
          </p:cNvSpPr>
          <p:nvPr/>
        </p:nvSpPr>
        <p:spPr>
          <a:xfrm xmlns:a="http://schemas.openxmlformats.org/drawingml/2006/main">
            <a:off x="3794760" y="2249424"/>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Decision matrices, data comparison, preliminary design selection</a:t>
            </a:r>
            <a:endParaRPr sz="950" b="0" i="0" u="none" cap="none">
              <a:solidFill>
                <a:schemeClr val="dk1"/>
              </a:solidFill>
              <a:latin typeface="Arial"/>
              <a:ea typeface="Arial"/>
              <a:cs typeface="Arial"/>
            </a:endParaRPr>
          </a:p>
        </p:txBody>
      </p:sp>
      <p:sp>
        <p:nvSpPr>
          <p:cNvPr id="642" name="Google Shape;642;p9">
            <a:extLst xmlns:a="http://schemas.openxmlformats.org/drawingml/2006/main">
              <a:ext uri="{FF2B5EF4-FFF2-40B4-BE49-F238E27FC236}">
                <a16:creationId xmlns:a16="http://schemas.microsoft.com/office/drawing/2014/main" id="{BEE4EC5A-690D-41C9-9B8E-0DD67B6490F1}"/>
              </a:ext>
            </a:extLst>
          </p:cNvPr>
          <p:cNvSpPr>
            <a:spLocks xmlns:a="http://schemas.openxmlformats.org/drawingml/2006/main" noGrp="1"/>
          </p:cNvSpPr>
          <p:nvPr/>
        </p:nvSpPr>
        <p:spPr>
          <a:xfrm xmlns:a="http://schemas.openxmlformats.org/drawingml/2006/main">
            <a:off x="320040" y="2651760"/>
            <a:ext cx="777240" cy="33832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43" name="Google Shape;643;p9">
            <a:extLst xmlns:a="http://schemas.openxmlformats.org/drawingml/2006/main">
              <a:ext uri="{FF2B5EF4-FFF2-40B4-BE49-F238E27FC236}">
                <a16:creationId xmlns:a16="http://schemas.microsoft.com/office/drawing/2014/main" id="{B78957F3-869F-4DAE-B91F-36AF72F1FD83}"/>
              </a:ext>
            </a:extLst>
          </p:cNvPr>
          <p:cNvSpPr>
            <a:spLocks xmlns:a="http://schemas.openxmlformats.org/drawingml/2006/main" noGrp="1"/>
          </p:cNvSpPr>
          <p:nvPr/>
        </p:nvSpPr>
        <p:spPr>
          <a:xfrm xmlns:a="http://schemas.openxmlformats.org/drawingml/2006/main">
            <a:off x="320040" y="2651760"/>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ORANGE</a:t>
            </a:r>
            <a:endParaRPr sz="950" b="0" i="0" u="none" cap="none">
              <a:solidFill>
                <a:schemeClr val="dk1"/>
              </a:solidFill>
              <a:latin typeface="Arial"/>
              <a:ea typeface="Arial"/>
              <a:cs typeface="Arial"/>
            </a:endParaRPr>
          </a:p>
        </p:txBody>
      </p:sp>
      <p:sp>
        <p:nvSpPr>
          <p:cNvPr id="644" name="Google Shape;644;p9">
            <a:extLst xmlns:a="http://schemas.openxmlformats.org/drawingml/2006/main">
              <a:ext uri="{FF2B5EF4-FFF2-40B4-BE49-F238E27FC236}">
                <a16:creationId xmlns:a16="http://schemas.microsoft.com/office/drawing/2014/main" id="{25A5D570-AF4E-4BAE-A664-9456D55F243B}"/>
              </a:ext>
            </a:extLst>
          </p:cNvPr>
          <p:cNvSpPr>
            <a:spLocks xmlns:a="http://schemas.openxmlformats.org/drawingml/2006/main" noGrp="1"/>
          </p:cNvSpPr>
          <p:nvPr/>
        </p:nvSpPr>
        <p:spPr>
          <a:xfrm xmlns:a="http://schemas.openxmlformats.org/drawingml/2006/main">
            <a:off x="320040" y="2834640"/>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#EA580C</a:t>
            </a:r>
            <a:endParaRPr sz="750" b="0" i="0" u="none" cap="none">
              <a:solidFill>
                <a:schemeClr val="dk1"/>
              </a:solidFill>
              <a:latin typeface="Arial"/>
              <a:ea typeface="Arial"/>
              <a:cs typeface="Arial"/>
            </a:endParaRPr>
          </a:p>
        </p:txBody>
      </p:sp>
      <p:sp>
        <p:nvSpPr>
          <p:cNvPr id="645" name="Google Shape;645;p9">
            <a:extLst xmlns:a="http://schemas.openxmlformats.org/drawingml/2006/main">
              <a:ext uri="{FF2B5EF4-FFF2-40B4-BE49-F238E27FC236}">
                <a16:creationId xmlns:a16="http://schemas.microsoft.com/office/drawing/2014/main" id="{3420B40B-9262-41B4-A243-8AE59508CDFA}"/>
              </a:ext>
            </a:extLst>
          </p:cNvPr>
          <p:cNvSpPr>
            <a:spLocks xmlns:a="http://schemas.openxmlformats.org/drawingml/2006/main" noGrp="1"/>
          </p:cNvSpPr>
          <p:nvPr/>
        </p:nvSpPr>
        <p:spPr>
          <a:xfrm xmlns:a="http://schemas.openxmlformats.org/drawingml/2006/main">
            <a:off x="1234440" y="2651760"/>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1150"/>
              <a:buFont typeface="Arial"/>
              <a:buNone/>
            </a:pPr>
            <a:r>
              <a:rPr sz="1150" b="1" i="0" u="none" cap="none">
                <a:solidFill>
                  <a:srgbClr val="EA580C"/>
                </a:solidFill>
                <a:latin typeface="Arial"/>
                <a:ea typeface="Arial"/>
                <a:cs typeface="Arial"/>
              </a:rPr>
              <a:t>Build &amp; Program</a:t>
            </a:r>
            <a:endParaRPr sz="1150" b="0" i="0" u="none" cap="none">
              <a:solidFill>
                <a:schemeClr val="dk1"/>
              </a:solidFill>
              <a:latin typeface="Arial"/>
              <a:ea typeface="Arial"/>
              <a:cs typeface="Arial"/>
            </a:endParaRPr>
          </a:p>
        </p:txBody>
      </p:sp>
      <p:sp>
        <p:nvSpPr>
          <p:cNvPr id="646" name="Google Shape;646;p9">
            <a:extLst xmlns:a="http://schemas.openxmlformats.org/drawingml/2006/main">
              <a:ext uri="{FF2B5EF4-FFF2-40B4-BE49-F238E27FC236}">
                <a16:creationId xmlns:a16="http://schemas.microsoft.com/office/drawing/2014/main" id="{B965FB1B-AD82-4406-A65E-A2CEBE37D042}"/>
              </a:ext>
            </a:extLst>
          </p:cNvPr>
          <p:cNvSpPr>
            <a:spLocks xmlns:a="http://schemas.openxmlformats.org/drawingml/2006/main" noGrp="1"/>
          </p:cNvSpPr>
          <p:nvPr/>
        </p:nvSpPr>
        <p:spPr>
          <a:xfrm xmlns:a="http://schemas.openxmlformats.org/drawingml/2006/main">
            <a:off x="3794760" y="2651760"/>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Build log entries, CAD drawings, programming log, device ports, architecture</a:t>
            </a:r>
            <a:endParaRPr sz="950" b="0" i="0" u="none" cap="none">
              <a:solidFill>
                <a:schemeClr val="dk1"/>
              </a:solidFill>
              <a:latin typeface="Arial"/>
              <a:ea typeface="Arial"/>
              <a:cs typeface="Arial"/>
            </a:endParaRPr>
          </a:p>
        </p:txBody>
      </p:sp>
      <p:sp>
        <p:nvSpPr>
          <p:cNvPr id="647" name="Google Shape;647;p9">
            <a:extLst xmlns:a="http://schemas.openxmlformats.org/drawingml/2006/main">
              <a:ext uri="{FF2B5EF4-FFF2-40B4-BE49-F238E27FC236}">
                <a16:creationId xmlns:a16="http://schemas.microsoft.com/office/drawing/2014/main" id="{742E5C82-CED2-43E7-A3EB-B0EC34951829}"/>
              </a:ext>
            </a:extLst>
          </p:cNvPr>
          <p:cNvSpPr>
            <a:spLocks xmlns:a="http://schemas.openxmlformats.org/drawingml/2006/main" noGrp="1"/>
          </p:cNvSpPr>
          <p:nvPr/>
        </p:nvSpPr>
        <p:spPr>
          <a:xfrm xmlns:a="http://schemas.openxmlformats.org/drawingml/2006/main">
            <a:off x="320040" y="3054096"/>
            <a:ext cx="777240" cy="33832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48" name="Google Shape;648;p9">
            <a:extLst xmlns:a="http://schemas.openxmlformats.org/drawingml/2006/main">
              <a:ext uri="{FF2B5EF4-FFF2-40B4-BE49-F238E27FC236}">
                <a16:creationId xmlns:a16="http://schemas.microsoft.com/office/drawing/2014/main" id="{F7BBB3E9-5E9A-4E0F-8CDE-EB0337ED11E4}"/>
              </a:ext>
            </a:extLst>
          </p:cNvPr>
          <p:cNvSpPr>
            <a:spLocks xmlns:a="http://schemas.openxmlformats.org/drawingml/2006/main" noGrp="1"/>
          </p:cNvSpPr>
          <p:nvPr/>
        </p:nvSpPr>
        <p:spPr>
          <a:xfrm xmlns:a="http://schemas.openxmlformats.org/drawingml/2006/main">
            <a:off x="320040" y="3054096"/>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CYAN</a:t>
            </a:r>
            <a:endParaRPr sz="950" b="0" i="0" u="none" cap="none">
              <a:solidFill>
                <a:schemeClr val="dk1"/>
              </a:solidFill>
              <a:latin typeface="Arial"/>
              <a:ea typeface="Arial"/>
              <a:cs typeface="Arial"/>
            </a:endParaRPr>
          </a:p>
        </p:txBody>
      </p:sp>
      <p:sp>
        <p:nvSpPr>
          <p:cNvPr id="649" name="Google Shape;649;p9">
            <a:extLst xmlns:a="http://schemas.openxmlformats.org/drawingml/2006/main">
              <a:ext uri="{FF2B5EF4-FFF2-40B4-BE49-F238E27FC236}">
                <a16:creationId xmlns:a16="http://schemas.microsoft.com/office/drawing/2014/main" id="{D1FE0ECE-381E-41BE-9BCD-4F4F54E41CE9}"/>
              </a:ext>
            </a:extLst>
          </p:cNvPr>
          <p:cNvSpPr>
            <a:spLocks xmlns:a="http://schemas.openxmlformats.org/drawingml/2006/main" noGrp="1"/>
          </p:cNvSpPr>
          <p:nvPr/>
        </p:nvSpPr>
        <p:spPr>
          <a:xfrm xmlns:a="http://schemas.openxmlformats.org/drawingml/2006/main">
            <a:off x="320040" y="3236976"/>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#0891B2</a:t>
            </a:r>
            <a:endParaRPr sz="750" b="0" i="0" u="none" cap="none">
              <a:solidFill>
                <a:schemeClr val="dk1"/>
              </a:solidFill>
              <a:latin typeface="Arial"/>
              <a:ea typeface="Arial"/>
              <a:cs typeface="Arial"/>
            </a:endParaRPr>
          </a:p>
        </p:txBody>
      </p:sp>
      <p:sp>
        <p:nvSpPr>
          <p:cNvPr id="650" name="Google Shape;650;p9">
            <a:extLst xmlns:a="http://schemas.openxmlformats.org/drawingml/2006/main">
              <a:ext uri="{FF2B5EF4-FFF2-40B4-BE49-F238E27FC236}">
                <a16:creationId xmlns:a16="http://schemas.microsoft.com/office/drawing/2014/main" id="{95569BC5-7DE9-4EA3-944B-3C6A3AF49BF6}"/>
              </a:ext>
            </a:extLst>
          </p:cNvPr>
          <p:cNvSpPr>
            <a:spLocks xmlns:a="http://schemas.openxmlformats.org/drawingml/2006/main" noGrp="1"/>
          </p:cNvSpPr>
          <p:nvPr/>
        </p:nvSpPr>
        <p:spPr>
          <a:xfrm xmlns:a="http://schemas.openxmlformats.org/drawingml/2006/main">
            <a:off x="1234440" y="3054096"/>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1150"/>
              <a:buFont typeface="Arial"/>
              <a:buNone/>
            </a:pPr>
            <a:r>
              <a:rPr sz="1150" b="1" i="0" u="none" cap="none">
                <a:solidFill>
                  <a:srgbClr val="0891B2"/>
                </a:solidFill>
                <a:latin typeface="Arial"/>
                <a:ea typeface="Arial"/>
                <a:cs typeface="Arial"/>
              </a:rPr>
              <a:t>Test &amp; Evaluate</a:t>
            </a:r>
            <a:endParaRPr sz="1150" b="0" i="0" u="none" cap="none">
              <a:solidFill>
                <a:schemeClr val="dk1"/>
              </a:solidFill>
              <a:latin typeface="Arial"/>
              <a:ea typeface="Arial"/>
              <a:cs typeface="Arial"/>
            </a:endParaRPr>
          </a:p>
        </p:txBody>
      </p:sp>
      <p:sp>
        <p:nvSpPr>
          <p:cNvPr id="651" name="Google Shape;651;p9">
            <a:extLst xmlns:a="http://schemas.openxmlformats.org/drawingml/2006/main">
              <a:ext uri="{FF2B5EF4-FFF2-40B4-BE49-F238E27FC236}">
                <a16:creationId xmlns:a16="http://schemas.microsoft.com/office/drawing/2014/main" id="{A19354E9-662C-43DF-B72A-1D29F7D656AC}"/>
              </a:ext>
            </a:extLst>
          </p:cNvPr>
          <p:cNvSpPr>
            <a:spLocks xmlns:a="http://schemas.openxmlformats.org/drawingml/2006/main" noGrp="1"/>
          </p:cNvSpPr>
          <p:nvPr/>
        </p:nvSpPr>
        <p:spPr>
          <a:xfrm xmlns:a="http://schemas.openxmlformats.org/drawingml/2006/main">
            <a:off x="3794760" y="3054096"/>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Test protocols, raw data (five repeatable trials when practical), consistency logs</a:t>
            </a:r>
            <a:endParaRPr sz="950" b="0" i="0" u="none" cap="none">
              <a:solidFill>
                <a:schemeClr val="dk1"/>
              </a:solidFill>
              <a:latin typeface="Arial"/>
              <a:ea typeface="Arial"/>
              <a:cs typeface="Arial"/>
            </a:endParaRPr>
          </a:p>
        </p:txBody>
      </p:sp>
      <p:sp>
        <p:nvSpPr>
          <p:cNvPr id="652" name="Google Shape;652;p9">
            <a:extLst xmlns:a="http://schemas.openxmlformats.org/drawingml/2006/main">
              <a:ext uri="{FF2B5EF4-FFF2-40B4-BE49-F238E27FC236}">
                <a16:creationId xmlns:a16="http://schemas.microsoft.com/office/drawing/2014/main" id="{DCD025F5-4259-46A6-9372-9F2CF61CB926}"/>
              </a:ext>
            </a:extLst>
          </p:cNvPr>
          <p:cNvSpPr>
            <a:spLocks xmlns:a="http://schemas.openxmlformats.org/drawingml/2006/main" noGrp="1"/>
          </p:cNvSpPr>
          <p:nvPr/>
        </p:nvSpPr>
        <p:spPr>
          <a:xfrm xmlns:a="http://schemas.openxmlformats.org/drawingml/2006/main">
            <a:off x="320040" y="3456432"/>
            <a:ext cx="777240" cy="33832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53" name="Google Shape;653;p9">
            <a:extLst xmlns:a="http://schemas.openxmlformats.org/drawingml/2006/main">
              <a:ext uri="{FF2B5EF4-FFF2-40B4-BE49-F238E27FC236}">
                <a16:creationId xmlns:a16="http://schemas.microsoft.com/office/drawing/2014/main" id="{21446F4D-7FAE-4A65-94EB-77DE26E08EC8}"/>
              </a:ext>
            </a:extLst>
          </p:cNvPr>
          <p:cNvSpPr>
            <a:spLocks xmlns:a="http://schemas.openxmlformats.org/drawingml/2006/main" noGrp="1"/>
          </p:cNvSpPr>
          <p:nvPr/>
        </p:nvSpPr>
        <p:spPr>
          <a:xfrm xmlns:a="http://schemas.openxmlformats.org/drawingml/2006/main">
            <a:off x="320040" y="3456432"/>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RED</a:t>
            </a:r>
            <a:endParaRPr sz="950" b="0" i="0" u="none" cap="none">
              <a:solidFill>
                <a:schemeClr val="dk1"/>
              </a:solidFill>
              <a:latin typeface="Arial"/>
              <a:ea typeface="Arial"/>
              <a:cs typeface="Arial"/>
            </a:endParaRPr>
          </a:p>
        </p:txBody>
      </p:sp>
      <p:sp>
        <p:nvSpPr>
          <p:cNvPr id="654" name="Google Shape;654;p9">
            <a:extLst xmlns:a="http://schemas.openxmlformats.org/drawingml/2006/main">
              <a:ext uri="{FF2B5EF4-FFF2-40B4-BE49-F238E27FC236}">
                <a16:creationId xmlns:a16="http://schemas.microsoft.com/office/drawing/2014/main" id="{76DB7416-BF91-48BF-878B-CADCB8360A41}"/>
              </a:ext>
            </a:extLst>
          </p:cNvPr>
          <p:cNvSpPr>
            <a:spLocks xmlns:a="http://schemas.openxmlformats.org/drawingml/2006/main" noGrp="1"/>
          </p:cNvSpPr>
          <p:nvPr/>
        </p:nvSpPr>
        <p:spPr>
          <a:xfrm xmlns:a="http://schemas.openxmlformats.org/drawingml/2006/main">
            <a:off x="320040" y="3639312"/>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#DC2626</a:t>
            </a:r>
            <a:endParaRPr sz="750" b="0" i="0" u="none" cap="none">
              <a:solidFill>
                <a:schemeClr val="dk1"/>
              </a:solidFill>
              <a:latin typeface="Arial"/>
              <a:ea typeface="Arial"/>
              <a:cs typeface="Arial"/>
            </a:endParaRPr>
          </a:p>
        </p:txBody>
      </p:sp>
      <p:sp>
        <p:nvSpPr>
          <p:cNvPr id="655" name="Google Shape;655;p9">
            <a:extLst xmlns:a="http://schemas.openxmlformats.org/drawingml/2006/main">
              <a:ext uri="{FF2B5EF4-FFF2-40B4-BE49-F238E27FC236}">
                <a16:creationId xmlns:a16="http://schemas.microsoft.com/office/drawing/2014/main" id="{9287CAAA-ABE1-4071-A20D-5ED6B1DD3DBD}"/>
              </a:ext>
            </a:extLst>
          </p:cNvPr>
          <p:cNvSpPr>
            <a:spLocks xmlns:a="http://schemas.openxmlformats.org/drawingml/2006/main" noGrp="1"/>
          </p:cNvSpPr>
          <p:nvPr/>
        </p:nvSpPr>
        <p:spPr>
          <a:xfrm xmlns:a="http://schemas.openxmlformats.org/drawingml/2006/main">
            <a:off x="1234440" y="3456432"/>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1150"/>
              <a:buFont typeface="Arial"/>
              <a:buNone/>
            </a:pPr>
            <a:r>
              <a:rPr sz="1150" b="1" i="0" u="none" cap="none">
                <a:solidFill>
                  <a:srgbClr val="DC2626"/>
                </a:solidFill>
                <a:latin typeface="Arial"/>
                <a:ea typeface="Arial"/>
                <a:cs typeface="Arial"/>
              </a:rPr>
              <a:t>Tournament Prep &amp; Reflect</a:t>
            </a:r>
            <a:endParaRPr sz="1150" b="0" i="0" u="none" cap="none">
              <a:solidFill>
                <a:schemeClr val="dk1"/>
              </a:solidFill>
              <a:latin typeface="Arial"/>
              <a:ea typeface="Arial"/>
              <a:cs typeface="Arial"/>
            </a:endParaRPr>
          </a:p>
        </p:txBody>
      </p:sp>
      <p:sp>
        <p:nvSpPr>
          <p:cNvPr id="656" name="Google Shape;656;p9">
            <a:extLst xmlns:a="http://schemas.openxmlformats.org/drawingml/2006/main">
              <a:ext uri="{FF2B5EF4-FFF2-40B4-BE49-F238E27FC236}">
                <a16:creationId xmlns:a16="http://schemas.microsoft.com/office/drawing/2014/main" id="{C2D07C49-C29B-4038-95A6-0D7A94A0707F}"/>
              </a:ext>
            </a:extLst>
          </p:cNvPr>
          <p:cNvSpPr>
            <a:spLocks xmlns:a="http://schemas.openxmlformats.org/drawingml/2006/main" noGrp="1"/>
          </p:cNvSpPr>
          <p:nvPr/>
        </p:nvSpPr>
        <p:spPr>
          <a:xfrm xmlns:a="http://schemas.openxmlformats.org/drawingml/2006/main">
            <a:off x="3794760" y="3456432"/>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Pre-competition prep, tournament reflections, design flaw identification</a:t>
            </a:r>
            <a:endParaRPr sz="950" b="0" i="0" u="none" cap="none">
              <a:solidFill>
                <a:schemeClr val="dk1"/>
              </a:solidFill>
              <a:latin typeface="Arial"/>
              <a:ea typeface="Arial"/>
              <a:cs typeface="Arial"/>
            </a:endParaRPr>
          </a:p>
        </p:txBody>
      </p:sp>
      <p:sp>
        <p:nvSpPr>
          <p:cNvPr id="657" name="Google Shape;657;p9">
            <a:extLst xmlns:a="http://schemas.openxmlformats.org/drawingml/2006/main">
              <a:ext uri="{FF2B5EF4-FFF2-40B4-BE49-F238E27FC236}">
                <a16:creationId xmlns:a16="http://schemas.microsoft.com/office/drawing/2014/main" id="{31F8FF29-7222-4606-8821-3C797697704D}"/>
              </a:ext>
            </a:extLst>
          </p:cNvPr>
          <p:cNvSpPr>
            <a:spLocks xmlns:a="http://schemas.openxmlformats.org/drawingml/2006/main" noGrp="1"/>
          </p:cNvSpPr>
          <p:nvPr/>
        </p:nvSpPr>
        <p:spPr>
          <a:xfrm xmlns:a="http://schemas.openxmlformats.org/drawingml/2006/main">
            <a:off x="320040" y="3858768"/>
            <a:ext cx="777240" cy="33832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58" name="Google Shape;658;p9">
            <a:extLst xmlns:a="http://schemas.openxmlformats.org/drawingml/2006/main">
              <a:ext uri="{FF2B5EF4-FFF2-40B4-BE49-F238E27FC236}">
                <a16:creationId xmlns:a16="http://schemas.microsoft.com/office/drawing/2014/main" id="{A0DF89E5-BC61-415F-A6EC-21FF5BC1FF77}"/>
              </a:ext>
            </a:extLst>
          </p:cNvPr>
          <p:cNvSpPr>
            <a:spLocks xmlns:a="http://schemas.openxmlformats.org/drawingml/2006/main" noGrp="1"/>
          </p:cNvSpPr>
          <p:nvPr/>
        </p:nvSpPr>
        <p:spPr>
          <a:xfrm xmlns:a="http://schemas.openxmlformats.org/drawingml/2006/main">
            <a:off x="320040" y="3858768"/>
            <a:ext cx="7772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50"/>
              <a:buFont typeface="Arial"/>
              <a:buNone/>
            </a:pPr>
            <a:r>
              <a:rPr sz="950" b="1" i="0" u="none" cap="none">
                <a:solidFill>
                  <a:srgbClr val="FFFFFF"/>
                </a:solidFill>
                <a:latin typeface="Arial"/>
                <a:ea typeface="Arial"/>
                <a:cs typeface="Arial"/>
              </a:rPr>
              <a:t>GREY</a:t>
            </a:r>
            <a:endParaRPr sz="950" b="0" i="0" u="none" cap="none">
              <a:solidFill>
                <a:schemeClr val="dk1"/>
              </a:solidFill>
              <a:latin typeface="Arial"/>
              <a:ea typeface="Arial"/>
              <a:cs typeface="Arial"/>
            </a:endParaRPr>
          </a:p>
        </p:txBody>
      </p:sp>
      <p:sp>
        <p:nvSpPr>
          <p:cNvPr id="659" name="Google Shape;659;p9">
            <a:extLst xmlns:a="http://schemas.openxmlformats.org/drawingml/2006/main">
              <a:ext uri="{FF2B5EF4-FFF2-40B4-BE49-F238E27FC236}">
                <a16:creationId xmlns:a16="http://schemas.microsoft.com/office/drawing/2014/main" id="{2150E858-9C4A-40AD-943F-3DE3B377621A}"/>
              </a:ext>
            </a:extLst>
          </p:cNvPr>
          <p:cNvSpPr>
            <a:spLocks xmlns:a="http://schemas.openxmlformats.org/drawingml/2006/main" noGrp="1"/>
          </p:cNvSpPr>
          <p:nvPr/>
        </p:nvSpPr>
        <p:spPr>
          <a:xfrm xmlns:a="http://schemas.openxmlformats.org/drawingml/2006/main">
            <a:off x="320040" y="4041648"/>
            <a:ext cx="777240" cy="155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750"/>
              <a:buFont typeface="Courier New"/>
              <a:buNone/>
            </a:pPr>
            <a:r>
              <a:rPr sz="750" b="0" i="0" u="none" cap="none">
                <a:solidFill>
                  <a:srgbClr val="FFFFFF"/>
                </a:solidFill>
                <a:latin typeface="Courier New"/>
                <a:ea typeface="Courier New"/>
                <a:cs typeface="Courier New"/>
              </a:rPr>
              <a:t>#64748B</a:t>
            </a:r>
            <a:endParaRPr sz="750" b="0" i="0" u="none" cap="none">
              <a:solidFill>
                <a:schemeClr val="dk1"/>
              </a:solidFill>
              <a:latin typeface="Arial"/>
              <a:ea typeface="Arial"/>
              <a:cs typeface="Arial"/>
            </a:endParaRPr>
          </a:p>
        </p:txBody>
      </p:sp>
      <p:sp>
        <p:nvSpPr>
          <p:cNvPr id="660" name="Google Shape;660;p9">
            <a:extLst xmlns:a="http://schemas.openxmlformats.org/drawingml/2006/main">
              <a:ext uri="{FF2B5EF4-FFF2-40B4-BE49-F238E27FC236}">
                <a16:creationId xmlns:a16="http://schemas.microsoft.com/office/drawing/2014/main" id="{05EA3114-85CD-475C-AB4C-420220D7248E}"/>
              </a:ext>
            </a:extLst>
          </p:cNvPr>
          <p:cNvSpPr>
            <a:spLocks xmlns:a="http://schemas.openxmlformats.org/drawingml/2006/main" noGrp="1"/>
          </p:cNvSpPr>
          <p:nvPr/>
        </p:nvSpPr>
        <p:spPr>
          <a:xfrm xmlns:a="http://schemas.openxmlformats.org/drawingml/2006/main">
            <a:off x="1234440" y="3858768"/>
            <a:ext cx="246888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1150"/>
              <a:buFont typeface="Arial"/>
              <a:buNone/>
            </a:pPr>
            <a:r>
              <a:rPr sz="1150" b="1" i="0" u="none" cap="none">
                <a:solidFill>
                  <a:srgbClr val="64748B"/>
                </a:solidFill>
                <a:latin typeface="Arial"/>
                <a:ea typeface="Arial"/>
                <a:cs typeface="Arial"/>
              </a:rPr>
              <a:t>Appendix</a:t>
            </a:r>
            <a:endParaRPr sz="1150" b="0" i="0" u="none" cap="none">
              <a:solidFill>
                <a:schemeClr val="dk1"/>
              </a:solidFill>
              <a:latin typeface="Arial"/>
              <a:ea typeface="Arial"/>
              <a:cs typeface="Arial"/>
            </a:endParaRPr>
          </a:p>
        </p:txBody>
      </p:sp>
      <p:sp>
        <p:nvSpPr>
          <p:cNvPr id="661" name="Google Shape;661;p9">
            <a:extLst xmlns:a="http://schemas.openxmlformats.org/drawingml/2006/main">
              <a:ext uri="{FF2B5EF4-FFF2-40B4-BE49-F238E27FC236}">
                <a16:creationId xmlns:a16="http://schemas.microsoft.com/office/drawing/2014/main" id="{9D09181E-A678-4320-83DF-A18276E3D54C}"/>
              </a:ext>
            </a:extLst>
          </p:cNvPr>
          <p:cNvSpPr>
            <a:spLocks xmlns:a="http://schemas.openxmlformats.org/drawingml/2006/main" noGrp="1"/>
          </p:cNvSpPr>
          <p:nvPr/>
        </p:nvSpPr>
        <p:spPr>
          <a:xfrm xmlns:a="http://schemas.openxmlformats.org/drawingml/2006/main">
            <a:off x="3794760" y="3858768"/>
            <a:ext cx="5029200" cy="3383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0" i="0" u="none" cap="none">
                <a:solidFill>
                  <a:srgbClr val="334155"/>
                </a:solidFill>
                <a:latin typeface="Arial"/>
                <a:ea typeface="Arial"/>
                <a:cs typeface="Arial"/>
              </a:rPr>
              <a:t>Sources, budget log, outreach record, skills runs</a:t>
            </a:r>
            <a:endParaRPr sz="950" b="0" i="0" u="none" cap="none">
              <a:solidFill>
                <a:schemeClr val="dk1"/>
              </a:solidFill>
              <a:latin typeface="Arial"/>
              <a:ea typeface="Arial"/>
              <a:cs typeface="Arial"/>
            </a:endParaRPr>
          </a:p>
        </p:txBody>
      </p:sp>
      <p:sp>
        <p:nvSpPr>
          <p:cNvPr id="662" name="Google Shape;662;p9">
            <a:extLst xmlns:a="http://schemas.openxmlformats.org/drawingml/2006/main">
              <a:ext uri="{FF2B5EF4-FFF2-40B4-BE49-F238E27FC236}">
                <a16:creationId xmlns:a16="http://schemas.microsoft.com/office/drawing/2014/main" id="{62A908C6-A5E4-433E-B437-C5136ED7B067}"/>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E293B"/>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8157ee2c63644c15"/>
              </a:rPr>
              <a:t>SET UP ONCE  ·  DUPLICATE ENTRY SLIDES  ·  CITE RULES + EVIDENCE</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8318594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68" name="Google Shape;668;p10">
            <a:extLst xmlns:a="http://schemas.openxmlformats.org/drawingml/2006/main">
              <a:ext uri="{FF2B5EF4-FFF2-40B4-BE49-F238E27FC236}">
                <a16:creationId xmlns:a16="http://schemas.microsoft.com/office/drawing/2014/main" id="{FFF351AB-35ED-4AE0-81C0-0AFE6F40F86E}"/>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69" name="Google Shape;669;p10">
            <a:extLst xmlns:a="http://schemas.openxmlformats.org/drawingml/2006/main">
              <a:ext uri="{FF2B5EF4-FFF2-40B4-BE49-F238E27FC236}">
                <a16:creationId xmlns:a16="http://schemas.microsoft.com/office/drawing/2014/main" id="{7CE9391A-A1A8-4A6E-8350-0893695C4B31}"/>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670" name="Google Shape;670;p10">
            <a:extLst xmlns:a="http://schemas.openxmlformats.org/drawingml/2006/main">
              <a:ext uri="{FF2B5EF4-FFF2-40B4-BE49-F238E27FC236}">
                <a16:creationId xmlns:a16="http://schemas.microsoft.com/office/drawing/2014/main" id="{50677153-50AD-4209-84BB-C1693C9A60C5}"/>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671" name="Google Shape;671;p10">
            <a:extLst xmlns:a="http://schemas.openxmlformats.org/drawingml/2006/main">
              <a:ext uri="{FF2B5EF4-FFF2-40B4-BE49-F238E27FC236}">
                <a16:creationId xmlns:a16="http://schemas.microsoft.com/office/drawing/2014/main" id="{8ED0FB1A-8A5F-4E67-B25D-AF68123DD9C9}"/>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Season Goals &amp; Problem Statement</a:t>
            </a:r>
            <a:endParaRPr sz="2200" b="0" i="0" u="none" cap="none">
              <a:solidFill>
                <a:schemeClr val="dk1"/>
              </a:solidFill>
              <a:latin typeface="Arial"/>
              <a:ea typeface="Arial"/>
              <a:cs typeface="Arial"/>
            </a:endParaRPr>
          </a:p>
        </p:txBody>
      </p:sp>
      <p:sp>
        <p:nvSpPr>
          <p:cNvPr id="672" name="Google Shape;672;p10">
            <a:extLst xmlns:a="http://schemas.openxmlformats.org/drawingml/2006/main">
              <a:ext uri="{FF2B5EF4-FFF2-40B4-BE49-F238E27FC236}">
                <a16:creationId xmlns:a16="http://schemas.microsoft.com/office/drawing/2014/main" id="{5F3E57E3-698B-4136-9EDE-9E50FE6A5764}"/>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673" name="Google Shape;673;p10">
            <a:extLst xmlns:a="http://schemas.openxmlformats.org/drawingml/2006/main">
              <a:ext uri="{FF2B5EF4-FFF2-40B4-BE49-F238E27FC236}">
                <a16:creationId xmlns:a16="http://schemas.microsoft.com/office/drawing/2014/main" id="{9561C814-13E6-4D05-A516-9078B6963E38}"/>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74" name="Google Shape;674;p10">
            <a:extLst xmlns:a="http://schemas.openxmlformats.org/drawingml/2006/main">
              <a:ext uri="{FF2B5EF4-FFF2-40B4-BE49-F238E27FC236}">
                <a16:creationId xmlns:a16="http://schemas.microsoft.com/office/drawing/2014/main" id="{792E704C-BE68-466A-9936-00AB35EE5836}"/>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8 / 61</a:t>
            </a:r>
            <a:endParaRPr sz="900" b="0" i="0" u="none" cap="none">
              <a:solidFill>
                <a:schemeClr val="dk1"/>
              </a:solidFill>
              <a:latin typeface="Arial"/>
              <a:ea typeface="Arial"/>
              <a:cs typeface="Arial"/>
            </a:endParaRPr>
          </a:p>
        </p:txBody>
      </p:sp>
      <p:sp>
        <p:nvSpPr>
          <p:cNvPr id="675" name="Google Shape;675;p10">
            <a:extLst xmlns:a="http://schemas.openxmlformats.org/drawingml/2006/main">
              <a:ext uri="{FF2B5EF4-FFF2-40B4-BE49-F238E27FC236}">
                <a16:creationId xmlns:a16="http://schemas.microsoft.com/office/drawing/2014/main" id="{E1390893-2240-4A99-B4BC-702950E208A1}"/>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676" name="Google Shape;676;p10">
            <a:extLst xmlns:a="http://schemas.openxmlformats.org/drawingml/2006/main">
              <a:ext uri="{FF2B5EF4-FFF2-40B4-BE49-F238E27FC236}">
                <a16:creationId xmlns:a16="http://schemas.microsoft.com/office/drawing/2014/main" id="{D8DFC086-5291-4171-99D1-727ADC8F59A3}"/>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Define the problem before selecting a solution. Write this at the start of each design cycle.</a:t>
            </a:r>
            <a:endParaRPr sz="1000" b="0" i="0" u="none" cap="none">
              <a:solidFill>
                <a:schemeClr val="dk1"/>
              </a:solidFill>
              <a:latin typeface="Arial"/>
              <a:ea typeface="Arial"/>
              <a:cs typeface="Arial"/>
            </a:endParaRPr>
          </a:p>
        </p:txBody>
      </p:sp>
      <p:sp>
        <p:nvSpPr>
          <p:cNvPr id="677" name="Google Shape;677;p10">
            <a:extLst xmlns:a="http://schemas.openxmlformats.org/drawingml/2006/main">
              <a:ext uri="{FF2B5EF4-FFF2-40B4-BE49-F238E27FC236}">
                <a16:creationId xmlns:a16="http://schemas.microsoft.com/office/drawing/2014/main" id="{B9BD3313-47AA-4A98-A717-BDB97E590B0B}"/>
              </a:ext>
            </a:extLst>
          </p:cNvPr>
          <p:cNvSpPr>
            <a:spLocks xmlns:a="http://schemas.openxmlformats.org/drawingml/2006/main" noGrp="1"/>
          </p:cNvSpPr>
          <p:nvPr/>
        </p:nvSpPr>
        <p:spPr>
          <a:xfrm xmlns:a="http://schemas.openxmlformats.org/drawingml/2006/main">
            <a:off x="320040" y="1399032"/>
            <a:ext cx="8503920" cy="685800"/>
          </a:xfrm>
          <a:prstGeom xmlns:a="http://schemas.openxmlformats.org/drawingml/2006/main" prst="rect">
            <a:avLst/>
          </a:prstGeom>
          <a:solidFill xmlns:a="http://schemas.openxmlformats.org/drawingml/2006/main">
            <a:srgbClr val="F0FDF4"/>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78" name="Google Shape;678;p10">
            <a:extLst xmlns:a="http://schemas.openxmlformats.org/drawingml/2006/main">
              <a:ext uri="{FF2B5EF4-FFF2-40B4-BE49-F238E27FC236}">
                <a16:creationId xmlns:a16="http://schemas.microsoft.com/office/drawing/2014/main" id="{499D67BF-08C8-40A6-B267-296ED7D4DFE0}"/>
              </a:ext>
            </a:extLst>
          </p:cNvPr>
          <p:cNvSpPr>
            <a:spLocks xmlns:a="http://schemas.openxmlformats.org/drawingml/2006/main" noGrp="1"/>
          </p:cNvSpPr>
          <p:nvPr/>
        </p:nvSpPr>
        <p:spPr>
          <a:xfrm xmlns:a="http://schemas.openxmlformats.org/drawingml/2006/main">
            <a:off x="429768" y="1399032"/>
            <a:ext cx="2286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900"/>
              <a:buFont typeface="Arial"/>
              <a:buNone/>
            </a:pPr>
            <a:r>
              <a:rPr sz="900" b="1" i="0" u="none" cap="none">
                <a:solidFill>
                  <a:srgbClr val="16A34A"/>
                </a:solidFill>
                <a:latin typeface="Arial"/>
                <a:ea typeface="Arial"/>
                <a:cs typeface="Arial"/>
              </a:rPr>
              <a:t>PROBLEM STATEMENT</a:t>
            </a:r>
            <a:endParaRPr sz="900" b="0" i="0" u="none" cap="none">
              <a:solidFill>
                <a:schemeClr val="dk1"/>
              </a:solidFill>
              <a:latin typeface="Arial"/>
              <a:ea typeface="Arial"/>
              <a:cs typeface="Arial"/>
            </a:endParaRPr>
          </a:p>
        </p:txBody>
      </p:sp>
      <p:sp>
        <p:nvSpPr>
          <p:cNvPr id="679" name="Google Shape;679;p10">
            <a:extLst xmlns:a="http://schemas.openxmlformats.org/drawingml/2006/main">
              <a:ext uri="{FF2B5EF4-FFF2-40B4-BE49-F238E27FC236}">
                <a16:creationId xmlns:a16="http://schemas.microsoft.com/office/drawing/2014/main" id="{5A68730C-1BFB-40B3-95EE-4AEF27C51816}"/>
              </a:ext>
            </a:extLst>
          </p:cNvPr>
          <p:cNvSpPr>
            <a:spLocks xmlns:a="http://schemas.openxmlformats.org/drawingml/2006/main" noGrp="1"/>
          </p:cNvSpPr>
          <p:nvPr/>
        </p:nvSpPr>
        <p:spPr>
          <a:xfrm xmlns:a="http://schemas.openxmlformats.org/drawingml/2006/main">
            <a:off x="429768" y="1609344"/>
            <a:ext cx="83210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[Our robot must ___ in order to ___.  Write in your own words, one or two clear sentences.]</a:t>
            </a:r>
            <a:endParaRPr sz="1100" b="0" i="0" u="none" cap="none">
              <a:solidFill>
                <a:schemeClr val="dk1"/>
              </a:solidFill>
              <a:latin typeface="Arial"/>
              <a:ea typeface="Arial"/>
              <a:cs typeface="Arial"/>
            </a:endParaRPr>
          </a:p>
        </p:txBody>
      </p:sp>
      <p:sp>
        <p:nvSpPr>
          <p:cNvPr id="680" name="Google Shape;680;p10">
            <a:extLst xmlns:a="http://schemas.openxmlformats.org/drawingml/2006/main">
              <a:ext uri="{FF2B5EF4-FFF2-40B4-BE49-F238E27FC236}">
                <a16:creationId xmlns:a16="http://schemas.microsoft.com/office/drawing/2014/main" id="{9A7C1385-1EAF-448F-A501-6593F3B9C279}"/>
              </a:ext>
            </a:extLst>
          </p:cNvPr>
          <p:cNvSpPr>
            <a:spLocks xmlns:a="http://schemas.openxmlformats.org/drawingml/2006/main" noGrp="1"/>
          </p:cNvSpPr>
          <p:nvPr/>
        </p:nvSpPr>
        <p:spPr>
          <a:xfrm xmlns:a="http://schemas.openxmlformats.org/drawingml/2006/main">
            <a:off x="320040" y="2176272"/>
            <a:ext cx="8503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SEASON GOALS — SPECIFIC AND MEASURABLE</a:t>
            </a:r>
            <a:endParaRPr sz="950" b="0" i="0" u="none" cap="none">
              <a:solidFill>
                <a:schemeClr val="dk1"/>
              </a:solidFill>
              <a:latin typeface="Arial"/>
              <a:ea typeface="Arial"/>
              <a:cs typeface="Arial"/>
            </a:endParaRPr>
          </a:p>
        </p:txBody>
      </p:sp>
      <p:sp>
        <p:nvSpPr>
          <p:cNvPr id="681" name="Google Shape;681;p10">
            <a:extLst xmlns:a="http://schemas.openxmlformats.org/drawingml/2006/main">
              <a:ext uri="{FF2B5EF4-FFF2-40B4-BE49-F238E27FC236}">
                <a16:creationId xmlns:a16="http://schemas.microsoft.com/office/drawing/2014/main" id="{DB015343-A18F-4DF6-ACDE-03AB347E2A6C}"/>
              </a:ext>
            </a:extLst>
          </p:cNvPr>
          <p:cNvSpPr>
            <a:spLocks xmlns:a="http://schemas.openxmlformats.org/drawingml/2006/main" noGrp="1"/>
          </p:cNvSpPr>
          <p:nvPr/>
        </p:nvSpPr>
        <p:spPr>
          <a:xfrm xmlns:a="http://schemas.openxmlformats.org/drawingml/2006/main">
            <a:off x="320040" y="2404872"/>
            <a:ext cx="7772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1" i="0" u="none" cap="none">
                <a:solidFill>
                  <a:srgbClr val="334155"/>
                </a:solidFill>
                <a:latin typeface="Arial"/>
                <a:ea typeface="Arial"/>
                <a:cs typeface="Arial"/>
              </a:rPr>
              <a:t>Goal 1:</a:t>
            </a:r>
            <a:endParaRPr sz="1000" b="0" i="0" u="none" cap="none">
              <a:solidFill>
                <a:schemeClr val="dk1"/>
              </a:solidFill>
              <a:latin typeface="Arial"/>
              <a:ea typeface="Arial"/>
              <a:cs typeface="Arial"/>
            </a:endParaRPr>
          </a:p>
        </p:txBody>
      </p:sp>
      <p:cxnSp>
        <p:nvCxnSpPr>
          <p:cNvPr id="823" name="Google Shape;682;p10"/>
          <p:cNvCxnSpPr/>
          <p:nvPr/>
        </p:nvCxnSpPr>
        <p:spPr>
          <a:xfrm xmlns:a="http://schemas.openxmlformats.org/drawingml/2006/main">
            <a:off x="1143000" y="2606040"/>
            <a:ext cx="7680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83" name="Google Shape;683;p10">
            <a:extLst xmlns:a="http://schemas.openxmlformats.org/drawingml/2006/main">
              <a:ext uri="{FF2B5EF4-FFF2-40B4-BE49-F238E27FC236}">
                <a16:creationId xmlns:a16="http://schemas.microsoft.com/office/drawing/2014/main" id="{D874486B-854A-40C9-866B-BFB38B1D30F7}"/>
              </a:ext>
            </a:extLst>
          </p:cNvPr>
          <p:cNvSpPr>
            <a:spLocks xmlns:a="http://schemas.openxmlformats.org/drawingml/2006/main" noGrp="1"/>
          </p:cNvSpPr>
          <p:nvPr/>
        </p:nvSpPr>
        <p:spPr>
          <a:xfrm xmlns:a="http://schemas.openxmlformats.org/drawingml/2006/main">
            <a:off x="1188720" y="2404872"/>
            <a:ext cx="76352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[State a specific goal for this season or design cycle]</a:t>
            </a:r>
            <a:endParaRPr sz="950" b="0" i="0" u="none" cap="none">
              <a:solidFill>
                <a:schemeClr val="dk1"/>
              </a:solidFill>
              <a:latin typeface="Arial"/>
              <a:ea typeface="Arial"/>
              <a:cs typeface="Arial"/>
            </a:endParaRPr>
          </a:p>
        </p:txBody>
      </p:sp>
      <p:sp>
        <p:nvSpPr>
          <p:cNvPr id="684" name="Google Shape;684;p10">
            <a:extLst xmlns:a="http://schemas.openxmlformats.org/drawingml/2006/main">
              <a:ext uri="{FF2B5EF4-FFF2-40B4-BE49-F238E27FC236}">
                <a16:creationId xmlns:a16="http://schemas.microsoft.com/office/drawing/2014/main" id="{5BAEE692-087E-4792-AEE6-C5BDD614A2AC}"/>
              </a:ext>
            </a:extLst>
          </p:cNvPr>
          <p:cNvSpPr>
            <a:spLocks xmlns:a="http://schemas.openxmlformats.org/drawingml/2006/main" noGrp="1"/>
          </p:cNvSpPr>
          <p:nvPr/>
        </p:nvSpPr>
        <p:spPr>
          <a:xfrm xmlns:a="http://schemas.openxmlformats.org/drawingml/2006/main">
            <a:off x="320040" y="2679192"/>
            <a:ext cx="7772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1" i="0" u="none" cap="none">
                <a:solidFill>
                  <a:srgbClr val="334155"/>
                </a:solidFill>
                <a:latin typeface="Arial"/>
                <a:ea typeface="Arial"/>
                <a:cs typeface="Arial"/>
              </a:rPr>
              <a:t>Goal 2:</a:t>
            </a:r>
            <a:endParaRPr sz="1000" b="0" i="0" u="none" cap="none">
              <a:solidFill>
                <a:schemeClr val="dk1"/>
              </a:solidFill>
              <a:latin typeface="Arial"/>
              <a:ea typeface="Arial"/>
              <a:cs typeface="Arial"/>
            </a:endParaRPr>
          </a:p>
        </p:txBody>
      </p:sp>
      <p:cxnSp>
        <p:nvCxnSpPr>
          <p:cNvPr id="826" name="Google Shape;685;p10"/>
          <p:cNvCxnSpPr/>
          <p:nvPr/>
        </p:nvCxnSpPr>
        <p:spPr>
          <a:xfrm xmlns:a="http://schemas.openxmlformats.org/drawingml/2006/main">
            <a:off x="1143000" y="2880360"/>
            <a:ext cx="7680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86" name="Google Shape;686;p10">
            <a:extLst xmlns:a="http://schemas.openxmlformats.org/drawingml/2006/main">
              <a:ext uri="{FF2B5EF4-FFF2-40B4-BE49-F238E27FC236}">
                <a16:creationId xmlns:a16="http://schemas.microsoft.com/office/drawing/2014/main" id="{DE42B71C-DBBB-4A1D-B1E3-2A58DC8CC3AB}"/>
              </a:ext>
            </a:extLst>
          </p:cNvPr>
          <p:cNvSpPr>
            <a:spLocks xmlns:a="http://schemas.openxmlformats.org/drawingml/2006/main" noGrp="1"/>
          </p:cNvSpPr>
          <p:nvPr/>
        </p:nvSpPr>
        <p:spPr>
          <a:xfrm xmlns:a="http://schemas.openxmlformats.org/drawingml/2006/main">
            <a:off x="1188720" y="2679192"/>
            <a:ext cx="76352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[State a specific goal for this season or design cycle]</a:t>
            </a:r>
            <a:endParaRPr sz="950" b="0" i="0" u="none" cap="none">
              <a:solidFill>
                <a:schemeClr val="dk1"/>
              </a:solidFill>
              <a:latin typeface="Arial"/>
              <a:ea typeface="Arial"/>
              <a:cs typeface="Arial"/>
            </a:endParaRPr>
          </a:p>
        </p:txBody>
      </p:sp>
      <p:sp>
        <p:nvSpPr>
          <p:cNvPr id="687" name="Google Shape;687;p10">
            <a:extLst xmlns:a="http://schemas.openxmlformats.org/drawingml/2006/main">
              <a:ext uri="{FF2B5EF4-FFF2-40B4-BE49-F238E27FC236}">
                <a16:creationId xmlns:a16="http://schemas.microsoft.com/office/drawing/2014/main" id="{9166CF8F-9C23-4B71-8B88-14ED7CB3BD07}"/>
              </a:ext>
            </a:extLst>
          </p:cNvPr>
          <p:cNvSpPr>
            <a:spLocks xmlns:a="http://schemas.openxmlformats.org/drawingml/2006/main" noGrp="1"/>
          </p:cNvSpPr>
          <p:nvPr/>
        </p:nvSpPr>
        <p:spPr>
          <a:xfrm xmlns:a="http://schemas.openxmlformats.org/drawingml/2006/main">
            <a:off x="320040" y="2953512"/>
            <a:ext cx="7772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1" i="0" u="none" cap="none">
                <a:solidFill>
                  <a:srgbClr val="334155"/>
                </a:solidFill>
                <a:latin typeface="Arial"/>
                <a:ea typeface="Arial"/>
                <a:cs typeface="Arial"/>
              </a:rPr>
              <a:t>Goal 3:</a:t>
            </a:r>
            <a:endParaRPr sz="1000" b="0" i="0" u="none" cap="none">
              <a:solidFill>
                <a:schemeClr val="dk1"/>
              </a:solidFill>
              <a:latin typeface="Arial"/>
              <a:ea typeface="Arial"/>
              <a:cs typeface="Arial"/>
            </a:endParaRPr>
          </a:p>
        </p:txBody>
      </p:sp>
      <p:cxnSp>
        <p:nvCxnSpPr>
          <p:cNvPr id="829" name="Google Shape;688;p10"/>
          <p:cNvCxnSpPr/>
          <p:nvPr/>
        </p:nvCxnSpPr>
        <p:spPr>
          <a:xfrm xmlns:a="http://schemas.openxmlformats.org/drawingml/2006/main">
            <a:off x="1143000" y="3154680"/>
            <a:ext cx="7680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89" name="Google Shape;689;p10">
            <a:extLst xmlns:a="http://schemas.openxmlformats.org/drawingml/2006/main">
              <a:ext uri="{FF2B5EF4-FFF2-40B4-BE49-F238E27FC236}">
                <a16:creationId xmlns:a16="http://schemas.microsoft.com/office/drawing/2014/main" id="{7A75FC42-2F4D-4A6B-8ECE-5697718708D3}"/>
              </a:ext>
            </a:extLst>
          </p:cNvPr>
          <p:cNvSpPr>
            <a:spLocks xmlns:a="http://schemas.openxmlformats.org/drawingml/2006/main" noGrp="1"/>
          </p:cNvSpPr>
          <p:nvPr/>
        </p:nvSpPr>
        <p:spPr>
          <a:xfrm xmlns:a="http://schemas.openxmlformats.org/drawingml/2006/main">
            <a:off x="1188720" y="2953512"/>
            <a:ext cx="763524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[State a specific goal for this season or design cycle]</a:t>
            </a:r>
            <a:endParaRPr sz="950" b="0" i="0" u="none" cap="none">
              <a:solidFill>
                <a:schemeClr val="dk1"/>
              </a:solidFill>
              <a:latin typeface="Arial"/>
              <a:ea typeface="Arial"/>
              <a:cs typeface="Arial"/>
            </a:endParaRPr>
          </a:p>
        </p:txBody>
      </p:sp>
      <p:sp>
        <p:nvSpPr>
          <p:cNvPr id="690" name="Google Shape;690;p10">
            <a:extLst xmlns:a="http://schemas.openxmlformats.org/drawingml/2006/main">
              <a:ext uri="{FF2B5EF4-FFF2-40B4-BE49-F238E27FC236}">
                <a16:creationId xmlns:a16="http://schemas.microsoft.com/office/drawing/2014/main" id="{FE6F5087-C158-4BFF-BE67-9B3F3FBF7593}"/>
              </a:ext>
            </a:extLst>
          </p:cNvPr>
          <p:cNvSpPr>
            <a:spLocks xmlns:a="http://schemas.openxmlformats.org/drawingml/2006/main" noGrp="1"/>
          </p:cNvSpPr>
          <p:nvPr/>
        </p:nvSpPr>
        <p:spPr>
          <a:xfrm xmlns:a="http://schemas.openxmlformats.org/drawingml/2006/main">
            <a:off x="320040" y="3291840"/>
            <a:ext cx="4160520"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691" name="Google Shape;691;p10">
            <a:extLst xmlns:a="http://schemas.openxmlformats.org/drawingml/2006/main">
              <a:ext uri="{FF2B5EF4-FFF2-40B4-BE49-F238E27FC236}">
                <a16:creationId xmlns:a16="http://schemas.microsoft.com/office/drawing/2014/main" id="{9872F4B3-0CC7-45B5-8A91-E9A750306CEE}"/>
              </a:ext>
            </a:extLst>
          </p:cNvPr>
          <p:cNvSpPr>
            <a:spLocks xmlns:a="http://schemas.openxmlformats.org/drawingml/2006/main" noGrp="1"/>
          </p:cNvSpPr>
          <p:nvPr/>
        </p:nvSpPr>
        <p:spPr>
          <a:xfrm xmlns:a="http://schemas.openxmlformats.org/drawingml/2006/main">
            <a:off x="374904" y="3291840"/>
            <a:ext cx="41056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DESIGN CRITERIA (what robot must achieve)</a:t>
            </a:r>
            <a:endParaRPr sz="850" b="0" i="0" u="none" cap="none">
              <a:solidFill>
                <a:schemeClr val="dk1"/>
              </a:solidFill>
              <a:latin typeface="Arial"/>
              <a:ea typeface="Arial"/>
              <a:cs typeface="Arial"/>
            </a:endParaRPr>
          </a:p>
        </p:txBody>
      </p:sp>
      <p:sp>
        <p:nvSpPr>
          <p:cNvPr id="692" name="Google Shape;692;p10">
            <a:extLst xmlns:a="http://schemas.openxmlformats.org/drawingml/2006/main">
              <a:ext uri="{FF2B5EF4-FFF2-40B4-BE49-F238E27FC236}">
                <a16:creationId xmlns:a16="http://schemas.microsoft.com/office/drawing/2014/main" id="{AE41B1A1-6D5C-4BB7-B788-1CA52EADE781}"/>
              </a:ext>
            </a:extLst>
          </p:cNvPr>
          <p:cNvSpPr>
            <a:spLocks xmlns:a="http://schemas.openxmlformats.org/drawingml/2006/main" noGrp="1"/>
          </p:cNvSpPr>
          <p:nvPr/>
        </p:nvSpPr>
        <p:spPr>
          <a:xfrm xmlns:a="http://schemas.openxmlformats.org/drawingml/2006/main">
            <a:off x="320040" y="3529584"/>
            <a:ext cx="4160520" cy="24917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34" name="Google Shape;693;p10"/>
          <p:cNvCxnSpPr/>
          <p:nvPr/>
        </p:nvCxnSpPr>
        <p:spPr>
          <a:xfrm xmlns:a="http://schemas.openxmlformats.org/drawingml/2006/main">
            <a:off x="320040" y="377875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94" name="Google Shape;694;p10">
            <a:extLst xmlns:a="http://schemas.openxmlformats.org/drawingml/2006/main">
              <a:ext uri="{FF2B5EF4-FFF2-40B4-BE49-F238E27FC236}">
                <a16:creationId xmlns:a16="http://schemas.microsoft.com/office/drawing/2014/main" id="{B84513F4-5583-4DAF-AC54-308B51BE7824}"/>
              </a:ext>
            </a:extLst>
          </p:cNvPr>
          <p:cNvSpPr>
            <a:spLocks xmlns:a="http://schemas.openxmlformats.org/drawingml/2006/main" noGrp="1"/>
          </p:cNvSpPr>
          <p:nvPr/>
        </p:nvSpPr>
        <p:spPr>
          <a:xfrm xmlns:a="http://schemas.openxmlformats.org/drawingml/2006/main">
            <a:off x="374904" y="3529584"/>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[Criterion 1: e.g., cycle time &lt;6s]</a:t>
            </a:r>
            <a:endParaRPr sz="900" b="0" i="0" u="none" cap="none">
              <a:solidFill>
                <a:schemeClr val="dk1"/>
              </a:solidFill>
              <a:latin typeface="Arial"/>
              <a:ea typeface="Arial"/>
              <a:cs typeface="Arial"/>
            </a:endParaRPr>
          </a:p>
        </p:txBody>
      </p:sp>
      <p:cxnSp>
        <p:nvCxnSpPr>
          <p:cNvPr id="836" name="Google Shape;695;p10"/>
          <p:cNvCxnSpPr/>
          <p:nvPr/>
        </p:nvCxnSpPr>
        <p:spPr>
          <a:xfrm xmlns:a="http://schemas.openxmlformats.org/drawingml/2006/main">
            <a:off x="320040" y="4027932"/>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96" name="Google Shape;696;p10">
            <a:extLst xmlns:a="http://schemas.openxmlformats.org/drawingml/2006/main">
              <a:ext uri="{FF2B5EF4-FFF2-40B4-BE49-F238E27FC236}">
                <a16:creationId xmlns:a16="http://schemas.microsoft.com/office/drawing/2014/main" id="{8413F4A4-0853-4B0E-BDEA-61F69446CF1E}"/>
              </a:ext>
            </a:extLst>
          </p:cNvPr>
          <p:cNvSpPr>
            <a:spLocks xmlns:a="http://schemas.openxmlformats.org/drawingml/2006/main" noGrp="1"/>
          </p:cNvSpPr>
          <p:nvPr/>
        </p:nvSpPr>
        <p:spPr>
          <a:xfrm xmlns:a="http://schemas.openxmlformats.org/drawingml/2006/main">
            <a:off x="374904" y="3778758"/>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[Criterion 2:]</a:t>
            </a:r>
            <a:endParaRPr sz="900" b="0" i="0" u="none" cap="none">
              <a:solidFill>
                <a:schemeClr val="dk1"/>
              </a:solidFill>
              <a:latin typeface="Arial"/>
              <a:ea typeface="Arial"/>
              <a:cs typeface="Arial"/>
            </a:endParaRPr>
          </a:p>
        </p:txBody>
      </p:sp>
      <p:sp>
        <p:nvSpPr>
          <p:cNvPr id="697" name="Google Shape;697;p10">
            <a:extLst xmlns:a="http://schemas.openxmlformats.org/drawingml/2006/main">
              <a:ext uri="{FF2B5EF4-FFF2-40B4-BE49-F238E27FC236}">
                <a16:creationId xmlns:a16="http://schemas.microsoft.com/office/drawing/2014/main" id="{0DCF775C-02B5-4450-A6CF-71E71F4CFBB0}"/>
              </a:ext>
            </a:extLst>
          </p:cNvPr>
          <p:cNvSpPr>
            <a:spLocks xmlns:a="http://schemas.openxmlformats.org/drawingml/2006/main" noGrp="1"/>
          </p:cNvSpPr>
          <p:nvPr/>
        </p:nvSpPr>
        <p:spPr>
          <a:xfrm xmlns:a="http://schemas.openxmlformats.org/drawingml/2006/main">
            <a:off x="320040" y="4027932"/>
            <a:ext cx="4160520" cy="24917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39" name="Google Shape;698;p10"/>
          <p:cNvCxnSpPr/>
          <p:nvPr/>
        </p:nvCxnSpPr>
        <p:spPr>
          <a:xfrm xmlns:a="http://schemas.openxmlformats.org/drawingml/2006/main">
            <a:off x="320040" y="4277106"/>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699" name="Google Shape;699;p10">
            <a:extLst xmlns:a="http://schemas.openxmlformats.org/drawingml/2006/main">
              <a:ext uri="{FF2B5EF4-FFF2-40B4-BE49-F238E27FC236}">
                <a16:creationId xmlns:a16="http://schemas.microsoft.com/office/drawing/2014/main" id="{4A45D7A0-3480-49DD-B8E7-378CA93FFB01}"/>
              </a:ext>
            </a:extLst>
          </p:cNvPr>
          <p:cNvSpPr>
            <a:spLocks xmlns:a="http://schemas.openxmlformats.org/drawingml/2006/main" noGrp="1"/>
          </p:cNvSpPr>
          <p:nvPr/>
        </p:nvSpPr>
        <p:spPr>
          <a:xfrm xmlns:a="http://schemas.openxmlformats.org/drawingml/2006/main">
            <a:off x="374904" y="4027932"/>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[Criterion 3:]</a:t>
            </a:r>
            <a:endParaRPr sz="900" b="0" i="0" u="none" cap="none">
              <a:solidFill>
                <a:schemeClr val="dk1"/>
              </a:solidFill>
              <a:latin typeface="Arial"/>
              <a:ea typeface="Arial"/>
              <a:cs typeface="Arial"/>
            </a:endParaRPr>
          </a:p>
        </p:txBody>
      </p:sp>
      <p:cxnSp>
        <p:nvCxnSpPr>
          <p:cNvPr id="841" name="Google Shape;700;p10"/>
          <p:cNvCxnSpPr/>
          <p:nvPr/>
        </p:nvCxnSpPr>
        <p:spPr>
          <a:xfrm xmlns:a="http://schemas.openxmlformats.org/drawingml/2006/main">
            <a:off x="320040" y="4526280"/>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01" name="Google Shape;701;p10">
            <a:extLst xmlns:a="http://schemas.openxmlformats.org/drawingml/2006/main">
              <a:ext uri="{FF2B5EF4-FFF2-40B4-BE49-F238E27FC236}">
                <a16:creationId xmlns:a16="http://schemas.microsoft.com/office/drawing/2014/main" id="{9174EAB3-0495-4A7E-9771-C36978A83A7C}"/>
              </a:ext>
            </a:extLst>
          </p:cNvPr>
          <p:cNvSpPr>
            <a:spLocks xmlns:a="http://schemas.openxmlformats.org/drawingml/2006/main" noGrp="1"/>
          </p:cNvSpPr>
          <p:nvPr/>
        </p:nvSpPr>
        <p:spPr>
          <a:xfrm xmlns:a="http://schemas.openxmlformats.org/drawingml/2006/main">
            <a:off x="374904" y="4277106"/>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[Criterion 4:]</a:t>
            </a:r>
            <a:endParaRPr sz="900" b="0" i="0" u="none" cap="none">
              <a:solidFill>
                <a:schemeClr val="dk1"/>
              </a:solidFill>
              <a:latin typeface="Arial"/>
              <a:ea typeface="Arial"/>
              <a:cs typeface="Arial"/>
            </a:endParaRPr>
          </a:p>
        </p:txBody>
      </p:sp>
      <p:sp>
        <p:nvSpPr>
          <p:cNvPr id="702" name="Google Shape;702;p10">
            <a:extLst xmlns:a="http://schemas.openxmlformats.org/drawingml/2006/main">
              <a:ext uri="{FF2B5EF4-FFF2-40B4-BE49-F238E27FC236}">
                <a16:creationId xmlns:a16="http://schemas.microsoft.com/office/drawing/2014/main" id="{DECFC4B5-91E9-4B5C-87EF-749D0F8C3946}"/>
              </a:ext>
            </a:extLst>
          </p:cNvPr>
          <p:cNvSpPr>
            <a:spLocks xmlns:a="http://schemas.openxmlformats.org/drawingml/2006/main" noGrp="1"/>
          </p:cNvSpPr>
          <p:nvPr/>
        </p:nvSpPr>
        <p:spPr>
          <a:xfrm xmlns:a="http://schemas.openxmlformats.org/drawingml/2006/main">
            <a:off x="320040" y="3291840"/>
            <a:ext cx="4160520" cy="12344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03" name="Google Shape;703;p10">
            <a:extLst xmlns:a="http://schemas.openxmlformats.org/drawingml/2006/main">
              <a:ext uri="{FF2B5EF4-FFF2-40B4-BE49-F238E27FC236}">
                <a16:creationId xmlns:a16="http://schemas.microsoft.com/office/drawing/2014/main" id="{E1ACEA3E-41D5-433F-9B07-9A2688E1F930}"/>
              </a:ext>
            </a:extLst>
          </p:cNvPr>
          <p:cNvSpPr>
            <a:spLocks xmlns:a="http://schemas.openxmlformats.org/drawingml/2006/main" noGrp="1"/>
          </p:cNvSpPr>
          <p:nvPr/>
        </p:nvSpPr>
        <p:spPr>
          <a:xfrm xmlns:a="http://schemas.openxmlformats.org/drawingml/2006/main">
            <a:off x="4663440" y="3291840"/>
            <a:ext cx="4160520"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04" name="Google Shape;704;p10">
            <a:extLst xmlns:a="http://schemas.openxmlformats.org/drawingml/2006/main">
              <a:ext uri="{FF2B5EF4-FFF2-40B4-BE49-F238E27FC236}">
                <a16:creationId xmlns:a16="http://schemas.microsoft.com/office/drawing/2014/main" id="{8F867AE3-E1E1-440F-A04B-215B8BDB542F}"/>
              </a:ext>
            </a:extLst>
          </p:cNvPr>
          <p:cNvSpPr>
            <a:spLocks xmlns:a="http://schemas.openxmlformats.org/drawingml/2006/main" noGrp="1"/>
          </p:cNvSpPr>
          <p:nvPr/>
        </p:nvSpPr>
        <p:spPr>
          <a:xfrm xmlns:a="http://schemas.openxmlformats.org/drawingml/2006/main">
            <a:off x="4718304" y="3291840"/>
            <a:ext cx="41056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CONSTRAINTS (hard limits)</a:t>
            </a:r>
            <a:endParaRPr sz="850" b="0" i="0" u="none" cap="none">
              <a:solidFill>
                <a:schemeClr val="dk1"/>
              </a:solidFill>
              <a:latin typeface="Arial"/>
              <a:ea typeface="Arial"/>
              <a:cs typeface="Arial"/>
            </a:endParaRPr>
          </a:p>
        </p:txBody>
      </p:sp>
      <p:sp>
        <p:nvSpPr>
          <p:cNvPr id="705" name="Google Shape;705;p10">
            <a:extLst xmlns:a="http://schemas.openxmlformats.org/drawingml/2006/main">
              <a:ext uri="{FF2B5EF4-FFF2-40B4-BE49-F238E27FC236}">
                <a16:creationId xmlns:a16="http://schemas.microsoft.com/office/drawing/2014/main" id="{5C811D07-7A8B-4A24-A521-3D07C1BE815D}"/>
              </a:ext>
            </a:extLst>
          </p:cNvPr>
          <p:cNvSpPr>
            <a:spLocks xmlns:a="http://schemas.openxmlformats.org/drawingml/2006/main" noGrp="1"/>
          </p:cNvSpPr>
          <p:nvPr/>
        </p:nvSpPr>
        <p:spPr>
          <a:xfrm xmlns:a="http://schemas.openxmlformats.org/drawingml/2006/main">
            <a:off x="4663440" y="3529584"/>
            <a:ext cx="4160520" cy="24917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47" name="Google Shape;706;p10"/>
          <p:cNvCxnSpPr/>
          <p:nvPr/>
        </p:nvCxnSpPr>
        <p:spPr>
          <a:xfrm xmlns:a="http://schemas.openxmlformats.org/drawingml/2006/main">
            <a:off x="4663440" y="377875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07" name="Google Shape;707;p10">
            <a:extLst xmlns:a="http://schemas.openxmlformats.org/drawingml/2006/main">
              <a:ext uri="{FF2B5EF4-FFF2-40B4-BE49-F238E27FC236}">
                <a16:creationId xmlns:a16="http://schemas.microsoft.com/office/drawing/2014/main" id="{A7C3999B-F261-4E7E-87F5-B8365475B192}"/>
              </a:ext>
            </a:extLst>
          </p:cNvPr>
          <p:cNvSpPr>
            <a:spLocks xmlns:a="http://schemas.openxmlformats.org/drawingml/2006/main" noGrp="1"/>
          </p:cNvSpPr>
          <p:nvPr/>
        </p:nvSpPr>
        <p:spPr>
          <a:xfrm xmlns:a="http://schemas.openxmlformats.org/drawingml/2006/main">
            <a:off x="4718304" y="3529584"/>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11" W × 20" L × 15" H at inspection/start (&lt;R3&gt;)</a:t>
            </a:r>
            <a:endParaRPr sz="900" b="0" i="0" u="none" cap="none">
              <a:solidFill>
                <a:schemeClr val="dk1"/>
              </a:solidFill>
              <a:latin typeface="Arial"/>
              <a:ea typeface="Arial"/>
              <a:cs typeface="Arial"/>
            </a:endParaRPr>
          </a:p>
        </p:txBody>
      </p:sp>
      <p:cxnSp>
        <p:nvCxnSpPr>
          <p:cNvPr id="849" name="Google Shape;708;p10"/>
          <p:cNvCxnSpPr/>
          <p:nvPr/>
        </p:nvCxnSpPr>
        <p:spPr>
          <a:xfrm xmlns:a="http://schemas.openxmlformats.org/drawingml/2006/main">
            <a:off x="4663440" y="4027932"/>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09" name="Google Shape;709;p10">
            <a:extLst xmlns:a="http://schemas.openxmlformats.org/drawingml/2006/main">
              <a:ext uri="{FF2B5EF4-FFF2-40B4-BE49-F238E27FC236}">
                <a16:creationId xmlns:a16="http://schemas.microsoft.com/office/drawing/2014/main" id="{2DF8CE48-CD3B-4148-BC88-7C5FDE4BC0CF}"/>
              </a:ext>
            </a:extLst>
          </p:cNvPr>
          <p:cNvSpPr>
            <a:spLocks xmlns:a="http://schemas.openxmlformats.org/drawingml/2006/main" noGrp="1"/>
          </p:cNvSpPr>
          <p:nvPr/>
        </p:nvSpPr>
        <p:spPr>
          <a:xfrm xmlns:a="http://schemas.openxmlformats.org/drawingml/2006/main">
            <a:off x="4718304" y="3778758"/>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6 VEX IQ Smart Motors maximum (&lt;R9&gt;)</a:t>
            </a:r>
            <a:endParaRPr sz="900" b="0" i="0" u="none" cap="none">
              <a:solidFill>
                <a:schemeClr val="dk1"/>
              </a:solidFill>
              <a:latin typeface="Arial"/>
              <a:ea typeface="Arial"/>
              <a:cs typeface="Arial"/>
            </a:endParaRPr>
          </a:p>
        </p:txBody>
      </p:sp>
      <p:sp>
        <p:nvSpPr>
          <p:cNvPr id="710" name="Google Shape;710;p10">
            <a:extLst xmlns:a="http://schemas.openxmlformats.org/drawingml/2006/main">
              <a:ext uri="{FF2B5EF4-FFF2-40B4-BE49-F238E27FC236}">
                <a16:creationId xmlns:a16="http://schemas.microsoft.com/office/drawing/2014/main" id="{A94751D6-AC40-40C9-BC26-994C68E37D3E}"/>
              </a:ext>
            </a:extLst>
          </p:cNvPr>
          <p:cNvSpPr>
            <a:spLocks xmlns:a="http://schemas.openxmlformats.org/drawingml/2006/main" noGrp="1"/>
          </p:cNvSpPr>
          <p:nvPr/>
        </p:nvSpPr>
        <p:spPr>
          <a:xfrm xmlns:a="http://schemas.openxmlformats.org/drawingml/2006/main">
            <a:off x="4663440" y="4027932"/>
            <a:ext cx="4160520" cy="24917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852" name="Google Shape;711;p10"/>
          <p:cNvCxnSpPr/>
          <p:nvPr/>
        </p:nvCxnSpPr>
        <p:spPr>
          <a:xfrm xmlns:a="http://schemas.openxmlformats.org/drawingml/2006/main">
            <a:off x="4663440" y="4277106"/>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12" name="Google Shape;712;p10">
            <a:extLst xmlns:a="http://schemas.openxmlformats.org/drawingml/2006/main">
              <a:ext uri="{FF2B5EF4-FFF2-40B4-BE49-F238E27FC236}">
                <a16:creationId xmlns:a16="http://schemas.microsoft.com/office/drawing/2014/main" id="{BDE5303E-CC66-481A-B96D-35347D35425C}"/>
              </a:ext>
            </a:extLst>
          </p:cNvPr>
          <p:cNvSpPr>
            <a:spLocks xmlns:a="http://schemas.openxmlformats.org/drawingml/2006/main" noGrp="1"/>
          </p:cNvSpPr>
          <p:nvPr/>
        </p:nvSpPr>
        <p:spPr>
          <a:xfrm xmlns:a="http://schemas.openxmlformats.org/drawingml/2006/main">
            <a:off x="4718304" y="4027932"/>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Budget:  $___</a:t>
            </a:r>
            <a:endParaRPr sz="900" b="0" i="0" u="none" cap="none">
              <a:solidFill>
                <a:schemeClr val="dk1"/>
              </a:solidFill>
              <a:latin typeface="Arial"/>
              <a:ea typeface="Arial"/>
              <a:cs typeface="Arial"/>
            </a:endParaRPr>
          </a:p>
        </p:txBody>
      </p:sp>
      <p:cxnSp>
        <p:nvCxnSpPr>
          <p:cNvPr id="854" name="Google Shape;713;p10"/>
          <p:cNvCxnSpPr/>
          <p:nvPr/>
        </p:nvCxnSpPr>
        <p:spPr>
          <a:xfrm xmlns:a="http://schemas.openxmlformats.org/drawingml/2006/main">
            <a:off x="4663440" y="4526280"/>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14" name="Google Shape;714;p10">
            <a:extLst xmlns:a="http://schemas.openxmlformats.org/drawingml/2006/main">
              <a:ext uri="{FF2B5EF4-FFF2-40B4-BE49-F238E27FC236}">
                <a16:creationId xmlns:a16="http://schemas.microsoft.com/office/drawing/2014/main" id="{B9DE9DF7-D05A-435E-874D-DA7739F33247}"/>
              </a:ext>
            </a:extLst>
          </p:cNvPr>
          <p:cNvSpPr>
            <a:spLocks xmlns:a="http://schemas.openxmlformats.org/drawingml/2006/main" noGrp="1"/>
          </p:cNvSpPr>
          <p:nvPr/>
        </p:nvSpPr>
        <p:spPr>
          <a:xfrm xmlns:a="http://schemas.openxmlformats.org/drawingml/2006/main">
            <a:off x="4718304" y="4277106"/>
            <a:ext cx="4105656" cy="249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Build time:  ___ weeks</a:t>
            </a:r>
            <a:endParaRPr sz="900" b="0" i="0" u="none" cap="none">
              <a:solidFill>
                <a:schemeClr val="dk1"/>
              </a:solidFill>
              <a:latin typeface="Arial"/>
              <a:ea typeface="Arial"/>
              <a:cs typeface="Arial"/>
            </a:endParaRPr>
          </a:p>
        </p:txBody>
      </p:sp>
      <p:sp>
        <p:nvSpPr>
          <p:cNvPr id="715" name="Google Shape;715;p10">
            <a:extLst xmlns:a="http://schemas.openxmlformats.org/drawingml/2006/main">
              <a:ext uri="{FF2B5EF4-FFF2-40B4-BE49-F238E27FC236}">
                <a16:creationId xmlns:a16="http://schemas.microsoft.com/office/drawing/2014/main" id="{186004F1-3720-4B96-BCD5-102D101F88E6}"/>
              </a:ext>
            </a:extLst>
          </p:cNvPr>
          <p:cNvSpPr>
            <a:spLocks xmlns:a="http://schemas.openxmlformats.org/drawingml/2006/main" noGrp="1"/>
          </p:cNvSpPr>
          <p:nvPr/>
        </p:nvSpPr>
        <p:spPr>
          <a:xfrm xmlns:a="http://schemas.openxmlformats.org/drawingml/2006/main">
            <a:off x="4663440" y="3291840"/>
            <a:ext cx="4160520" cy="12344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16" name="Google Shape;716;p10">
            <a:extLst xmlns:a="http://schemas.openxmlformats.org/drawingml/2006/main">
              <a:ext uri="{FF2B5EF4-FFF2-40B4-BE49-F238E27FC236}">
                <a16:creationId xmlns:a16="http://schemas.microsoft.com/office/drawing/2014/main" id="{5C4567E5-022E-4569-925D-1B89CEFAD26E}"/>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dcf809ed59df4c4a"/>
              </a:rPr>
              <a:t>notebook-start</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ff3b4bec3add4b4b"/>
              </a:rPr>
              <a:t>criteria-constraints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51d1fb19ed854aa3"/>
              </a:rPr>
              <a:t>game-analysis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2617127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22" name="Google Shape;722;p11">
            <a:extLst xmlns:a="http://schemas.openxmlformats.org/drawingml/2006/main">
              <a:ext uri="{FF2B5EF4-FFF2-40B4-BE49-F238E27FC236}">
                <a16:creationId xmlns:a16="http://schemas.microsoft.com/office/drawing/2014/main" id="{7C35C517-1644-43AE-B4B7-D6E38D4615F8}"/>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23" name="Google Shape;723;p11">
            <a:extLst xmlns:a="http://schemas.openxmlformats.org/drawingml/2006/main">
              <a:ext uri="{FF2B5EF4-FFF2-40B4-BE49-F238E27FC236}">
                <a16:creationId xmlns:a16="http://schemas.microsoft.com/office/drawing/2014/main" id="{CD73E9AB-09AD-4E0D-BD7A-9D3DB4194027}"/>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724" name="Google Shape;724;p11">
            <a:extLst xmlns:a="http://schemas.openxmlformats.org/drawingml/2006/main">
              <a:ext uri="{FF2B5EF4-FFF2-40B4-BE49-F238E27FC236}">
                <a16:creationId xmlns:a16="http://schemas.microsoft.com/office/drawing/2014/main" id="{8D1ED57D-5C05-4252-B2DF-CF03B24D1A88}"/>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725" name="Google Shape;725;p11">
            <a:extLst xmlns:a="http://schemas.openxmlformats.org/drawingml/2006/main">
              <a:ext uri="{FF2B5EF4-FFF2-40B4-BE49-F238E27FC236}">
                <a16:creationId xmlns:a16="http://schemas.microsoft.com/office/drawing/2014/main" id="{6FF23AD0-1FCF-4285-B18C-F79A4F1343EB}"/>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Six Grading-Period Notebook Milestones</a:t>
            </a:r>
            <a:endParaRPr sz="2200" b="0" i="0" u="none" cap="none">
              <a:solidFill>
                <a:schemeClr val="dk1"/>
              </a:solidFill>
              <a:latin typeface="Arial"/>
              <a:ea typeface="Arial"/>
              <a:cs typeface="Arial"/>
            </a:endParaRPr>
          </a:p>
        </p:txBody>
      </p:sp>
      <p:sp>
        <p:nvSpPr>
          <p:cNvPr id="726" name="Google Shape;726;p11">
            <a:extLst xmlns:a="http://schemas.openxmlformats.org/drawingml/2006/main">
              <a:ext uri="{FF2B5EF4-FFF2-40B4-BE49-F238E27FC236}">
                <a16:creationId xmlns:a16="http://schemas.microsoft.com/office/drawing/2014/main" id="{EC7DBC24-7069-475E-B64C-2298E155D4C2}"/>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727" name="Google Shape;727;p11">
            <a:extLst xmlns:a="http://schemas.openxmlformats.org/drawingml/2006/main">
              <a:ext uri="{FF2B5EF4-FFF2-40B4-BE49-F238E27FC236}">
                <a16:creationId xmlns:a16="http://schemas.microsoft.com/office/drawing/2014/main" id="{0FFE3F46-A8D8-4931-90A7-B688CD79524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28" name="Google Shape;728;p11">
            <a:extLst xmlns:a="http://schemas.openxmlformats.org/drawingml/2006/main">
              <a:ext uri="{FF2B5EF4-FFF2-40B4-BE49-F238E27FC236}">
                <a16:creationId xmlns:a16="http://schemas.microsoft.com/office/drawing/2014/main" id="{EC643D6A-ACB8-43B2-A251-0C6BD78A9C9C}"/>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9 / 61</a:t>
            </a:r>
            <a:endParaRPr sz="900" b="0" i="0" u="none" cap="none">
              <a:solidFill>
                <a:schemeClr val="dk1"/>
              </a:solidFill>
              <a:latin typeface="Arial"/>
              <a:ea typeface="Arial"/>
              <a:cs typeface="Arial"/>
            </a:endParaRPr>
          </a:p>
        </p:txBody>
      </p:sp>
      <p:sp>
        <p:nvSpPr>
          <p:cNvPr id="729" name="Google Shape;729;p11">
            <a:extLst xmlns:a="http://schemas.openxmlformats.org/drawingml/2006/main">
              <a:ext uri="{FF2B5EF4-FFF2-40B4-BE49-F238E27FC236}">
                <a16:creationId xmlns:a16="http://schemas.microsoft.com/office/drawing/2014/main" id="{A7A2B9A3-C383-461F-A81A-8038E9490C66}"/>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730" name="Google Shape;730;p11">
            <a:extLst xmlns:a="http://schemas.openxmlformats.org/drawingml/2006/main">
              <a:ext uri="{FF2B5EF4-FFF2-40B4-BE49-F238E27FC236}">
                <a16:creationId xmlns:a16="http://schemas.microsoft.com/office/drawing/2014/main" id="{A1A179CA-D624-4D4A-9EBF-290F91150494}"/>
              </a:ext>
            </a:extLst>
          </p:cNvPr>
          <p:cNvSpPr>
            <a:spLocks xmlns:a="http://schemas.openxmlformats.org/drawingml/2006/main" noGrp="1"/>
          </p:cNvSpPr>
          <p:nvPr/>
        </p:nvSpPr>
        <p:spPr>
          <a:xfrm xmlns:a="http://schemas.openxmlformats.org/drawingml/2006/main">
            <a:off x="320040" y="1078992"/>
            <a:ext cx="8503920" cy="219456"/>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31" name="Google Shape;731;p11">
            <a:extLst xmlns:a="http://schemas.openxmlformats.org/drawingml/2006/main">
              <a:ext uri="{FF2B5EF4-FFF2-40B4-BE49-F238E27FC236}">
                <a16:creationId xmlns:a16="http://schemas.microsoft.com/office/drawing/2014/main" id="{E1B7ABF0-FE61-4F13-A476-9F8059EE5D34}"/>
              </a:ext>
            </a:extLst>
          </p:cNvPr>
          <p:cNvSpPr>
            <a:spLocks xmlns:a="http://schemas.openxmlformats.org/drawingml/2006/main" noGrp="1"/>
          </p:cNvSpPr>
          <p:nvPr/>
        </p:nvSpPr>
        <p:spPr>
          <a:xfrm xmlns:a="http://schemas.openxmlformats.org/drawingml/2006/main">
            <a:off x="374904" y="1078992"/>
            <a:ext cx="58521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Window</a:t>
            </a:r>
            <a:endParaRPr sz="900" b="0" i="0" u="none" cap="none">
              <a:solidFill>
                <a:schemeClr val="dk1"/>
              </a:solidFill>
              <a:latin typeface="Arial"/>
              <a:ea typeface="Arial"/>
              <a:cs typeface="Arial"/>
            </a:endParaRPr>
          </a:p>
        </p:txBody>
      </p:sp>
      <p:sp>
        <p:nvSpPr>
          <p:cNvPr id="732" name="Google Shape;732;p11">
            <a:extLst xmlns:a="http://schemas.openxmlformats.org/drawingml/2006/main">
              <a:ext uri="{FF2B5EF4-FFF2-40B4-BE49-F238E27FC236}">
                <a16:creationId xmlns:a16="http://schemas.microsoft.com/office/drawing/2014/main" id="{E4A216E3-76D1-4C0D-8AEE-235F1EF53558}"/>
              </a:ext>
            </a:extLst>
          </p:cNvPr>
          <p:cNvSpPr>
            <a:spLocks xmlns:a="http://schemas.openxmlformats.org/drawingml/2006/main" noGrp="1"/>
          </p:cNvSpPr>
          <p:nvPr/>
        </p:nvSpPr>
        <p:spPr>
          <a:xfrm xmlns:a="http://schemas.openxmlformats.org/drawingml/2006/main">
            <a:off x="1014984" y="1078992"/>
            <a:ext cx="13167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Milestone</a:t>
            </a:r>
            <a:endParaRPr sz="900" b="0" i="0" u="none" cap="none">
              <a:solidFill>
                <a:schemeClr val="dk1"/>
              </a:solidFill>
              <a:latin typeface="Arial"/>
              <a:ea typeface="Arial"/>
              <a:cs typeface="Arial"/>
            </a:endParaRPr>
          </a:p>
        </p:txBody>
      </p:sp>
      <p:sp>
        <p:nvSpPr>
          <p:cNvPr id="733" name="Google Shape;733;p11">
            <a:extLst xmlns:a="http://schemas.openxmlformats.org/drawingml/2006/main">
              <a:ext uri="{FF2B5EF4-FFF2-40B4-BE49-F238E27FC236}">
                <a16:creationId xmlns:a16="http://schemas.microsoft.com/office/drawing/2014/main" id="{122ABAE4-3B8B-4DF6-B568-561E02077601}"/>
              </a:ext>
            </a:extLst>
          </p:cNvPr>
          <p:cNvSpPr>
            <a:spLocks xmlns:a="http://schemas.openxmlformats.org/drawingml/2006/main" noGrp="1"/>
          </p:cNvSpPr>
          <p:nvPr/>
        </p:nvSpPr>
        <p:spPr>
          <a:xfrm xmlns:a="http://schemas.openxmlformats.org/drawingml/2006/main">
            <a:off x="2386584" y="1078992"/>
            <a:ext cx="524865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Notebook Evidence Due</a:t>
            </a:r>
            <a:endParaRPr sz="900" b="0" i="0" u="none" cap="none">
              <a:solidFill>
                <a:schemeClr val="dk1"/>
              </a:solidFill>
              <a:latin typeface="Arial"/>
              <a:ea typeface="Arial"/>
              <a:cs typeface="Arial"/>
            </a:endParaRPr>
          </a:p>
        </p:txBody>
      </p:sp>
      <p:sp>
        <p:nvSpPr>
          <p:cNvPr id="734" name="Google Shape;734;p11">
            <a:extLst xmlns:a="http://schemas.openxmlformats.org/drawingml/2006/main">
              <a:ext uri="{FF2B5EF4-FFF2-40B4-BE49-F238E27FC236}">
                <a16:creationId xmlns:a16="http://schemas.microsoft.com/office/drawing/2014/main" id="{9FD3081C-B894-478B-AA9C-2DB5287810DE}"/>
              </a:ext>
            </a:extLst>
          </p:cNvPr>
          <p:cNvSpPr>
            <a:spLocks xmlns:a="http://schemas.openxmlformats.org/drawingml/2006/main" noGrp="1"/>
          </p:cNvSpPr>
          <p:nvPr/>
        </p:nvSpPr>
        <p:spPr>
          <a:xfrm xmlns:a="http://schemas.openxmlformats.org/drawingml/2006/main">
            <a:off x="7690104" y="1078992"/>
            <a:ext cx="113385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Checked</a:t>
            </a:r>
            <a:endParaRPr sz="900" b="0" i="0" u="none" cap="none">
              <a:solidFill>
                <a:schemeClr val="dk1"/>
              </a:solidFill>
              <a:latin typeface="Arial"/>
              <a:ea typeface="Arial"/>
              <a:cs typeface="Arial"/>
            </a:endParaRPr>
          </a:p>
        </p:txBody>
      </p:sp>
      <p:sp>
        <p:nvSpPr>
          <p:cNvPr id="735" name="Google Shape;735;p11">
            <a:extLst xmlns:a="http://schemas.openxmlformats.org/drawingml/2006/main">
              <a:ext uri="{FF2B5EF4-FFF2-40B4-BE49-F238E27FC236}">
                <a16:creationId xmlns:a16="http://schemas.microsoft.com/office/drawing/2014/main" id="{AB6FEF82-C077-4CF5-A809-919904E2510F}"/>
              </a:ext>
            </a:extLst>
          </p:cNvPr>
          <p:cNvSpPr>
            <a:spLocks xmlns:a="http://schemas.openxmlformats.org/drawingml/2006/main" noGrp="1"/>
          </p:cNvSpPr>
          <p:nvPr/>
        </p:nvSpPr>
        <p:spPr>
          <a:xfrm xmlns:a="http://schemas.openxmlformats.org/drawingml/2006/main">
            <a:off x="320040" y="1298448"/>
            <a:ext cx="8503920" cy="19545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21" name="Google Shape;736;p11"/>
          <p:cNvCxnSpPr/>
          <p:nvPr/>
        </p:nvCxnSpPr>
        <p:spPr>
          <a:xfrm xmlns:a="http://schemas.openxmlformats.org/drawingml/2006/main">
            <a:off x="320040" y="1493901"/>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37" name="Google Shape;737;p11">
            <a:extLst xmlns:a="http://schemas.openxmlformats.org/drawingml/2006/main">
              <a:ext uri="{FF2B5EF4-FFF2-40B4-BE49-F238E27FC236}">
                <a16:creationId xmlns:a16="http://schemas.microsoft.com/office/drawing/2014/main" id="{C5119586-F485-434F-9548-9038531A17E0}"/>
              </a:ext>
            </a:extLst>
          </p:cNvPr>
          <p:cNvSpPr>
            <a:spLocks xmlns:a="http://schemas.openxmlformats.org/drawingml/2006/main" noGrp="1"/>
          </p:cNvSpPr>
          <p:nvPr/>
        </p:nvSpPr>
        <p:spPr>
          <a:xfrm xmlns:a="http://schemas.openxmlformats.org/drawingml/2006/main">
            <a:off x="374904" y="1298448"/>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08/13-09/18</a:t>
            </a:r>
            <a:endParaRPr sz="850" b="0" i="0" u="none" cap="none">
              <a:solidFill>
                <a:schemeClr val="dk1"/>
              </a:solidFill>
              <a:latin typeface="Arial"/>
              <a:ea typeface="Arial"/>
              <a:cs typeface="Arial"/>
            </a:endParaRPr>
          </a:p>
        </p:txBody>
      </p:sp>
      <p:sp>
        <p:nvSpPr>
          <p:cNvPr id="738" name="Google Shape;738;p11">
            <a:extLst xmlns:a="http://schemas.openxmlformats.org/drawingml/2006/main">
              <a:ext uri="{FF2B5EF4-FFF2-40B4-BE49-F238E27FC236}">
                <a16:creationId xmlns:a16="http://schemas.microsoft.com/office/drawing/2014/main" id="{14970973-AB62-442D-A497-0A07E33E704A}"/>
              </a:ext>
            </a:extLst>
          </p:cNvPr>
          <p:cNvSpPr>
            <a:spLocks xmlns:a="http://schemas.openxmlformats.org/drawingml/2006/main" noGrp="1"/>
          </p:cNvSpPr>
          <p:nvPr/>
        </p:nvSpPr>
        <p:spPr>
          <a:xfrm xmlns:a="http://schemas.openxmlformats.org/drawingml/2006/main">
            <a:off x="1014984" y="1298448"/>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RP I - Launch</a:t>
            </a:r>
            <a:endParaRPr sz="850" b="0" i="0" u="none" cap="none">
              <a:solidFill>
                <a:schemeClr val="dk1"/>
              </a:solidFill>
              <a:latin typeface="Arial"/>
              <a:ea typeface="Arial"/>
              <a:cs typeface="Arial"/>
            </a:endParaRPr>
          </a:p>
        </p:txBody>
      </p:sp>
      <p:sp>
        <p:nvSpPr>
          <p:cNvPr id="739" name="Google Shape;739;p11">
            <a:extLst xmlns:a="http://schemas.openxmlformats.org/drawingml/2006/main">
              <a:ext uri="{FF2B5EF4-FFF2-40B4-BE49-F238E27FC236}">
                <a16:creationId xmlns:a16="http://schemas.microsoft.com/office/drawing/2014/main" id="{A8F865AC-86E1-4F96-94F3-C8A2D913FFCA}"/>
              </a:ext>
            </a:extLst>
          </p:cNvPr>
          <p:cNvSpPr>
            <a:spLocks xmlns:a="http://schemas.openxmlformats.org/drawingml/2006/main" noGrp="1"/>
          </p:cNvSpPr>
          <p:nvPr/>
        </p:nvSpPr>
        <p:spPr>
          <a:xfrm xmlns:a="http://schemas.openxmlformats.org/drawingml/2006/main">
            <a:off x="2386584" y="1298448"/>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Safety, team charter, Level Up analysis, baseline robot + driving data</a:t>
            </a:r>
            <a:endParaRPr sz="850" b="0" i="0" u="none" cap="none">
              <a:solidFill>
                <a:schemeClr val="dk1"/>
              </a:solidFill>
              <a:latin typeface="Arial"/>
              <a:ea typeface="Arial"/>
              <a:cs typeface="Arial"/>
            </a:endParaRPr>
          </a:p>
        </p:txBody>
      </p:sp>
      <p:sp>
        <p:nvSpPr>
          <p:cNvPr id="740" name="Google Shape;740;p11">
            <a:extLst xmlns:a="http://schemas.openxmlformats.org/drawingml/2006/main">
              <a:ext uri="{FF2B5EF4-FFF2-40B4-BE49-F238E27FC236}">
                <a16:creationId xmlns:a16="http://schemas.microsoft.com/office/drawing/2014/main" id="{AF66E475-AA86-4FE1-9196-08D57AF638BB}"/>
              </a:ext>
            </a:extLst>
          </p:cNvPr>
          <p:cNvSpPr>
            <a:spLocks xmlns:a="http://schemas.openxmlformats.org/drawingml/2006/main" noGrp="1"/>
          </p:cNvSpPr>
          <p:nvPr/>
        </p:nvSpPr>
        <p:spPr>
          <a:xfrm xmlns:a="http://schemas.openxmlformats.org/drawingml/2006/main">
            <a:off x="7690104" y="1298448"/>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26" name="Google Shape;741;p11"/>
          <p:cNvCxnSpPr/>
          <p:nvPr/>
        </p:nvCxnSpPr>
        <p:spPr>
          <a:xfrm xmlns:a="http://schemas.openxmlformats.org/drawingml/2006/main">
            <a:off x="320040" y="168935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42" name="Google Shape;742;p11">
            <a:extLst xmlns:a="http://schemas.openxmlformats.org/drawingml/2006/main">
              <a:ext uri="{FF2B5EF4-FFF2-40B4-BE49-F238E27FC236}">
                <a16:creationId xmlns:a16="http://schemas.microsoft.com/office/drawing/2014/main" id="{11E2979B-564C-44AB-B238-3BD590D7C162}"/>
              </a:ext>
            </a:extLst>
          </p:cNvPr>
          <p:cNvSpPr>
            <a:spLocks xmlns:a="http://schemas.openxmlformats.org/drawingml/2006/main" noGrp="1"/>
          </p:cNvSpPr>
          <p:nvPr/>
        </p:nvSpPr>
        <p:spPr>
          <a:xfrm xmlns:a="http://schemas.openxmlformats.org/drawingml/2006/main">
            <a:off x="374904" y="1493901"/>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09/21-10/30</a:t>
            </a:r>
            <a:endParaRPr sz="850" b="0" i="0" u="none" cap="none">
              <a:solidFill>
                <a:schemeClr val="dk1"/>
              </a:solidFill>
              <a:latin typeface="Arial"/>
              <a:ea typeface="Arial"/>
              <a:cs typeface="Arial"/>
            </a:endParaRPr>
          </a:p>
        </p:txBody>
      </p:sp>
      <p:sp>
        <p:nvSpPr>
          <p:cNvPr id="743" name="Google Shape;743;p11">
            <a:extLst xmlns:a="http://schemas.openxmlformats.org/drawingml/2006/main">
              <a:ext uri="{FF2B5EF4-FFF2-40B4-BE49-F238E27FC236}">
                <a16:creationId xmlns:a16="http://schemas.microsoft.com/office/drawing/2014/main" id="{C0A6A34D-5008-458E-BFBB-D63FF35D6B5B}"/>
              </a:ext>
            </a:extLst>
          </p:cNvPr>
          <p:cNvSpPr>
            <a:spLocks xmlns:a="http://schemas.openxmlformats.org/drawingml/2006/main" noGrp="1"/>
          </p:cNvSpPr>
          <p:nvPr/>
        </p:nvSpPr>
        <p:spPr>
          <a:xfrm xmlns:a="http://schemas.openxmlformats.org/drawingml/2006/main">
            <a:off x="1014984" y="1493901"/>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RP II - Design</a:t>
            </a:r>
            <a:endParaRPr sz="850" b="0" i="0" u="none" cap="none">
              <a:solidFill>
                <a:schemeClr val="dk1"/>
              </a:solidFill>
              <a:latin typeface="Arial"/>
              <a:ea typeface="Arial"/>
              <a:cs typeface="Arial"/>
            </a:endParaRPr>
          </a:p>
        </p:txBody>
      </p:sp>
      <p:sp>
        <p:nvSpPr>
          <p:cNvPr id="744" name="Google Shape;744;p11">
            <a:extLst xmlns:a="http://schemas.openxmlformats.org/drawingml/2006/main">
              <a:ext uri="{FF2B5EF4-FFF2-40B4-BE49-F238E27FC236}">
                <a16:creationId xmlns:a16="http://schemas.microsoft.com/office/drawing/2014/main" id="{3E9D58D6-566D-41FA-A7E5-728EA5EF15B9}"/>
              </a:ext>
            </a:extLst>
          </p:cNvPr>
          <p:cNvSpPr>
            <a:spLocks xmlns:a="http://schemas.openxmlformats.org/drawingml/2006/main" noGrp="1"/>
          </p:cNvSpPr>
          <p:nvPr/>
        </p:nvSpPr>
        <p:spPr>
          <a:xfrm xmlns:a="http://schemas.openxmlformats.org/drawingml/2006/main">
            <a:off x="2386584" y="1493901"/>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3 prototypes, decision matrix, robot v1, one complete EDP iteration</a:t>
            </a:r>
            <a:endParaRPr sz="850" b="0" i="0" u="none" cap="none">
              <a:solidFill>
                <a:schemeClr val="dk1"/>
              </a:solidFill>
              <a:latin typeface="Arial"/>
              <a:ea typeface="Arial"/>
              <a:cs typeface="Arial"/>
            </a:endParaRPr>
          </a:p>
        </p:txBody>
      </p:sp>
      <p:sp>
        <p:nvSpPr>
          <p:cNvPr id="745" name="Google Shape;745;p11">
            <a:extLst xmlns:a="http://schemas.openxmlformats.org/drawingml/2006/main">
              <a:ext uri="{FF2B5EF4-FFF2-40B4-BE49-F238E27FC236}">
                <a16:creationId xmlns:a16="http://schemas.microsoft.com/office/drawing/2014/main" id="{15D169BA-1B36-4CA6-B5CC-9821C8C78BDD}"/>
              </a:ext>
            </a:extLst>
          </p:cNvPr>
          <p:cNvSpPr>
            <a:spLocks xmlns:a="http://schemas.openxmlformats.org/drawingml/2006/main" noGrp="1"/>
          </p:cNvSpPr>
          <p:nvPr/>
        </p:nvSpPr>
        <p:spPr>
          <a:xfrm xmlns:a="http://schemas.openxmlformats.org/drawingml/2006/main">
            <a:off x="7690104" y="1493901"/>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46" name="Google Shape;746;p11">
            <a:extLst xmlns:a="http://schemas.openxmlformats.org/drawingml/2006/main">
              <a:ext uri="{FF2B5EF4-FFF2-40B4-BE49-F238E27FC236}">
                <a16:creationId xmlns:a16="http://schemas.microsoft.com/office/drawing/2014/main" id="{451E72F5-2D18-41A6-BC63-A7148F1A04AE}"/>
              </a:ext>
            </a:extLst>
          </p:cNvPr>
          <p:cNvSpPr>
            <a:spLocks xmlns:a="http://schemas.openxmlformats.org/drawingml/2006/main" noGrp="1"/>
          </p:cNvSpPr>
          <p:nvPr/>
        </p:nvSpPr>
        <p:spPr>
          <a:xfrm xmlns:a="http://schemas.openxmlformats.org/drawingml/2006/main">
            <a:off x="320040" y="1689354"/>
            <a:ext cx="8503920" cy="19545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32" name="Google Shape;747;p11"/>
          <p:cNvCxnSpPr/>
          <p:nvPr/>
        </p:nvCxnSpPr>
        <p:spPr>
          <a:xfrm xmlns:a="http://schemas.openxmlformats.org/drawingml/2006/main">
            <a:off x="320040" y="1884807"/>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48" name="Google Shape;748;p11">
            <a:extLst xmlns:a="http://schemas.openxmlformats.org/drawingml/2006/main">
              <a:ext uri="{FF2B5EF4-FFF2-40B4-BE49-F238E27FC236}">
                <a16:creationId xmlns:a16="http://schemas.microsoft.com/office/drawing/2014/main" id="{C1D7B1BE-CBB3-454F-99D4-3E02A0771A01}"/>
              </a:ext>
            </a:extLst>
          </p:cNvPr>
          <p:cNvSpPr>
            <a:spLocks xmlns:a="http://schemas.openxmlformats.org/drawingml/2006/main" noGrp="1"/>
          </p:cNvSpPr>
          <p:nvPr/>
        </p:nvSpPr>
        <p:spPr>
          <a:xfrm xmlns:a="http://schemas.openxmlformats.org/drawingml/2006/main">
            <a:off x="374904" y="1689354"/>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11/02-12/18</a:t>
            </a:r>
            <a:endParaRPr sz="850" b="0" i="0" u="none" cap="none">
              <a:solidFill>
                <a:schemeClr val="dk1"/>
              </a:solidFill>
              <a:latin typeface="Arial"/>
              <a:ea typeface="Arial"/>
              <a:cs typeface="Arial"/>
            </a:endParaRPr>
          </a:p>
        </p:txBody>
      </p:sp>
      <p:sp>
        <p:nvSpPr>
          <p:cNvPr id="749" name="Google Shape;749;p11">
            <a:extLst xmlns:a="http://schemas.openxmlformats.org/drawingml/2006/main">
              <a:ext uri="{FF2B5EF4-FFF2-40B4-BE49-F238E27FC236}">
                <a16:creationId xmlns:a16="http://schemas.microsoft.com/office/drawing/2014/main" id="{6C8DCE7B-823E-4F59-B684-4FD152BAA145}"/>
              </a:ext>
            </a:extLst>
          </p:cNvPr>
          <p:cNvSpPr>
            <a:spLocks xmlns:a="http://schemas.openxmlformats.org/drawingml/2006/main" noGrp="1"/>
          </p:cNvSpPr>
          <p:nvPr/>
        </p:nvSpPr>
        <p:spPr>
          <a:xfrm xmlns:a="http://schemas.openxmlformats.org/drawingml/2006/main">
            <a:off x="1014984" y="1689354"/>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RP III - Perform</a:t>
            </a:r>
            <a:endParaRPr sz="850" b="0" i="0" u="none" cap="none">
              <a:solidFill>
                <a:schemeClr val="dk1"/>
              </a:solidFill>
              <a:latin typeface="Arial"/>
              <a:ea typeface="Arial"/>
              <a:cs typeface="Arial"/>
            </a:endParaRPr>
          </a:p>
        </p:txBody>
      </p:sp>
      <p:sp>
        <p:nvSpPr>
          <p:cNvPr id="750" name="Google Shape;750;p11">
            <a:extLst xmlns:a="http://schemas.openxmlformats.org/drawingml/2006/main">
              <a:ext uri="{FF2B5EF4-FFF2-40B4-BE49-F238E27FC236}">
                <a16:creationId xmlns:a16="http://schemas.microsoft.com/office/drawing/2014/main" id="{DED29C30-3ACC-47AE-BE9C-2935D7E18920}"/>
              </a:ext>
            </a:extLst>
          </p:cNvPr>
          <p:cNvSpPr>
            <a:spLocks xmlns:a="http://schemas.openxmlformats.org/drawingml/2006/main" noGrp="1"/>
          </p:cNvSpPr>
          <p:nvPr/>
        </p:nvSpPr>
        <p:spPr>
          <a:xfrm xmlns:a="http://schemas.openxmlformats.org/drawingml/2006/main">
            <a:off x="2386584" y="1689354"/>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Driver route, autonomous routine, mock event, semester portfolio defense</a:t>
            </a:r>
            <a:endParaRPr sz="850" b="0" i="0" u="none" cap="none">
              <a:solidFill>
                <a:schemeClr val="dk1"/>
              </a:solidFill>
              <a:latin typeface="Arial"/>
              <a:ea typeface="Arial"/>
              <a:cs typeface="Arial"/>
            </a:endParaRPr>
          </a:p>
        </p:txBody>
      </p:sp>
      <p:sp>
        <p:nvSpPr>
          <p:cNvPr id="751" name="Google Shape;751;p11">
            <a:extLst xmlns:a="http://schemas.openxmlformats.org/drawingml/2006/main">
              <a:ext uri="{FF2B5EF4-FFF2-40B4-BE49-F238E27FC236}">
                <a16:creationId xmlns:a16="http://schemas.microsoft.com/office/drawing/2014/main" id="{016C6E55-A27D-4EFA-9AAA-4760B34468B5}"/>
              </a:ext>
            </a:extLst>
          </p:cNvPr>
          <p:cNvSpPr>
            <a:spLocks xmlns:a="http://schemas.openxmlformats.org/drawingml/2006/main" noGrp="1"/>
          </p:cNvSpPr>
          <p:nvPr/>
        </p:nvSpPr>
        <p:spPr>
          <a:xfrm xmlns:a="http://schemas.openxmlformats.org/drawingml/2006/main">
            <a:off x="7690104" y="1689354"/>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37" name="Google Shape;752;p11"/>
          <p:cNvCxnSpPr/>
          <p:nvPr/>
        </p:nvCxnSpPr>
        <p:spPr>
          <a:xfrm xmlns:a="http://schemas.openxmlformats.org/drawingml/2006/main">
            <a:off x="320040" y="20802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53" name="Google Shape;753;p11">
            <a:extLst xmlns:a="http://schemas.openxmlformats.org/drawingml/2006/main">
              <a:ext uri="{FF2B5EF4-FFF2-40B4-BE49-F238E27FC236}">
                <a16:creationId xmlns:a16="http://schemas.microsoft.com/office/drawing/2014/main" id="{91B2852D-6ABF-47C8-8417-DF0CF19871A2}"/>
              </a:ext>
            </a:extLst>
          </p:cNvPr>
          <p:cNvSpPr>
            <a:spLocks xmlns:a="http://schemas.openxmlformats.org/drawingml/2006/main" noGrp="1"/>
          </p:cNvSpPr>
          <p:nvPr/>
        </p:nvSpPr>
        <p:spPr>
          <a:xfrm xmlns:a="http://schemas.openxmlformats.org/drawingml/2006/main">
            <a:off x="374904" y="1884807"/>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01/05-02/12</a:t>
            </a:r>
            <a:endParaRPr sz="850" b="0" i="0" u="none" cap="none">
              <a:solidFill>
                <a:schemeClr val="dk1"/>
              </a:solidFill>
              <a:latin typeface="Arial"/>
              <a:ea typeface="Arial"/>
              <a:cs typeface="Arial"/>
            </a:endParaRPr>
          </a:p>
        </p:txBody>
      </p:sp>
      <p:sp>
        <p:nvSpPr>
          <p:cNvPr id="754" name="Google Shape;754;p11">
            <a:extLst xmlns:a="http://schemas.openxmlformats.org/drawingml/2006/main">
              <a:ext uri="{FF2B5EF4-FFF2-40B4-BE49-F238E27FC236}">
                <a16:creationId xmlns:a16="http://schemas.microsoft.com/office/drawing/2014/main" id="{78091AAF-C6F3-43DC-864D-780F33D806D7}"/>
              </a:ext>
            </a:extLst>
          </p:cNvPr>
          <p:cNvSpPr>
            <a:spLocks xmlns:a="http://schemas.openxmlformats.org/drawingml/2006/main" noGrp="1"/>
          </p:cNvSpPr>
          <p:nvPr/>
        </p:nvSpPr>
        <p:spPr>
          <a:xfrm xmlns:a="http://schemas.openxmlformats.org/drawingml/2006/main">
            <a:off x="1014984" y="1884807"/>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RP IV - Rebuild</a:t>
            </a:r>
            <a:endParaRPr sz="850" b="0" i="0" u="none" cap="none">
              <a:solidFill>
                <a:schemeClr val="dk1"/>
              </a:solidFill>
              <a:latin typeface="Arial"/>
              <a:ea typeface="Arial"/>
              <a:cs typeface="Arial"/>
            </a:endParaRPr>
          </a:p>
        </p:txBody>
      </p:sp>
      <p:sp>
        <p:nvSpPr>
          <p:cNvPr id="755" name="Google Shape;755;p11">
            <a:extLst xmlns:a="http://schemas.openxmlformats.org/drawingml/2006/main">
              <a:ext uri="{FF2B5EF4-FFF2-40B4-BE49-F238E27FC236}">
                <a16:creationId xmlns:a16="http://schemas.microsoft.com/office/drawing/2014/main" id="{88295116-A1E5-4360-8711-6C2D165F9CC8}"/>
              </a:ext>
            </a:extLst>
          </p:cNvPr>
          <p:cNvSpPr>
            <a:spLocks xmlns:a="http://schemas.openxmlformats.org/drawingml/2006/main" noGrp="1"/>
          </p:cNvSpPr>
          <p:nvPr/>
        </p:nvSpPr>
        <p:spPr>
          <a:xfrm xmlns:a="http://schemas.openxmlformats.org/drawingml/2006/main">
            <a:off x="2386584" y="1884807"/>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Failure analysis, robot v2 proposal, A/B tests, skills benchmark</a:t>
            </a:r>
            <a:endParaRPr sz="850" b="0" i="0" u="none" cap="none">
              <a:solidFill>
                <a:schemeClr val="dk1"/>
              </a:solidFill>
              <a:latin typeface="Arial"/>
              <a:ea typeface="Arial"/>
              <a:cs typeface="Arial"/>
            </a:endParaRPr>
          </a:p>
        </p:txBody>
      </p:sp>
      <p:sp>
        <p:nvSpPr>
          <p:cNvPr id="756" name="Google Shape;756;p11">
            <a:extLst xmlns:a="http://schemas.openxmlformats.org/drawingml/2006/main">
              <a:ext uri="{FF2B5EF4-FFF2-40B4-BE49-F238E27FC236}">
                <a16:creationId xmlns:a16="http://schemas.microsoft.com/office/drawing/2014/main" id="{4BA404DB-F271-402E-8EA5-44DE4C53EE1A}"/>
              </a:ext>
            </a:extLst>
          </p:cNvPr>
          <p:cNvSpPr>
            <a:spLocks xmlns:a="http://schemas.openxmlformats.org/drawingml/2006/main" noGrp="1"/>
          </p:cNvSpPr>
          <p:nvPr/>
        </p:nvSpPr>
        <p:spPr>
          <a:xfrm xmlns:a="http://schemas.openxmlformats.org/drawingml/2006/main">
            <a:off x="7690104" y="1884807"/>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57" name="Google Shape;757;p11">
            <a:extLst xmlns:a="http://schemas.openxmlformats.org/drawingml/2006/main">
              <a:ext uri="{FF2B5EF4-FFF2-40B4-BE49-F238E27FC236}">
                <a16:creationId xmlns:a16="http://schemas.microsoft.com/office/drawing/2014/main" id="{DAA3AA25-3A2C-44F5-8BBA-1E4D7967DFBA}"/>
              </a:ext>
            </a:extLst>
          </p:cNvPr>
          <p:cNvSpPr>
            <a:spLocks xmlns:a="http://schemas.openxmlformats.org/drawingml/2006/main" noGrp="1"/>
          </p:cNvSpPr>
          <p:nvPr/>
        </p:nvSpPr>
        <p:spPr>
          <a:xfrm xmlns:a="http://schemas.openxmlformats.org/drawingml/2006/main">
            <a:off x="320040" y="2080260"/>
            <a:ext cx="8503920" cy="19545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43" name="Google Shape;758;p11"/>
          <p:cNvCxnSpPr/>
          <p:nvPr/>
        </p:nvCxnSpPr>
        <p:spPr>
          <a:xfrm xmlns:a="http://schemas.openxmlformats.org/drawingml/2006/main">
            <a:off x="320040" y="227571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59" name="Google Shape;759;p11">
            <a:extLst xmlns:a="http://schemas.openxmlformats.org/drawingml/2006/main">
              <a:ext uri="{FF2B5EF4-FFF2-40B4-BE49-F238E27FC236}">
                <a16:creationId xmlns:a16="http://schemas.microsoft.com/office/drawing/2014/main" id="{EE16B2DB-2064-4474-A279-8EF3AEBC0B0F}"/>
              </a:ext>
            </a:extLst>
          </p:cNvPr>
          <p:cNvSpPr>
            <a:spLocks xmlns:a="http://schemas.openxmlformats.org/drawingml/2006/main" noGrp="1"/>
          </p:cNvSpPr>
          <p:nvPr/>
        </p:nvSpPr>
        <p:spPr>
          <a:xfrm xmlns:a="http://schemas.openxmlformats.org/drawingml/2006/main">
            <a:off x="374904" y="2080260"/>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02/22-04/16</a:t>
            </a:r>
            <a:endParaRPr sz="850" b="0" i="0" u="none" cap="none">
              <a:solidFill>
                <a:schemeClr val="dk1"/>
              </a:solidFill>
              <a:latin typeface="Arial"/>
              <a:ea typeface="Arial"/>
              <a:cs typeface="Arial"/>
            </a:endParaRPr>
          </a:p>
        </p:txBody>
      </p:sp>
      <p:sp>
        <p:nvSpPr>
          <p:cNvPr id="760" name="Google Shape;760;p11">
            <a:extLst xmlns:a="http://schemas.openxmlformats.org/drawingml/2006/main">
              <a:ext uri="{FF2B5EF4-FFF2-40B4-BE49-F238E27FC236}">
                <a16:creationId xmlns:a16="http://schemas.microsoft.com/office/drawing/2014/main" id="{AF57F50A-3688-484D-9AAD-4977859A4220}"/>
              </a:ext>
            </a:extLst>
          </p:cNvPr>
          <p:cNvSpPr>
            <a:spLocks xmlns:a="http://schemas.openxmlformats.org/drawingml/2006/main" noGrp="1"/>
          </p:cNvSpPr>
          <p:nvPr/>
        </p:nvSpPr>
        <p:spPr>
          <a:xfrm xmlns:a="http://schemas.openxmlformats.org/drawingml/2006/main">
            <a:off x="1014984" y="2080260"/>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RP V - Compete</a:t>
            </a:r>
            <a:endParaRPr sz="850" b="0" i="0" u="none" cap="none">
              <a:solidFill>
                <a:schemeClr val="dk1"/>
              </a:solidFill>
              <a:latin typeface="Arial"/>
              <a:ea typeface="Arial"/>
              <a:cs typeface="Arial"/>
            </a:endParaRPr>
          </a:p>
        </p:txBody>
      </p:sp>
      <p:sp>
        <p:nvSpPr>
          <p:cNvPr id="761" name="Google Shape;761;p11">
            <a:extLst xmlns:a="http://schemas.openxmlformats.org/drawingml/2006/main">
              <a:ext uri="{FF2B5EF4-FFF2-40B4-BE49-F238E27FC236}">
                <a16:creationId xmlns:a16="http://schemas.microsoft.com/office/drawing/2014/main" id="{E2EA6B33-7B9A-4414-9EFE-CFB1F438D42D}"/>
              </a:ext>
            </a:extLst>
          </p:cNvPr>
          <p:cNvSpPr>
            <a:spLocks xmlns:a="http://schemas.openxmlformats.org/drawingml/2006/main" noGrp="1"/>
          </p:cNvSpPr>
          <p:nvPr/>
        </p:nvSpPr>
        <p:spPr>
          <a:xfrm xmlns:a="http://schemas.openxmlformats.org/drawingml/2006/main">
            <a:off x="2386584" y="2080260"/>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Scouting playbook, readiness gate, event data, competition reflection</a:t>
            </a:r>
            <a:endParaRPr sz="850" b="0" i="0" u="none" cap="none">
              <a:solidFill>
                <a:schemeClr val="dk1"/>
              </a:solidFill>
              <a:latin typeface="Arial"/>
              <a:ea typeface="Arial"/>
              <a:cs typeface="Arial"/>
            </a:endParaRPr>
          </a:p>
        </p:txBody>
      </p:sp>
      <p:sp>
        <p:nvSpPr>
          <p:cNvPr id="762" name="Google Shape;762;p11">
            <a:extLst xmlns:a="http://schemas.openxmlformats.org/drawingml/2006/main">
              <a:ext uri="{FF2B5EF4-FFF2-40B4-BE49-F238E27FC236}">
                <a16:creationId xmlns:a16="http://schemas.microsoft.com/office/drawing/2014/main" id="{5E6F69C3-2188-4B71-8709-76CB0827C5B0}"/>
              </a:ext>
            </a:extLst>
          </p:cNvPr>
          <p:cNvSpPr>
            <a:spLocks xmlns:a="http://schemas.openxmlformats.org/drawingml/2006/main" noGrp="1"/>
          </p:cNvSpPr>
          <p:nvPr/>
        </p:nvSpPr>
        <p:spPr>
          <a:xfrm xmlns:a="http://schemas.openxmlformats.org/drawingml/2006/main">
            <a:off x="7690104" y="2080260"/>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48" name="Google Shape;763;p11"/>
          <p:cNvCxnSpPr/>
          <p:nvPr/>
        </p:nvCxnSpPr>
        <p:spPr>
          <a:xfrm xmlns:a="http://schemas.openxmlformats.org/drawingml/2006/main">
            <a:off x="320040" y="247116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64" name="Google Shape;764;p11">
            <a:extLst xmlns:a="http://schemas.openxmlformats.org/drawingml/2006/main">
              <a:ext uri="{FF2B5EF4-FFF2-40B4-BE49-F238E27FC236}">
                <a16:creationId xmlns:a16="http://schemas.microsoft.com/office/drawing/2014/main" id="{BF1EEC20-790F-4B8A-8F8F-C72DE0B35ED8}"/>
              </a:ext>
            </a:extLst>
          </p:cNvPr>
          <p:cNvSpPr>
            <a:spLocks xmlns:a="http://schemas.openxmlformats.org/drawingml/2006/main" noGrp="1"/>
          </p:cNvSpPr>
          <p:nvPr/>
        </p:nvSpPr>
        <p:spPr>
          <a:xfrm xmlns:a="http://schemas.openxmlformats.org/drawingml/2006/main">
            <a:off x="374904" y="2275713"/>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04/19-06/04</a:t>
            </a:r>
            <a:endParaRPr sz="850" b="0" i="0" u="none" cap="none">
              <a:solidFill>
                <a:schemeClr val="dk1"/>
              </a:solidFill>
              <a:latin typeface="Arial"/>
              <a:ea typeface="Arial"/>
              <a:cs typeface="Arial"/>
            </a:endParaRPr>
          </a:p>
        </p:txBody>
      </p:sp>
      <p:sp>
        <p:nvSpPr>
          <p:cNvPr id="765" name="Google Shape;765;p11">
            <a:extLst xmlns:a="http://schemas.openxmlformats.org/drawingml/2006/main">
              <a:ext uri="{FF2B5EF4-FFF2-40B4-BE49-F238E27FC236}">
                <a16:creationId xmlns:a16="http://schemas.microsoft.com/office/drawing/2014/main" id="{D76A14E2-9B3F-4924-B021-D453CB7F0AAB}"/>
              </a:ext>
            </a:extLst>
          </p:cNvPr>
          <p:cNvSpPr>
            <a:spLocks xmlns:a="http://schemas.openxmlformats.org/drawingml/2006/main" noGrp="1"/>
          </p:cNvSpPr>
          <p:nvPr/>
        </p:nvSpPr>
        <p:spPr>
          <a:xfrm xmlns:a="http://schemas.openxmlformats.org/drawingml/2006/main">
            <a:off x="1014984" y="2275713"/>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RP VI - Legacy</a:t>
            </a:r>
            <a:endParaRPr sz="850" b="0" i="0" u="none" cap="none">
              <a:solidFill>
                <a:schemeClr val="dk1"/>
              </a:solidFill>
              <a:latin typeface="Arial"/>
              <a:ea typeface="Arial"/>
              <a:cs typeface="Arial"/>
            </a:endParaRPr>
          </a:p>
        </p:txBody>
      </p:sp>
      <p:sp>
        <p:nvSpPr>
          <p:cNvPr id="766" name="Google Shape;766;p11">
            <a:extLst xmlns:a="http://schemas.openxmlformats.org/drawingml/2006/main">
              <a:ext uri="{FF2B5EF4-FFF2-40B4-BE49-F238E27FC236}">
                <a16:creationId xmlns:a16="http://schemas.microsoft.com/office/drawing/2014/main" id="{AD0B0673-EB50-4C40-B9A8-08E0183A179D}"/>
              </a:ext>
            </a:extLst>
          </p:cNvPr>
          <p:cNvSpPr>
            <a:spLocks xmlns:a="http://schemas.openxmlformats.org/drawingml/2006/main" noGrp="1"/>
          </p:cNvSpPr>
          <p:nvPr/>
        </p:nvSpPr>
        <p:spPr>
          <a:xfrm xmlns:a="http://schemas.openxmlformats.org/drawingml/2006/main">
            <a:off x="2386584" y="2275713"/>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Micro-clinic, final portfolio, showcase, next-season handoff</a:t>
            </a:r>
            <a:endParaRPr sz="850" b="0" i="0" u="none" cap="none">
              <a:solidFill>
                <a:schemeClr val="dk1"/>
              </a:solidFill>
              <a:latin typeface="Arial"/>
              <a:ea typeface="Arial"/>
              <a:cs typeface="Arial"/>
            </a:endParaRPr>
          </a:p>
        </p:txBody>
      </p:sp>
      <p:sp>
        <p:nvSpPr>
          <p:cNvPr id="767" name="Google Shape;767;p11">
            <a:extLst xmlns:a="http://schemas.openxmlformats.org/drawingml/2006/main">
              <a:ext uri="{FF2B5EF4-FFF2-40B4-BE49-F238E27FC236}">
                <a16:creationId xmlns:a16="http://schemas.microsoft.com/office/drawing/2014/main" id="{5D3198FE-D2D9-4CE0-83D4-624736165075}"/>
              </a:ext>
            </a:extLst>
          </p:cNvPr>
          <p:cNvSpPr>
            <a:spLocks xmlns:a="http://schemas.openxmlformats.org/drawingml/2006/main" noGrp="1"/>
          </p:cNvSpPr>
          <p:nvPr/>
        </p:nvSpPr>
        <p:spPr>
          <a:xfrm xmlns:a="http://schemas.openxmlformats.org/drawingml/2006/main">
            <a:off x="7690104" y="2275713"/>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68" name="Google Shape;768;p11">
            <a:extLst xmlns:a="http://schemas.openxmlformats.org/drawingml/2006/main">
              <a:ext uri="{FF2B5EF4-FFF2-40B4-BE49-F238E27FC236}">
                <a16:creationId xmlns:a16="http://schemas.microsoft.com/office/drawing/2014/main" id="{BFBC9A29-4E09-45F9-BEF4-24CC568A42F8}"/>
              </a:ext>
            </a:extLst>
          </p:cNvPr>
          <p:cNvSpPr>
            <a:spLocks xmlns:a="http://schemas.openxmlformats.org/drawingml/2006/main" noGrp="1"/>
          </p:cNvSpPr>
          <p:nvPr/>
        </p:nvSpPr>
        <p:spPr>
          <a:xfrm xmlns:a="http://schemas.openxmlformats.org/drawingml/2006/main">
            <a:off x="320040" y="2471166"/>
            <a:ext cx="8503920" cy="19545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54" name="Google Shape;769;p11"/>
          <p:cNvCxnSpPr/>
          <p:nvPr/>
        </p:nvCxnSpPr>
        <p:spPr>
          <a:xfrm xmlns:a="http://schemas.openxmlformats.org/drawingml/2006/main">
            <a:off x="320040" y="2666619"/>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70" name="Google Shape;770;p11">
            <a:extLst xmlns:a="http://schemas.openxmlformats.org/drawingml/2006/main">
              <a:ext uri="{FF2B5EF4-FFF2-40B4-BE49-F238E27FC236}">
                <a16:creationId xmlns:a16="http://schemas.microsoft.com/office/drawing/2014/main" id="{D419D09C-4ADD-4CC4-85C6-02A6E6185313}"/>
              </a:ext>
            </a:extLst>
          </p:cNvPr>
          <p:cNvSpPr>
            <a:spLocks xmlns:a="http://schemas.openxmlformats.org/drawingml/2006/main" noGrp="1"/>
          </p:cNvSpPr>
          <p:nvPr/>
        </p:nvSpPr>
        <p:spPr>
          <a:xfrm xmlns:a="http://schemas.openxmlformats.org/drawingml/2006/main">
            <a:off x="374904" y="2471166"/>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UPDATES</a:t>
            </a:r>
            <a:endParaRPr sz="850" b="0" i="0" u="none" cap="none">
              <a:solidFill>
                <a:schemeClr val="dk1"/>
              </a:solidFill>
              <a:latin typeface="Arial"/>
              <a:ea typeface="Arial"/>
              <a:cs typeface="Arial"/>
            </a:endParaRPr>
          </a:p>
        </p:txBody>
      </p:sp>
      <p:sp>
        <p:nvSpPr>
          <p:cNvPr id="771" name="Google Shape;771;p11">
            <a:extLst xmlns:a="http://schemas.openxmlformats.org/drawingml/2006/main">
              <a:ext uri="{FF2B5EF4-FFF2-40B4-BE49-F238E27FC236}">
                <a16:creationId xmlns:a16="http://schemas.microsoft.com/office/drawing/2014/main" id="{D66A3029-FA34-4FAF-8294-ACDB72AE274F}"/>
              </a:ext>
            </a:extLst>
          </p:cNvPr>
          <p:cNvSpPr>
            <a:spLocks xmlns:a="http://schemas.openxmlformats.org/drawingml/2006/main" noGrp="1"/>
          </p:cNvSpPr>
          <p:nvPr/>
        </p:nvSpPr>
        <p:spPr>
          <a:xfrm xmlns:a="http://schemas.openxmlformats.org/drawingml/2006/main">
            <a:off x="1014984" y="2471166"/>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Manual checks</a:t>
            </a:r>
            <a:endParaRPr sz="850" b="0" i="0" u="none" cap="none">
              <a:solidFill>
                <a:schemeClr val="dk1"/>
              </a:solidFill>
              <a:latin typeface="Arial"/>
              <a:ea typeface="Arial"/>
              <a:cs typeface="Arial"/>
            </a:endParaRPr>
          </a:p>
        </p:txBody>
      </p:sp>
      <p:sp>
        <p:nvSpPr>
          <p:cNvPr id="772" name="Google Shape;772;p11">
            <a:extLst xmlns:a="http://schemas.openxmlformats.org/drawingml/2006/main">
              <a:ext uri="{FF2B5EF4-FFF2-40B4-BE49-F238E27FC236}">
                <a16:creationId xmlns:a16="http://schemas.microsoft.com/office/drawing/2014/main" id="{AB549A1D-2217-4D3D-B523-363B5C48B76A}"/>
              </a:ext>
            </a:extLst>
          </p:cNvPr>
          <p:cNvSpPr>
            <a:spLocks xmlns:a="http://schemas.openxmlformats.org/drawingml/2006/main" noGrp="1"/>
          </p:cNvSpPr>
          <p:nvPr/>
        </p:nvSpPr>
        <p:spPr>
          <a:xfrm xmlns:a="http://schemas.openxmlformats.org/drawingml/2006/main">
            <a:off x="2386584" y="2471166"/>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Log changes on Aug 13, Sep 10, Oct 15, Dec 10, Feb 4, Apr 1</a:t>
            </a:r>
            <a:endParaRPr sz="850" b="0" i="0" u="none" cap="none">
              <a:solidFill>
                <a:schemeClr val="dk1"/>
              </a:solidFill>
              <a:latin typeface="Arial"/>
              <a:ea typeface="Arial"/>
              <a:cs typeface="Arial"/>
            </a:endParaRPr>
          </a:p>
        </p:txBody>
      </p:sp>
      <p:sp>
        <p:nvSpPr>
          <p:cNvPr id="773" name="Google Shape;773;p11">
            <a:extLst xmlns:a="http://schemas.openxmlformats.org/drawingml/2006/main">
              <a:ext uri="{FF2B5EF4-FFF2-40B4-BE49-F238E27FC236}">
                <a16:creationId xmlns:a16="http://schemas.microsoft.com/office/drawing/2014/main" id="{B3B80D84-6634-4D5C-8F80-4EA1AACD1444}"/>
              </a:ext>
            </a:extLst>
          </p:cNvPr>
          <p:cNvSpPr>
            <a:spLocks xmlns:a="http://schemas.openxmlformats.org/drawingml/2006/main" noGrp="1"/>
          </p:cNvSpPr>
          <p:nvPr/>
        </p:nvSpPr>
        <p:spPr>
          <a:xfrm xmlns:a="http://schemas.openxmlformats.org/drawingml/2006/main">
            <a:off x="7690104" y="2471166"/>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59" name="Google Shape;774;p11"/>
          <p:cNvCxnSpPr/>
          <p:nvPr/>
        </p:nvCxnSpPr>
        <p:spPr>
          <a:xfrm xmlns:a="http://schemas.openxmlformats.org/drawingml/2006/main">
            <a:off x="320040" y="286207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75" name="Google Shape;775;p11">
            <a:extLst xmlns:a="http://schemas.openxmlformats.org/drawingml/2006/main">
              <a:ext uri="{FF2B5EF4-FFF2-40B4-BE49-F238E27FC236}">
                <a16:creationId xmlns:a16="http://schemas.microsoft.com/office/drawing/2014/main" id="{98A07306-F939-47B8-8699-0A98E39381CE}"/>
              </a:ext>
            </a:extLst>
          </p:cNvPr>
          <p:cNvSpPr>
            <a:spLocks xmlns:a="http://schemas.openxmlformats.org/drawingml/2006/main" noGrp="1"/>
          </p:cNvSpPr>
          <p:nvPr/>
        </p:nvSpPr>
        <p:spPr>
          <a:xfrm xmlns:a="http://schemas.openxmlformats.org/drawingml/2006/main">
            <a:off x="374904" y="2666619"/>
            <a:ext cx="58521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EACH RP</a:t>
            </a:r>
            <a:endParaRPr sz="850" b="0" i="0" u="none" cap="none">
              <a:solidFill>
                <a:schemeClr val="dk1"/>
              </a:solidFill>
              <a:latin typeface="Arial"/>
              <a:ea typeface="Arial"/>
              <a:cs typeface="Arial"/>
            </a:endParaRPr>
          </a:p>
        </p:txBody>
      </p:sp>
      <p:sp>
        <p:nvSpPr>
          <p:cNvPr id="776" name="Google Shape;776;p11">
            <a:extLst xmlns:a="http://schemas.openxmlformats.org/drawingml/2006/main">
              <a:ext uri="{FF2B5EF4-FFF2-40B4-BE49-F238E27FC236}">
                <a16:creationId xmlns:a16="http://schemas.microsoft.com/office/drawing/2014/main" id="{DA6B13C5-70AE-40C6-8105-B992E11BA4FC}"/>
              </a:ext>
            </a:extLst>
          </p:cNvPr>
          <p:cNvSpPr>
            <a:spLocks xmlns:a="http://schemas.openxmlformats.org/drawingml/2006/main" noGrp="1"/>
          </p:cNvSpPr>
          <p:nvPr/>
        </p:nvSpPr>
        <p:spPr>
          <a:xfrm xmlns:a="http://schemas.openxmlformats.org/drawingml/2006/main">
            <a:off x="1014984" y="2666619"/>
            <a:ext cx="131673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Notebook audit</a:t>
            </a:r>
            <a:endParaRPr sz="850" b="0" i="0" u="none" cap="none">
              <a:solidFill>
                <a:schemeClr val="dk1"/>
              </a:solidFill>
              <a:latin typeface="Arial"/>
              <a:ea typeface="Arial"/>
              <a:cs typeface="Arial"/>
            </a:endParaRPr>
          </a:p>
        </p:txBody>
      </p:sp>
      <p:sp>
        <p:nvSpPr>
          <p:cNvPr id="777" name="Google Shape;777;p11">
            <a:extLst xmlns:a="http://schemas.openxmlformats.org/drawingml/2006/main">
              <a:ext uri="{FF2B5EF4-FFF2-40B4-BE49-F238E27FC236}">
                <a16:creationId xmlns:a16="http://schemas.microsoft.com/office/drawing/2014/main" id="{2B4AD3F3-BF1E-4C66-997D-C99E83D1A3AA}"/>
              </a:ext>
            </a:extLst>
          </p:cNvPr>
          <p:cNvSpPr>
            <a:spLocks xmlns:a="http://schemas.openxmlformats.org/drawingml/2006/main" noGrp="1"/>
          </p:cNvSpPr>
          <p:nvPr/>
        </p:nvSpPr>
        <p:spPr>
          <a:xfrm xmlns:a="http://schemas.openxmlformats.org/drawingml/2006/main">
            <a:off x="2386584" y="2666619"/>
            <a:ext cx="52486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Dated evidence + individual ownership + next experiment</a:t>
            </a:r>
            <a:endParaRPr sz="850" b="0" i="0" u="none" cap="none">
              <a:solidFill>
                <a:schemeClr val="dk1"/>
              </a:solidFill>
              <a:latin typeface="Arial"/>
              <a:ea typeface="Arial"/>
              <a:cs typeface="Arial"/>
            </a:endParaRPr>
          </a:p>
        </p:txBody>
      </p:sp>
      <p:sp>
        <p:nvSpPr>
          <p:cNvPr id="778" name="Google Shape;778;p11">
            <a:extLst xmlns:a="http://schemas.openxmlformats.org/drawingml/2006/main">
              <a:ext uri="{FF2B5EF4-FFF2-40B4-BE49-F238E27FC236}">
                <a16:creationId xmlns:a16="http://schemas.microsoft.com/office/drawing/2014/main" id="{973B411F-413C-4C2A-9BDB-4266CC51CD7F}"/>
              </a:ext>
            </a:extLst>
          </p:cNvPr>
          <p:cNvSpPr>
            <a:spLocks xmlns:a="http://schemas.openxmlformats.org/drawingml/2006/main" noGrp="1"/>
          </p:cNvSpPr>
          <p:nvPr/>
        </p:nvSpPr>
        <p:spPr>
          <a:xfrm xmlns:a="http://schemas.openxmlformats.org/drawingml/2006/main">
            <a:off x="7690104" y="2666619"/>
            <a:ext cx="1133856" cy="1954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79" name="Google Shape;779;p11">
            <a:extLst xmlns:a="http://schemas.openxmlformats.org/drawingml/2006/main">
              <a:ext uri="{FF2B5EF4-FFF2-40B4-BE49-F238E27FC236}">
                <a16:creationId xmlns:a16="http://schemas.microsoft.com/office/drawing/2014/main" id="{E457C0E2-0795-4D2C-B5AA-2C188C7B4213}"/>
              </a:ext>
            </a:extLst>
          </p:cNvPr>
          <p:cNvSpPr>
            <a:spLocks xmlns:a="http://schemas.openxmlformats.org/drawingml/2006/main" noGrp="1"/>
          </p:cNvSpPr>
          <p:nvPr/>
        </p:nvSpPr>
        <p:spPr>
          <a:xfrm xmlns:a="http://schemas.openxmlformats.org/drawingml/2006/main">
            <a:off x="320040" y="1078992"/>
            <a:ext cx="8503920" cy="17830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80" name="Google Shape;780;p11">
            <a:extLst xmlns:a="http://schemas.openxmlformats.org/drawingml/2006/main">
              <a:ext uri="{FF2B5EF4-FFF2-40B4-BE49-F238E27FC236}">
                <a16:creationId xmlns:a16="http://schemas.microsoft.com/office/drawing/2014/main" id="{83652434-31B2-421D-A50F-332F861984A4}"/>
              </a:ext>
            </a:extLst>
          </p:cNvPr>
          <p:cNvSpPr>
            <a:spLocks xmlns:a="http://schemas.openxmlformats.org/drawingml/2006/main" noGrp="1"/>
          </p:cNvSpPr>
          <p:nvPr/>
        </p:nvSpPr>
        <p:spPr>
          <a:xfrm xmlns:a="http://schemas.openxmlformats.org/drawingml/2006/main">
            <a:off x="320040" y="2953512"/>
            <a:ext cx="8503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LEAD / BACKUP OWNERSHIP</a:t>
            </a:r>
            <a:endParaRPr sz="950" b="0" i="0" u="none" cap="none">
              <a:solidFill>
                <a:schemeClr val="dk1"/>
              </a:solidFill>
              <a:latin typeface="Arial"/>
              <a:ea typeface="Arial"/>
              <a:cs typeface="Arial"/>
            </a:endParaRPr>
          </a:p>
        </p:txBody>
      </p:sp>
      <p:sp>
        <p:nvSpPr>
          <p:cNvPr id="781" name="Google Shape;781;p11">
            <a:extLst xmlns:a="http://schemas.openxmlformats.org/drawingml/2006/main">
              <a:ext uri="{FF2B5EF4-FFF2-40B4-BE49-F238E27FC236}">
                <a16:creationId xmlns:a16="http://schemas.microsoft.com/office/drawing/2014/main" id="{B0B1B090-4D87-4E90-84C7-FE8B91798F5A}"/>
              </a:ext>
            </a:extLst>
          </p:cNvPr>
          <p:cNvSpPr>
            <a:spLocks xmlns:a="http://schemas.openxmlformats.org/drawingml/2006/main" noGrp="1"/>
          </p:cNvSpPr>
          <p:nvPr/>
        </p:nvSpPr>
        <p:spPr>
          <a:xfrm xmlns:a="http://schemas.openxmlformats.org/drawingml/2006/main">
            <a:off x="320040" y="3200400"/>
            <a:ext cx="8503920" cy="20116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782" name="Google Shape;782;p11">
            <a:extLst xmlns:a="http://schemas.openxmlformats.org/drawingml/2006/main">
              <a:ext uri="{FF2B5EF4-FFF2-40B4-BE49-F238E27FC236}">
                <a16:creationId xmlns:a16="http://schemas.microsoft.com/office/drawing/2014/main" id="{4DEA0E58-3A85-4287-8762-5A80243D2795}"/>
              </a:ext>
            </a:extLst>
          </p:cNvPr>
          <p:cNvSpPr>
            <a:spLocks xmlns:a="http://schemas.openxmlformats.org/drawingml/2006/main" noGrp="1"/>
          </p:cNvSpPr>
          <p:nvPr/>
        </p:nvSpPr>
        <p:spPr>
          <a:xfrm xmlns:a="http://schemas.openxmlformats.org/drawingml/2006/main">
            <a:off x="374904" y="3200400"/>
            <a:ext cx="2962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Task Area</a:t>
            </a:r>
            <a:endParaRPr sz="900" b="0" i="0" u="none" cap="none">
              <a:solidFill>
                <a:schemeClr val="dk1"/>
              </a:solidFill>
              <a:latin typeface="Arial"/>
              <a:ea typeface="Arial"/>
              <a:cs typeface="Arial"/>
            </a:endParaRPr>
          </a:p>
        </p:txBody>
      </p:sp>
      <p:sp>
        <p:nvSpPr>
          <p:cNvPr id="783" name="Google Shape;783;p11">
            <a:extLst xmlns:a="http://schemas.openxmlformats.org/drawingml/2006/main">
              <a:ext uri="{FF2B5EF4-FFF2-40B4-BE49-F238E27FC236}">
                <a16:creationId xmlns:a16="http://schemas.microsoft.com/office/drawing/2014/main" id="{10AA9D3D-90EA-4E29-A94C-93EDC52EA1E5}"/>
              </a:ext>
            </a:extLst>
          </p:cNvPr>
          <p:cNvSpPr>
            <a:spLocks xmlns:a="http://schemas.openxmlformats.org/drawingml/2006/main" noGrp="1"/>
          </p:cNvSpPr>
          <p:nvPr/>
        </p:nvSpPr>
        <p:spPr>
          <a:xfrm xmlns:a="http://schemas.openxmlformats.org/drawingml/2006/main">
            <a:off x="3392424" y="3200400"/>
            <a:ext cx="17739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Driver Pair</a:t>
            </a:r>
            <a:endParaRPr sz="900" b="0" i="0" u="none" cap="none">
              <a:solidFill>
                <a:schemeClr val="dk1"/>
              </a:solidFill>
              <a:latin typeface="Arial"/>
              <a:ea typeface="Arial"/>
              <a:cs typeface="Arial"/>
            </a:endParaRPr>
          </a:p>
        </p:txBody>
      </p:sp>
      <p:sp>
        <p:nvSpPr>
          <p:cNvPr id="784" name="Google Shape;784;p11">
            <a:extLst xmlns:a="http://schemas.openxmlformats.org/drawingml/2006/main">
              <a:ext uri="{FF2B5EF4-FFF2-40B4-BE49-F238E27FC236}">
                <a16:creationId xmlns:a16="http://schemas.microsoft.com/office/drawing/2014/main" id="{F9084F45-FD5E-4491-A790-2091D9FFAD1A}"/>
              </a:ext>
            </a:extLst>
          </p:cNvPr>
          <p:cNvSpPr>
            <a:spLocks xmlns:a="http://schemas.openxmlformats.org/drawingml/2006/main" noGrp="1"/>
          </p:cNvSpPr>
          <p:nvPr/>
        </p:nvSpPr>
        <p:spPr>
          <a:xfrm xmlns:a="http://schemas.openxmlformats.org/drawingml/2006/main">
            <a:off x="5221224" y="3200400"/>
            <a:ext cx="17739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Programmer Pair</a:t>
            </a:r>
            <a:endParaRPr sz="900" b="0" i="0" u="none" cap="none">
              <a:solidFill>
                <a:schemeClr val="dk1"/>
              </a:solidFill>
              <a:latin typeface="Arial"/>
              <a:ea typeface="Arial"/>
              <a:cs typeface="Arial"/>
            </a:endParaRPr>
          </a:p>
        </p:txBody>
      </p:sp>
      <p:sp>
        <p:nvSpPr>
          <p:cNvPr id="785" name="Google Shape;785;p11">
            <a:extLst xmlns:a="http://schemas.openxmlformats.org/drawingml/2006/main">
              <a:ext uri="{FF2B5EF4-FFF2-40B4-BE49-F238E27FC236}">
                <a16:creationId xmlns:a16="http://schemas.microsoft.com/office/drawing/2014/main" id="{C8F203BB-3E2A-42D8-A982-0D8FDEB3079C}"/>
              </a:ext>
            </a:extLst>
          </p:cNvPr>
          <p:cNvSpPr>
            <a:spLocks xmlns:a="http://schemas.openxmlformats.org/drawingml/2006/main" noGrp="1"/>
          </p:cNvSpPr>
          <p:nvPr/>
        </p:nvSpPr>
        <p:spPr>
          <a:xfrm xmlns:a="http://schemas.openxmlformats.org/drawingml/2006/main">
            <a:off x="7050024" y="3200400"/>
            <a:ext cx="17739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Strategist Pair</a:t>
            </a:r>
            <a:endParaRPr sz="900" b="0" i="0" u="none" cap="none">
              <a:solidFill>
                <a:schemeClr val="dk1"/>
              </a:solidFill>
              <a:latin typeface="Arial"/>
              <a:ea typeface="Arial"/>
              <a:cs typeface="Arial"/>
            </a:endParaRPr>
          </a:p>
        </p:txBody>
      </p:sp>
      <p:sp>
        <p:nvSpPr>
          <p:cNvPr id="786" name="Google Shape;786;p11">
            <a:extLst xmlns:a="http://schemas.openxmlformats.org/drawingml/2006/main">
              <a:ext uri="{FF2B5EF4-FFF2-40B4-BE49-F238E27FC236}">
                <a16:creationId xmlns:a16="http://schemas.microsoft.com/office/drawing/2014/main" id="{EAB47ECE-97CA-4454-A8CE-D7D8F0FF44F1}"/>
              </a:ext>
            </a:extLst>
          </p:cNvPr>
          <p:cNvSpPr>
            <a:spLocks xmlns:a="http://schemas.openxmlformats.org/drawingml/2006/main" noGrp="1"/>
          </p:cNvSpPr>
          <p:nvPr/>
        </p:nvSpPr>
        <p:spPr>
          <a:xfrm xmlns:a="http://schemas.openxmlformats.org/drawingml/2006/main">
            <a:off x="320040" y="3401568"/>
            <a:ext cx="8503920" cy="1645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72" name="Google Shape;787;p11"/>
          <p:cNvCxnSpPr/>
          <p:nvPr/>
        </p:nvCxnSpPr>
        <p:spPr>
          <a:xfrm xmlns:a="http://schemas.openxmlformats.org/drawingml/2006/main">
            <a:off x="320040" y="35661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88" name="Google Shape;788;p11">
            <a:extLst xmlns:a="http://schemas.openxmlformats.org/drawingml/2006/main">
              <a:ext uri="{FF2B5EF4-FFF2-40B4-BE49-F238E27FC236}">
                <a16:creationId xmlns:a16="http://schemas.microsoft.com/office/drawing/2014/main" id="{C794F63E-178A-4531-930C-49DE3415985D}"/>
              </a:ext>
            </a:extLst>
          </p:cNvPr>
          <p:cNvSpPr>
            <a:spLocks xmlns:a="http://schemas.openxmlformats.org/drawingml/2006/main" noGrp="1"/>
          </p:cNvSpPr>
          <p:nvPr/>
        </p:nvSpPr>
        <p:spPr>
          <a:xfrm xmlns:a="http://schemas.openxmlformats.org/drawingml/2006/main">
            <a:off x="374904" y="3401568"/>
            <a:ext cx="2962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Build Log</a:t>
            </a:r>
            <a:endParaRPr sz="850" b="0" i="0" u="none" cap="none">
              <a:solidFill>
                <a:schemeClr val="dk1"/>
              </a:solidFill>
              <a:latin typeface="Arial"/>
              <a:ea typeface="Arial"/>
              <a:cs typeface="Arial"/>
            </a:endParaRPr>
          </a:p>
        </p:txBody>
      </p:sp>
      <p:sp>
        <p:nvSpPr>
          <p:cNvPr id="789" name="Google Shape;789;p11">
            <a:extLst xmlns:a="http://schemas.openxmlformats.org/drawingml/2006/main">
              <a:ext uri="{FF2B5EF4-FFF2-40B4-BE49-F238E27FC236}">
                <a16:creationId xmlns:a16="http://schemas.microsoft.com/office/drawing/2014/main" id="{33C45B8B-5340-418E-A519-72C91D5D4F99}"/>
              </a:ext>
            </a:extLst>
          </p:cNvPr>
          <p:cNvSpPr>
            <a:spLocks xmlns:a="http://schemas.openxmlformats.org/drawingml/2006/main" noGrp="1"/>
          </p:cNvSpPr>
          <p:nvPr/>
        </p:nvSpPr>
        <p:spPr>
          <a:xfrm xmlns:a="http://schemas.openxmlformats.org/drawingml/2006/main">
            <a:off x="3392424" y="3401568"/>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90" name="Google Shape;790;p11">
            <a:extLst xmlns:a="http://schemas.openxmlformats.org/drawingml/2006/main">
              <a:ext uri="{FF2B5EF4-FFF2-40B4-BE49-F238E27FC236}">
                <a16:creationId xmlns:a16="http://schemas.microsoft.com/office/drawing/2014/main" id="{6CA21DE2-A79E-4E8A-A4DB-351D92FE9BF5}"/>
              </a:ext>
            </a:extLst>
          </p:cNvPr>
          <p:cNvSpPr>
            <a:spLocks xmlns:a="http://schemas.openxmlformats.org/drawingml/2006/main" noGrp="1"/>
          </p:cNvSpPr>
          <p:nvPr/>
        </p:nvSpPr>
        <p:spPr>
          <a:xfrm xmlns:a="http://schemas.openxmlformats.org/drawingml/2006/main">
            <a:off x="5221224" y="3401568"/>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91" name="Google Shape;791;p11">
            <a:extLst xmlns:a="http://schemas.openxmlformats.org/drawingml/2006/main">
              <a:ext uri="{FF2B5EF4-FFF2-40B4-BE49-F238E27FC236}">
                <a16:creationId xmlns:a16="http://schemas.microsoft.com/office/drawing/2014/main" id="{B4D1E8C3-D825-41D9-98E1-489546C70ADA}"/>
              </a:ext>
            </a:extLst>
          </p:cNvPr>
          <p:cNvSpPr>
            <a:spLocks xmlns:a="http://schemas.openxmlformats.org/drawingml/2006/main" noGrp="1"/>
          </p:cNvSpPr>
          <p:nvPr/>
        </p:nvSpPr>
        <p:spPr>
          <a:xfrm xmlns:a="http://schemas.openxmlformats.org/drawingml/2006/main">
            <a:off x="7050024" y="3401568"/>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77" name="Google Shape;792;p11"/>
          <p:cNvCxnSpPr/>
          <p:nvPr/>
        </p:nvCxnSpPr>
        <p:spPr>
          <a:xfrm xmlns:a="http://schemas.openxmlformats.org/drawingml/2006/main">
            <a:off x="320040" y="373075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93" name="Google Shape;793;p11">
            <a:extLst xmlns:a="http://schemas.openxmlformats.org/drawingml/2006/main">
              <a:ext uri="{FF2B5EF4-FFF2-40B4-BE49-F238E27FC236}">
                <a16:creationId xmlns:a16="http://schemas.microsoft.com/office/drawing/2014/main" id="{3E99FEF2-8909-4C03-AB72-B78B06F41CEA}"/>
              </a:ext>
            </a:extLst>
          </p:cNvPr>
          <p:cNvSpPr>
            <a:spLocks xmlns:a="http://schemas.openxmlformats.org/drawingml/2006/main" noGrp="1"/>
          </p:cNvSpPr>
          <p:nvPr/>
        </p:nvSpPr>
        <p:spPr>
          <a:xfrm xmlns:a="http://schemas.openxmlformats.org/drawingml/2006/main">
            <a:off x="374904" y="3566160"/>
            <a:ext cx="2962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Design / Sketches</a:t>
            </a:r>
            <a:endParaRPr sz="850" b="0" i="0" u="none" cap="none">
              <a:solidFill>
                <a:schemeClr val="dk1"/>
              </a:solidFill>
              <a:latin typeface="Arial"/>
              <a:ea typeface="Arial"/>
              <a:cs typeface="Arial"/>
            </a:endParaRPr>
          </a:p>
        </p:txBody>
      </p:sp>
      <p:sp>
        <p:nvSpPr>
          <p:cNvPr id="794" name="Google Shape;794;p11">
            <a:extLst xmlns:a="http://schemas.openxmlformats.org/drawingml/2006/main">
              <a:ext uri="{FF2B5EF4-FFF2-40B4-BE49-F238E27FC236}">
                <a16:creationId xmlns:a16="http://schemas.microsoft.com/office/drawing/2014/main" id="{2DE0CA75-26C3-483D-B93D-E0AE863AAADA}"/>
              </a:ext>
            </a:extLst>
          </p:cNvPr>
          <p:cNvSpPr>
            <a:spLocks xmlns:a="http://schemas.openxmlformats.org/drawingml/2006/main" noGrp="1"/>
          </p:cNvSpPr>
          <p:nvPr/>
        </p:nvSpPr>
        <p:spPr>
          <a:xfrm xmlns:a="http://schemas.openxmlformats.org/drawingml/2006/main">
            <a:off x="3392424" y="3566160"/>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95" name="Google Shape;795;p11">
            <a:extLst xmlns:a="http://schemas.openxmlformats.org/drawingml/2006/main">
              <a:ext uri="{FF2B5EF4-FFF2-40B4-BE49-F238E27FC236}">
                <a16:creationId xmlns:a16="http://schemas.microsoft.com/office/drawing/2014/main" id="{02DC7FF7-A999-4123-91E0-6B838D85B514}"/>
              </a:ext>
            </a:extLst>
          </p:cNvPr>
          <p:cNvSpPr>
            <a:spLocks xmlns:a="http://schemas.openxmlformats.org/drawingml/2006/main" noGrp="1"/>
          </p:cNvSpPr>
          <p:nvPr/>
        </p:nvSpPr>
        <p:spPr>
          <a:xfrm xmlns:a="http://schemas.openxmlformats.org/drawingml/2006/main">
            <a:off x="5221224" y="3566160"/>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96" name="Google Shape;796;p11">
            <a:extLst xmlns:a="http://schemas.openxmlformats.org/drawingml/2006/main">
              <a:ext uri="{FF2B5EF4-FFF2-40B4-BE49-F238E27FC236}">
                <a16:creationId xmlns:a16="http://schemas.microsoft.com/office/drawing/2014/main" id="{380B1ADC-30B0-4708-8422-E7DEB5E06FE3}"/>
              </a:ext>
            </a:extLst>
          </p:cNvPr>
          <p:cNvSpPr>
            <a:spLocks xmlns:a="http://schemas.openxmlformats.org/drawingml/2006/main" noGrp="1"/>
          </p:cNvSpPr>
          <p:nvPr/>
        </p:nvSpPr>
        <p:spPr>
          <a:xfrm xmlns:a="http://schemas.openxmlformats.org/drawingml/2006/main">
            <a:off x="7050024" y="3566160"/>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797" name="Google Shape;797;p11">
            <a:extLst xmlns:a="http://schemas.openxmlformats.org/drawingml/2006/main">
              <a:ext uri="{FF2B5EF4-FFF2-40B4-BE49-F238E27FC236}">
                <a16:creationId xmlns:a16="http://schemas.microsoft.com/office/drawing/2014/main" id="{E30A7F7F-86D6-452B-96A5-4B3DA8BC1B8C}"/>
              </a:ext>
            </a:extLst>
          </p:cNvPr>
          <p:cNvSpPr>
            <a:spLocks xmlns:a="http://schemas.openxmlformats.org/drawingml/2006/main" noGrp="1"/>
          </p:cNvSpPr>
          <p:nvPr/>
        </p:nvSpPr>
        <p:spPr>
          <a:xfrm xmlns:a="http://schemas.openxmlformats.org/drawingml/2006/main">
            <a:off x="320040" y="3730752"/>
            <a:ext cx="8503920" cy="1645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83" name="Google Shape;798;p11"/>
          <p:cNvCxnSpPr/>
          <p:nvPr/>
        </p:nvCxnSpPr>
        <p:spPr>
          <a:xfrm xmlns:a="http://schemas.openxmlformats.org/drawingml/2006/main">
            <a:off x="320040" y="389534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799" name="Google Shape;799;p11">
            <a:extLst xmlns:a="http://schemas.openxmlformats.org/drawingml/2006/main">
              <a:ext uri="{FF2B5EF4-FFF2-40B4-BE49-F238E27FC236}">
                <a16:creationId xmlns:a16="http://schemas.microsoft.com/office/drawing/2014/main" id="{D9B1B3F9-20C4-4BCA-997F-334D6DB118F9}"/>
              </a:ext>
            </a:extLst>
          </p:cNvPr>
          <p:cNvSpPr>
            <a:spLocks xmlns:a="http://schemas.openxmlformats.org/drawingml/2006/main" noGrp="1"/>
          </p:cNvSpPr>
          <p:nvPr/>
        </p:nvSpPr>
        <p:spPr>
          <a:xfrm xmlns:a="http://schemas.openxmlformats.org/drawingml/2006/main">
            <a:off x="374904" y="3730752"/>
            <a:ext cx="2962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Code / Autonomous</a:t>
            </a:r>
            <a:endParaRPr sz="850" b="0" i="0" u="none" cap="none">
              <a:solidFill>
                <a:schemeClr val="dk1"/>
              </a:solidFill>
              <a:latin typeface="Arial"/>
              <a:ea typeface="Arial"/>
              <a:cs typeface="Arial"/>
            </a:endParaRPr>
          </a:p>
        </p:txBody>
      </p:sp>
      <p:sp>
        <p:nvSpPr>
          <p:cNvPr id="800" name="Google Shape;800;p11">
            <a:extLst xmlns:a="http://schemas.openxmlformats.org/drawingml/2006/main">
              <a:ext uri="{FF2B5EF4-FFF2-40B4-BE49-F238E27FC236}">
                <a16:creationId xmlns:a16="http://schemas.microsoft.com/office/drawing/2014/main" id="{81670B8F-7D43-44A2-B4C0-08CE77D1A25B}"/>
              </a:ext>
            </a:extLst>
          </p:cNvPr>
          <p:cNvSpPr>
            <a:spLocks xmlns:a="http://schemas.openxmlformats.org/drawingml/2006/main" noGrp="1"/>
          </p:cNvSpPr>
          <p:nvPr/>
        </p:nvSpPr>
        <p:spPr>
          <a:xfrm xmlns:a="http://schemas.openxmlformats.org/drawingml/2006/main">
            <a:off x="3392424" y="3730752"/>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01" name="Google Shape;801;p11">
            <a:extLst xmlns:a="http://schemas.openxmlformats.org/drawingml/2006/main">
              <a:ext uri="{FF2B5EF4-FFF2-40B4-BE49-F238E27FC236}">
                <a16:creationId xmlns:a16="http://schemas.microsoft.com/office/drawing/2014/main" id="{D904D482-5495-46FF-B253-2D81D626B69B}"/>
              </a:ext>
            </a:extLst>
          </p:cNvPr>
          <p:cNvSpPr>
            <a:spLocks xmlns:a="http://schemas.openxmlformats.org/drawingml/2006/main" noGrp="1"/>
          </p:cNvSpPr>
          <p:nvPr/>
        </p:nvSpPr>
        <p:spPr>
          <a:xfrm xmlns:a="http://schemas.openxmlformats.org/drawingml/2006/main">
            <a:off x="5221224" y="3730752"/>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02" name="Google Shape;802;p11">
            <a:extLst xmlns:a="http://schemas.openxmlformats.org/drawingml/2006/main">
              <a:ext uri="{FF2B5EF4-FFF2-40B4-BE49-F238E27FC236}">
                <a16:creationId xmlns:a16="http://schemas.microsoft.com/office/drawing/2014/main" id="{5F285D26-E25B-40A5-BDCF-B345826A5069}"/>
              </a:ext>
            </a:extLst>
          </p:cNvPr>
          <p:cNvSpPr>
            <a:spLocks xmlns:a="http://schemas.openxmlformats.org/drawingml/2006/main" noGrp="1"/>
          </p:cNvSpPr>
          <p:nvPr/>
        </p:nvSpPr>
        <p:spPr>
          <a:xfrm xmlns:a="http://schemas.openxmlformats.org/drawingml/2006/main">
            <a:off x="7050024" y="3730752"/>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88" name="Google Shape;803;p11"/>
          <p:cNvCxnSpPr/>
          <p:nvPr/>
        </p:nvCxnSpPr>
        <p:spPr>
          <a:xfrm xmlns:a="http://schemas.openxmlformats.org/drawingml/2006/main">
            <a:off x="320040" y="405993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04" name="Google Shape;804;p11">
            <a:extLst xmlns:a="http://schemas.openxmlformats.org/drawingml/2006/main">
              <a:ext uri="{FF2B5EF4-FFF2-40B4-BE49-F238E27FC236}">
                <a16:creationId xmlns:a16="http://schemas.microsoft.com/office/drawing/2014/main" id="{0C2173D4-DB48-4915-BD2D-EC75E7C4E3E7}"/>
              </a:ext>
            </a:extLst>
          </p:cNvPr>
          <p:cNvSpPr>
            <a:spLocks xmlns:a="http://schemas.openxmlformats.org/drawingml/2006/main" noGrp="1"/>
          </p:cNvSpPr>
          <p:nvPr/>
        </p:nvSpPr>
        <p:spPr>
          <a:xfrm xmlns:a="http://schemas.openxmlformats.org/drawingml/2006/main">
            <a:off x="374904" y="3895344"/>
            <a:ext cx="2962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Testing</a:t>
            </a:r>
            <a:endParaRPr sz="850" b="0" i="0" u="none" cap="none">
              <a:solidFill>
                <a:schemeClr val="dk1"/>
              </a:solidFill>
              <a:latin typeface="Arial"/>
              <a:ea typeface="Arial"/>
              <a:cs typeface="Arial"/>
            </a:endParaRPr>
          </a:p>
        </p:txBody>
      </p:sp>
      <p:sp>
        <p:nvSpPr>
          <p:cNvPr id="805" name="Google Shape;805;p11">
            <a:extLst xmlns:a="http://schemas.openxmlformats.org/drawingml/2006/main">
              <a:ext uri="{FF2B5EF4-FFF2-40B4-BE49-F238E27FC236}">
                <a16:creationId xmlns:a16="http://schemas.microsoft.com/office/drawing/2014/main" id="{DB2B382E-591A-439E-AC2A-8891EA6E1D8B}"/>
              </a:ext>
            </a:extLst>
          </p:cNvPr>
          <p:cNvSpPr>
            <a:spLocks xmlns:a="http://schemas.openxmlformats.org/drawingml/2006/main" noGrp="1"/>
          </p:cNvSpPr>
          <p:nvPr/>
        </p:nvSpPr>
        <p:spPr>
          <a:xfrm xmlns:a="http://schemas.openxmlformats.org/drawingml/2006/main">
            <a:off x="3392424" y="3895344"/>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06" name="Google Shape;806;p11">
            <a:extLst xmlns:a="http://schemas.openxmlformats.org/drawingml/2006/main">
              <a:ext uri="{FF2B5EF4-FFF2-40B4-BE49-F238E27FC236}">
                <a16:creationId xmlns:a16="http://schemas.microsoft.com/office/drawing/2014/main" id="{B2C56B19-8249-492A-ADBE-6246F8FF61F3}"/>
              </a:ext>
            </a:extLst>
          </p:cNvPr>
          <p:cNvSpPr>
            <a:spLocks xmlns:a="http://schemas.openxmlformats.org/drawingml/2006/main" noGrp="1"/>
          </p:cNvSpPr>
          <p:nvPr/>
        </p:nvSpPr>
        <p:spPr>
          <a:xfrm xmlns:a="http://schemas.openxmlformats.org/drawingml/2006/main">
            <a:off x="5221224" y="3895344"/>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07" name="Google Shape;807;p11">
            <a:extLst xmlns:a="http://schemas.openxmlformats.org/drawingml/2006/main">
              <a:ext uri="{FF2B5EF4-FFF2-40B4-BE49-F238E27FC236}">
                <a16:creationId xmlns:a16="http://schemas.microsoft.com/office/drawing/2014/main" id="{A9520018-CA2B-4F63-AA1E-285F3E2FD8D5}"/>
              </a:ext>
            </a:extLst>
          </p:cNvPr>
          <p:cNvSpPr>
            <a:spLocks xmlns:a="http://schemas.openxmlformats.org/drawingml/2006/main" noGrp="1"/>
          </p:cNvSpPr>
          <p:nvPr/>
        </p:nvSpPr>
        <p:spPr>
          <a:xfrm xmlns:a="http://schemas.openxmlformats.org/drawingml/2006/main">
            <a:off x="7050024" y="3895344"/>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08" name="Google Shape;808;p11">
            <a:extLst xmlns:a="http://schemas.openxmlformats.org/drawingml/2006/main">
              <a:ext uri="{FF2B5EF4-FFF2-40B4-BE49-F238E27FC236}">
                <a16:creationId xmlns:a16="http://schemas.microsoft.com/office/drawing/2014/main" id="{D9770532-DCF8-4BB0-BCD0-532CC1CE98C2}"/>
              </a:ext>
            </a:extLst>
          </p:cNvPr>
          <p:cNvSpPr>
            <a:spLocks xmlns:a="http://schemas.openxmlformats.org/drawingml/2006/main" noGrp="1"/>
          </p:cNvSpPr>
          <p:nvPr/>
        </p:nvSpPr>
        <p:spPr>
          <a:xfrm xmlns:a="http://schemas.openxmlformats.org/drawingml/2006/main">
            <a:off x="320040" y="4059936"/>
            <a:ext cx="8503920" cy="1645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94" name="Google Shape;809;p11"/>
          <p:cNvCxnSpPr/>
          <p:nvPr/>
        </p:nvCxnSpPr>
        <p:spPr>
          <a:xfrm xmlns:a="http://schemas.openxmlformats.org/drawingml/2006/main">
            <a:off x="320040" y="422452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10" name="Google Shape;810;p11">
            <a:extLst xmlns:a="http://schemas.openxmlformats.org/drawingml/2006/main">
              <a:ext uri="{FF2B5EF4-FFF2-40B4-BE49-F238E27FC236}">
                <a16:creationId xmlns:a16="http://schemas.microsoft.com/office/drawing/2014/main" id="{E034B384-2D53-4B6D-B7C3-5E7B768EC800}"/>
              </a:ext>
            </a:extLst>
          </p:cNvPr>
          <p:cNvSpPr>
            <a:spLocks xmlns:a="http://schemas.openxmlformats.org/drawingml/2006/main" noGrp="1"/>
          </p:cNvSpPr>
          <p:nvPr/>
        </p:nvSpPr>
        <p:spPr>
          <a:xfrm xmlns:a="http://schemas.openxmlformats.org/drawingml/2006/main">
            <a:off x="374904" y="4059936"/>
            <a:ext cx="2962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Game Analysis</a:t>
            </a:r>
            <a:endParaRPr sz="850" b="0" i="0" u="none" cap="none">
              <a:solidFill>
                <a:schemeClr val="dk1"/>
              </a:solidFill>
              <a:latin typeface="Arial"/>
              <a:ea typeface="Arial"/>
              <a:cs typeface="Arial"/>
            </a:endParaRPr>
          </a:p>
        </p:txBody>
      </p:sp>
      <p:sp>
        <p:nvSpPr>
          <p:cNvPr id="811" name="Google Shape;811;p11">
            <a:extLst xmlns:a="http://schemas.openxmlformats.org/drawingml/2006/main">
              <a:ext uri="{FF2B5EF4-FFF2-40B4-BE49-F238E27FC236}">
                <a16:creationId xmlns:a16="http://schemas.microsoft.com/office/drawing/2014/main" id="{C9D5611D-FF39-4AE3-9F7E-885106DF3EED}"/>
              </a:ext>
            </a:extLst>
          </p:cNvPr>
          <p:cNvSpPr>
            <a:spLocks xmlns:a="http://schemas.openxmlformats.org/drawingml/2006/main" noGrp="1"/>
          </p:cNvSpPr>
          <p:nvPr/>
        </p:nvSpPr>
        <p:spPr>
          <a:xfrm xmlns:a="http://schemas.openxmlformats.org/drawingml/2006/main">
            <a:off x="3392424" y="405993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12" name="Google Shape;812;p11">
            <a:extLst xmlns:a="http://schemas.openxmlformats.org/drawingml/2006/main">
              <a:ext uri="{FF2B5EF4-FFF2-40B4-BE49-F238E27FC236}">
                <a16:creationId xmlns:a16="http://schemas.microsoft.com/office/drawing/2014/main" id="{ABD647F8-9213-4AF3-AF05-D4BC9CAD1F68}"/>
              </a:ext>
            </a:extLst>
          </p:cNvPr>
          <p:cNvSpPr>
            <a:spLocks xmlns:a="http://schemas.openxmlformats.org/drawingml/2006/main" noGrp="1"/>
          </p:cNvSpPr>
          <p:nvPr/>
        </p:nvSpPr>
        <p:spPr>
          <a:xfrm xmlns:a="http://schemas.openxmlformats.org/drawingml/2006/main">
            <a:off x="5221224" y="405993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13" name="Google Shape;813;p11">
            <a:extLst xmlns:a="http://schemas.openxmlformats.org/drawingml/2006/main">
              <a:ext uri="{FF2B5EF4-FFF2-40B4-BE49-F238E27FC236}">
                <a16:creationId xmlns:a16="http://schemas.microsoft.com/office/drawing/2014/main" id="{D4DE1B41-BE2E-444C-9B0F-3CCB0CDAC451}"/>
              </a:ext>
            </a:extLst>
          </p:cNvPr>
          <p:cNvSpPr>
            <a:spLocks xmlns:a="http://schemas.openxmlformats.org/drawingml/2006/main" noGrp="1"/>
          </p:cNvSpPr>
          <p:nvPr/>
        </p:nvSpPr>
        <p:spPr>
          <a:xfrm xmlns:a="http://schemas.openxmlformats.org/drawingml/2006/main">
            <a:off x="7050024" y="405993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099" name="Google Shape;814;p11"/>
          <p:cNvCxnSpPr/>
          <p:nvPr/>
        </p:nvCxnSpPr>
        <p:spPr>
          <a:xfrm xmlns:a="http://schemas.openxmlformats.org/drawingml/2006/main">
            <a:off x="320040" y="438912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15" name="Google Shape;815;p11">
            <a:extLst xmlns:a="http://schemas.openxmlformats.org/drawingml/2006/main">
              <a:ext uri="{FF2B5EF4-FFF2-40B4-BE49-F238E27FC236}">
                <a16:creationId xmlns:a16="http://schemas.microsoft.com/office/drawing/2014/main" id="{E0F4F911-86E4-4B70-971D-79DED83EE800}"/>
              </a:ext>
            </a:extLst>
          </p:cNvPr>
          <p:cNvSpPr>
            <a:spLocks xmlns:a="http://schemas.openxmlformats.org/drawingml/2006/main" noGrp="1"/>
          </p:cNvSpPr>
          <p:nvPr/>
        </p:nvSpPr>
        <p:spPr>
          <a:xfrm xmlns:a="http://schemas.openxmlformats.org/drawingml/2006/main">
            <a:off x="374904" y="4224528"/>
            <a:ext cx="2962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Notebook Review</a:t>
            </a:r>
            <a:endParaRPr sz="850" b="0" i="0" u="none" cap="none">
              <a:solidFill>
                <a:schemeClr val="dk1"/>
              </a:solidFill>
              <a:latin typeface="Arial"/>
              <a:ea typeface="Arial"/>
              <a:cs typeface="Arial"/>
            </a:endParaRPr>
          </a:p>
        </p:txBody>
      </p:sp>
      <p:sp>
        <p:nvSpPr>
          <p:cNvPr id="816" name="Google Shape;816;p11">
            <a:extLst xmlns:a="http://schemas.openxmlformats.org/drawingml/2006/main">
              <a:ext uri="{FF2B5EF4-FFF2-40B4-BE49-F238E27FC236}">
                <a16:creationId xmlns:a16="http://schemas.microsoft.com/office/drawing/2014/main" id="{110338F4-5D55-4E24-B16B-EF4F4FE4EF13}"/>
              </a:ext>
            </a:extLst>
          </p:cNvPr>
          <p:cNvSpPr>
            <a:spLocks xmlns:a="http://schemas.openxmlformats.org/drawingml/2006/main" noGrp="1"/>
          </p:cNvSpPr>
          <p:nvPr/>
        </p:nvSpPr>
        <p:spPr>
          <a:xfrm xmlns:a="http://schemas.openxmlformats.org/drawingml/2006/main">
            <a:off x="3392424" y="4224528"/>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17" name="Google Shape;817;p11">
            <a:extLst xmlns:a="http://schemas.openxmlformats.org/drawingml/2006/main">
              <a:ext uri="{FF2B5EF4-FFF2-40B4-BE49-F238E27FC236}">
                <a16:creationId xmlns:a16="http://schemas.microsoft.com/office/drawing/2014/main" id="{9D8E6174-1BC4-402B-9B63-97EE6777AC3D}"/>
              </a:ext>
            </a:extLst>
          </p:cNvPr>
          <p:cNvSpPr>
            <a:spLocks xmlns:a="http://schemas.openxmlformats.org/drawingml/2006/main" noGrp="1"/>
          </p:cNvSpPr>
          <p:nvPr/>
        </p:nvSpPr>
        <p:spPr>
          <a:xfrm xmlns:a="http://schemas.openxmlformats.org/drawingml/2006/main">
            <a:off x="5221224" y="4224528"/>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18" name="Google Shape;818;p11">
            <a:extLst xmlns:a="http://schemas.openxmlformats.org/drawingml/2006/main">
              <a:ext uri="{FF2B5EF4-FFF2-40B4-BE49-F238E27FC236}">
                <a16:creationId xmlns:a16="http://schemas.microsoft.com/office/drawing/2014/main" id="{8F4DC51F-6F62-4A05-A0A1-1E0D03051FB1}"/>
              </a:ext>
            </a:extLst>
          </p:cNvPr>
          <p:cNvSpPr>
            <a:spLocks xmlns:a="http://schemas.openxmlformats.org/drawingml/2006/main" noGrp="1"/>
          </p:cNvSpPr>
          <p:nvPr/>
        </p:nvSpPr>
        <p:spPr>
          <a:xfrm xmlns:a="http://schemas.openxmlformats.org/drawingml/2006/main">
            <a:off x="7050024" y="4224528"/>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819" name="Google Shape;819;p11">
            <a:extLst xmlns:a="http://schemas.openxmlformats.org/drawingml/2006/main">
              <a:ext uri="{FF2B5EF4-FFF2-40B4-BE49-F238E27FC236}">
                <a16:creationId xmlns:a16="http://schemas.microsoft.com/office/drawing/2014/main" id="{434D2BF0-1C93-4762-84DD-5104FC520E6D}"/>
              </a:ext>
            </a:extLst>
          </p:cNvPr>
          <p:cNvSpPr>
            <a:spLocks xmlns:a="http://schemas.openxmlformats.org/drawingml/2006/main" noGrp="1"/>
          </p:cNvSpPr>
          <p:nvPr/>
        </p:nvSpPr>
        <p:spPr>
          <a:xfrm xmlns:a="http://schemas.openxmlformats.org/drawingml/2006/main">
            <a:off x="320040" y="3200400"/>
            <a:ext cx="850392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20" name="Google Shape;820;p11">
            <a:extLst xmlns:a="http://schemas.openxmlformats.org/drawingml/2006/main">
              <a:ext uri="{FF2B5EF4-FFF2-40B4-BE49-F238E27FC236}">
                <a16:creationId xmlns:a16="http://schemas.microsoft.com/office/drawing/2014/main" id="{7E2FC4FB-4A93-4EDD-80D1-C954CE9A5499}"/>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4b20251dcfa2403f"/>
              </a:rPr>
              <a:t>season-timeline</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da3cfb6e9de44e86"/>
              </a:rPr>
              <a:t>project-management</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e0b1e16d643649ed"/>
              </a:rPr>
              <a:t>season-planner</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28130606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26" name="Google Shape;826;p12">
            <a:extLst xmlns:a="http://schemas.openxmlformats.org/drawingml/2006/main">
              <a:ext uri="{FF2B5EF4-FFF2-40B4-BE49-F238E27FC236}">
                <a16:creationId xmlns:a16="http://schemas.microsoft.com/office/drawing/2014/main" id="{BB9C919B-1701-48E6-AFBA-DE858D41468E}"/>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27" name="Google Shape;827;p12">
            <a:extLst xmlns:a="http://schemas.openxmlformats.org/drawingml/2006/main">
              <a:ext uri="{FF2B5EF4-FFF2-40B4-BE49-F238E27FC236}">
                <a16:creationId xmlns:a16="http://schemas.microsoft.com/office/drawing/2014/main" id="{E0B57BDC-10D4-4DA8-A891-5976CBC4C931}"/>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828" name="Google Shape;828;p12">
            <a:extLst xmlns:a="http://schemas.openxmlformats.org/drawingml/2006/main">
              <a:ext uri="{FF2B5EF4-FFF2-40B4-BE49-F238E27FC236}">
                <a16:creationId xmlns:a16="http://schemas.microsoft.com/office/drawing/2014/main" id="{E8C9DEED-2290-4A7A-BDC9-82CF12185EDD}"/>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829" name="Google Shape;829;p12">
            <a:extLst xmlns:a="http://schemas.openxmlformats.org/drawingml/2006/main">
              <a:ext uri="{FF2B5EF4-FFF2-40B4-BE49-F238E27FC236}">
                <a16:creationId xmlns:a16="http://schemas.microsoft.com/office/drawing/2014/main" id="{6E0352D9-AD07-4D68-B2D0-203FEEF357D2}"/>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Manual Version Tracker — Level Up Game Manual</a:t>
            </a:r>
            <a:endParaRPr sz="2200" b="0" i="0" u="none" cap="none">
              <a:solidFill>
                <a:schemeClr val="dk1"/>
              </a:solidFill>
              <a:latin typeface="Arial"/>
              <a:ea typeface="Arial"/>
              <a:cs typeface="Arial"/>
            </a:endParaRPr>
          </a:p>
        </p:txBody>
      </p:sp>
      <p:sp>
        <p:nvSpPr>
          <p:cNvPr id="830" name="Google Shape;830;p12">
            <a:extLst xmlns:a="http://schemas.openxmlformats.org/drawingml/2006/main">
              <a:ext uri="{FF2B5EF4-FFF2-40B4-BE49-F238E27FC236}">
                <a16:creationId xmlns:a16="http://schemas.microsoft.com/office/drawing/2014/main" id="{4382C408-2E73-420D-8EE8-4AAC20E19C04}"/>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831" name="Google Shape;831;p12">
            <a:extLst xmlns:a="http://schemas.openxmlformats.org/drawingml/2006/main">
              <a:ext uri="{FF2B5EF4-FFF2-40B4-BE49-F238E27FC236}">
                <a16:creationId xmlns:a16="http://schemas.microsoft.com/office/drawing/2014/main" id="{6AC3ED7B-FF04-4B0B-9F33-FE4967112DF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32" name="Google Shape;832;p12">
            <a:extLst xmlns:a="http://schemas.openxmlformats.org/drawingml/2006/main">
              <a:ext uri="{FF2B5EF4-FFF2-40B4-BE49-F238E27FC236}">
                <a16:creationId xmlns:a16="http://schemas.microsoft.com/office/drawing/2014/main" id="{184598E1-ED26-4483-8986-E22EFB3C3C91}"/>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10 / 61</a:t>
            </a:r>
            <a:endParaRPr sz="900" b="0" i="0" u="none" cap="none">
              <a:solidFill>
                <a:schemeClr val="dk1"/>
              </a:solidFill>
              <a:latin typeface="Arial"/>
              <a:ea typeface="Arial"/>
              <a:cs typeface="Arial"/>
            </a:endParaRPr>
          </a:p>
        </p:txBody>
      </p:sp>
      <p:sp>
        <p:nvSpPr>
          <p:cNvPr id="833" name="Google Shape;833;p12">
            <a:extLst xmlns:a="http://schemas.openxmlformats.org/drawingml/2006/main">
              <a:ext uri="{FF2B5EF4-FFF2-40B4-BE49-F238E27FC236}">
                <a16:creationId xmlns:a16="http://schemas.microsoft.com/office/drawing/2014/main" id="{4D69C4CD-C064-4432-868F-BD5C7A03EFED}"/>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834" name="Google Shape;834;p12">
            <a:extLst xmlns:a="http://schemas.openxmlformats.org/drawingml/2006/main">
              <a:ext uri="{FF2B5EF4-FFF2-40B4-BE49-F238E27FC236}">
                <a16:creationId xmlns:a16="http://schemas.microsoft.com/office/drawing/2014/main" id="{483D18DD-EE8B-4745-BC9F-DD11E36CD078}"/>
              </a:ext>
            </a:extLst>
          </p:cNvPr>
          <p:cNvSpPr>
            <a:spLocks xmlns:a="http://schemas.openxmlformats.org/drawingml/2006/main" noGrp="1"/>
          </p:cNvSpPr>
          <p:nvPr/>
        </p:nvSpPr>
        <p:spPr>
          <a:xfrm xmlns:a="http://schemas.openxmlformats.org/drawingml/2006/main">
            <a:off x="320040" y="1078992"/>
            <a:ext cx="85039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Record every manual update or official clarification that affects the robot, code, driving, loading, or strategy. Summarize it in your own words, cite the rule tag, and identify which evidence must be retested.</a:t>
            </a:r>
            <a:endParaRPr sz="1000" b="0" i="0" u="none" cap="none">
              <a:solidFill>
                <a:schemeClr val="dk1"/>
              </a:solidFill>
              <a:latin typeface="Arial"/>
              <a:ea typeface="Arial"/>
              <a:cs typeface="Arial"/>
            </a:endParaRPr>
          </a:p>
        </p:txBody>
      </p:sp>
      <p:sp>
        <p:nvSpPr>
          <p:cNvPr id="835" name="Google Shape;835;p12">
            <a:extLst xmlns:a="http://schemas.openxmlformats.org/drawingml/2006/main">
              <a:ext uri="{FF2B5EF4-FFF2-40B4-BE49-F238E27FC236}">
                <a16:creationId xmlns:a16="http://schemas.microsoft.com/office/drawing/2014/main" id="{5C1AA704-AEAE-4ECA-9862-E65FC16B08B4}"/>
              </a:ext>
            </a:extLst>
          </p:cNvPr>
          <p:cNvSpPr>
            <a:spLocks xmlns:a="http://schemas.openxmlformats.org/drawingml/2006/main" noGrp="1"/>
          </p:cNvSpPr>
          <p:nvPr/>
        </p:nvSpPr>
        <p:spPr>
          <a:xfrm xmlns:a="http://schemas.openxmlformats.org/drawingml/2006/main">
            <a:off x="320040" y="1463040"/>
            <a:ext cx="8503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MANUAL VERSIONS</a:t>
            </a:r>
            <a:endParaRPr sz="950" b="0" i="0" u="none" cap="none">
              <a:solidFill>
                <a:schemeClr val="dk1"/>
              </a:solidFill>
              <a:latin typeface="Arial"/>
              <a:ea typeface="Arial"/>
              <a:cs typeface="Arial"/>
            </a:endParaRPr>
          </a:p>
        </p:txBody>
      </p:sp>
      <p:sp>
        <p:nvSpPr>
          <p:cNvPr id="836" name="Google Shape;836;p12">
            <a:extLst xmlns:a="http://schemas.openxmlformats.org/drawingml/2006/main">
              <a:ext uri="{FF2B5EF4-FFF2-40B4-BE49-F238E27FC236}">
                <a16:creationId xmlns:a16="http://schemas.microsoft.com/office/drawing/2014/main" id="{6FC2A8F9-375A-452D-8B98-87F802F1219C}"/>
              </a:ext>
            </a:extLst>
          </p:cNvPr>
          <p:cNvSpPr>
            <a:spLocks xmlns:a="http://schemas.openxmlformats.org/drawingml/2006/main" noGrp="1"/>
          </p:cNvSpPr>
          <p:nvPr/>
        </p:nvSpPr>
        <p:spPr>
          <a:xfrm xmlns:a="http://schemas.openxmlformats.org/drawingml/2006/main">
            <a:off x="320040" y="1700784"/>
            <a:ext cx="8503920" cy="20116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37" name="Google Shape;837;p12">
            <a:extLst xmlns:a="http://schemas.openxmlformats.org/drawingml/2006/main">
              <a:ext uri="{FF2B5EF4-FFF2-40B4-BE49-F238E27FC236}">
                <a16:creationId xmlns:a16="http://schemas.microsoft.com/office/drawing/2014/main" id="{8FBCEDCF-8191-41DB-86DC-7B9576FEF17D}"/>
              </a:ext>
            </a:extLst>
          </p:cNvPr>
          <p:cNvSpPr>
            <a:spLocks xmlns:a="http://schemas.openxmlformats.org/drawingml/2006/main" noGrp="1"/>
          </p:cNvSpPr>
          <p:nvPr/>
        </p:nvSpPr>
        <p:spPr>
          <a:xfrm xmlns:a="http://schemas.openxmlformats.org/drawingml/2006/main">
            <a:off x="374904" y="1700784"/>
            <a:ext cx="7680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Version</a:t>
            </a:r>
            <a:endParaRPr sz="850" b="0" i="0" u="none" cap="none">
              <a:solidFill>
                <a:schemeClr val="dk1"/>
              </a:solidFill>
              <a:latin typeface="Arial"/>
              <a:ea typeface="Arial"/>
              <a:cs typeface="Arial"/>
            </a:endParaRPr>
          </a:p>
        </p:txBody>
      </p:sp>
      <p:sp>
        <p:nvSpPr>
          <p:cNvPr id="838" name="Google Shape;838;p12">
            <a:extLst xmlns:a="http://schemas.openxmlformats.org/drawingml/2006/main">
              <a:ext uri="{FF2B5EF4-FFF2-40B4-BE49-F238E27FC236}">
                <a16:creationId xmlns:a16="http://schemas.microsoft.com/office/drawing/2014/main" id="{A24B5DDF-7990-4C41-9233-90EBA3965149}"/>
              </a:ext>
            </a:extLst>
          </p:cNvPr>
          <p:cNvSpPr>
            <a:spLocks xmlns:a="http://schemas.openxmlformats.org/drawingml/2006/main" noGrp="1"/>
          </p:cNvSpPr>
          <p:nvPr/>
        </p:nvSpPr>
        <p:spPr>
          <a:xfrm xmlns:a="http://schemas.openxmlformats.org/drawingml/2006/main">
            <a:off x="1197864" y="1700784"/>
            <a:ext cx="10881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Date Released</a:t>
            </a:r>
            <a:endParaRPr sz="850" b="0" i="0" u="none" cap="none">
              <a:solidFill>
                <a:schemeClr val="dk1"/>
              </a:solidFill>
              <a:latin typeface="Arial"/>
              <a:ea typeface="Arial"/>
              <a:cs typeface="Arial"/>
            </a:endParaRPr>
          </a:p>
        </p:txBody>
      </p:sp>
      <p:sp>
        <p:nvSpPr>
          <p:cNvPr id="839" name="Google Shape;839;p12">
            <a:extLst xmlns:a="http://schemas.openxmlformats.org/drawingml/2006/main">
              <a:ext uri="{FF2B5EF4-FFF2-40B4-BE49-F238E27FC236}">
                <a16:creationId xmlns:a16="http://schemas.microsoft.com/office/drawing/2014/main" id="{DF07390C-9CAE-4172-8282-6DF02AD7142E}"/>
              </a:ext>
            </a:extLst>
          </p:cNvPr>
          <p:cNvSpPr>
            <a:spLocks xmlns:a="http://schemas.openxmlformats.org/drawingml/2006/main" noGrp="1"/>
          </p:cNvSpPr>
          <p:nvPr/>
        </p:nvSpPr>
        <p:spPr>
          <a:xfrm xmlns:a="http://schemas.openxmlformats.org/drawingml/2006/main">
            <a:off x="2340864" y="1700784"/>
            <a:ext cx="4105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What Changed</a:t>
            </a:r>
            <a:endParaRPr sz="850" b="0" i="0" u="none" cap="none">
              <a:solidFill>
                <a:schemeClr val="dk1"/>
              </a:solidFill>
              <a:latin typeface="Arial"/>
              <a:ea typeface="Arial"/>
              <a:cs typeface="Arial"/>
            </a:endParaRPr>
          </a:p>
        </p:txBody>
      </p:sp>
      <p:sp>
        <p:nvSpPr>
          <p:cNvPr id="840" name="Google Shape;840;p12">
            <a:extLst xmlns:a="http://schemas.openxmlformats.org/drawingml/2006/main">
              <a:ext uri="{FF2B5EF4-FFF2-40B4-BE49-F238E27FC236}">
                <a16:creationId xmlns:a16="http://schemas.microsoft.com/office/drawing/2014/main" id="{9C069441-BDE5-4A3A-819F-A8B3C3CA768D}"/>
              </a:ext>
            </a:extLst>
          </p:cNvPr>
          <p:cNvSpPr>
            <a:spLocks xmlns:a="http://schemas.openxmlformats.org/drawingml/2006/main" noGrp="1"/>
          </p:cNvSpPr>
          <p:nvPr/>
        </p:nvSpPr>
        <p:spPr>
          <a:xfrm xmlns:a="http://schemas.openxmlformats.org/drawingml/2006/main">
            <a:off x="6501384" y="1700784"/>
            <a:ext cx="12252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Slides Affected</a:t>
            </a:r>
            <a:endParaRPr sz="850" b="0" i="0" u="none" cap="none">
              <a:solidFill>
                <a:schemeClr val="dk1"/>
              </a:solidFill>
              <a:latin typeface="Arial"/>
              <a:ea typeface="Arial"/>
              <a:cs typeface="Arial"/>
            </a:endParaRPr>
          </a:p>
        </p:txBody>
      </p:sp>
      <p:sp>
        <p:nvSpPr>
          <p:cNvPr id="841" name="Google Shape;841;p12">
            <a:extLst xmlns:a="http://schemas.openxmlformats.org/drawingml/2006/main">
              <a:ext uri="{FF2B5EF4-FFF2-40B4-BE49-F238E27FC236}">
                <a16:creationId xmlns:a16="http://schemas.microsoft.com/office/drawing/2014/main" id="{6229EC12-F2B3-40D3-B085-3AD007222A05}"/>
              </a:ext>
            </a:extLst>
          </p:cNvPr>
          <p:cNvSpPr>
            <a:spLocks xmlns:a="http://schemas.openxmlformats.org/drawingml/2006/main" noGrp="1"/>
          </p:cNvSpPr>
          <p:nvPr/>
        </p:nvSpPr>
        <p:spPr>
          <a:xfrm xmlns:a="http://schemas.openxmlformats.org/drawingml/2006/main">
            <a:off x="7781544" y="1700784"/>
            <a:ext cx="10424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Date Reviewed</a:t>
            </a:r>
            <a:endParaRPr sz="850" b="0" i="0" u="none" cap="none">
              <a:solidFill>
                <a:schemeClr val="dk1"/>
              </a:solidFill>
              <a:latin typeface="Arial"/>
              <a:ea typeface="Arial"/>
              <a:cs typeface="Arial"/>
            </a:endParaRPr>
          </a:p>
        </p:txBody>
      </p:sp>
      <p:sp>
        <p:nvSpPr>
          <p:cNvPr id="842" name="Google Shape;842;p12">
            <a:extLst xmlns:a="http://schemas.openxmlformats.org/drawingml/2006/main">
              <a:ext uri="{FF2B5EF4-FFF2-40B4-BE49-F238E27FC236}">
                <a16:creationId xmlns:a16="http://schemas.microsoft.com/office/drawing/2014/main" id="{C824D384-7AE5-4F56-BEA9-9387A1B982BF}"/>
              </a:ext>
            </a:extLst>
          </p:cNvPr>
          <p:cNvSpPr>
            <a:spLocks xmlns:a="http://schemas.openxmlformats.org/drawingml/2006/main" noGrp="1"/>
          </p:cNvSpPr>
          <p:nvPr/>
        </p:nvSpPr>
        <p:spPr>
          <a:xfrm xmlns:a="http://schemas.openxmlformats.org/drawingml/2006/main">
            <a:off x="320040" y="1901952"/>
            <a:ext cx="8503920" cy="2125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35" name="Google Shape;843;p12"/>
          <p:cNvCxnSpPr/>
          <p:nvPr/>
        </p:nvCxnSpPr>
        <p:spPr>
          <a:xfrm xmlns:a="http://schemas.openxmlformats.org/drawingml/2006/main">
            <a:off x="320040" y="211455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44" name="Google Shape;844;p12">
            <a:extLst xmlns:a="http://schemas.openxmlformats.org/drawingml/2006/main">
              <a:ext uri="{FF2B5EF4-FFF2-40B4-BE49-F238E27FC236}">
                <a16:creationId xmlns:a16="http://schemas.microsoft.com/office/drawing/2014/main" id="{5F7DC8AB-85CD-431A-9472-E5459A1CD23F}"/>
              </a:ext>
            </a:extLst>
          </p:cNvPr>
          <p:cNvSpPr>
            <a:spLocks xmlns:a="http://schemas.openxmlformats.org/drawingml/2006/main" noGrp="1"/>
          </p:cNvSpPr>
          <p:nvPr/>
        </p:nvSpPr>
        <p:spPr>
          <a:xfrm xmlns:a="http://schemas.openxmlformats.org/drawingml/2006/main">
            <a:off x="374904" y="1901952"/>
            <a:ext cx="7680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1.1</a:t>
            </a:r>
            <a:endParaRPr sz="850" b="0" i="0" u="none" cap="none">
              <a:solidFill>
                <a:schemeClr val="dk1"/>
              </a:solidFill>
              <a:latin typeface="Arial"/>
              <a:ea typeface="Arial"/>
              <a:cs typeface="Arial"/>
            </a:endParaRPr>
          </a:p>
        </p:txBody>
      </p:sp>
      <p:sp>
        <p:nvSpPr>
          <p:cNvPr id="845" name="Google Shape;845;p12">
            <a:extLst xmlns:a="http://schemas.openxmlformats.org/drawingml/2006/main">
              <a:ext uri="{FF2B5EF4-FFF2-40B4-BE49-F238E27FC236}">
                <a16:creationId xmlns:a16="http://schemas.microsoft.com/office/drawing/2014/main" id="{4C8AE209-EFB6-4E1B-ABFD-5CF7F8CDA715}"/>
              </a:ext>
            </a:extLst>
          </p:cNvPr>
          <p:cNvSpPr>
            <a:spLocks xmlns:a="http://schemas.openxmlformats.org/drawingml/2006/main" noGrp="1"/>
          </p:cNvSpPr>
          <p:nvPr/>
        </p:nvSpPr>
        <p:spPr>
          <a:xfrm xmlns:a="http://schemas.openxmlformats.org/drawingml/2006/main">
            <a:off x="1197864" y="1901952"/>
            <a:ext cx="108813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08/06/2026</a:t>
            </a:r>
            <a:endParaRPr sz="850" b="0" i="0" u="none" cap="none">
              <a:solidFill>
                <a:schemeClr val="dk1"/>
              </a:solidFill>
              <a:latin typeface="Arial"/>
              <a:ea typeface="Arial"/>
              <a:cs typeface="Arial"/>
            </a:endParaRPr>
          </a:p>
        </p:txBody>
      </p:sp>
      <p:sp>
        <p:nvSpPr>
          <p:cNvPr id="846" name="Google Shape;846;p12">
            <a:extLst xmlns:a="http://schemas.openxmlformats.org/drawingml/2006/main">
              <a:ext uri="{FF2B5EF4-FFF2-40B4-BE49-F238E27FC236}">
                <a16:creationId xmlns:a16="http://schemas.microsoft.com/office/drawing/2014/main" id="{1D071A12-FE12-43BA-9215-49231ED3F7C2}"/>
              </a:ext>
            </a:extLst>
          </p:cNvPr>
          <p:cNvSpPr>
            <a:spLocks xmlns:a="http://schemas.openxmlformats.org/drawingml/2006/main" noGrp="1"/>
          </p:cNvSpPr>
          <p:nvPr/>
        </p:nvSpPr>
        <p:spPr>
          <a:xfrm xmlns:a="http://schemas.openxmlformats.org/drawingml/2006/main">
            <a:off x="2340864" y="1901952"/>
            <a:ext cx="410565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Current course baseline; verify rule changes</a:t>
            </a:r>
            <a:endParaRPr sz="850" b="0" i="0" u="none" cap="none">
              <a:solidFill>
                <a:schemeClr val="dk1"/>
              </a:solidFill>
              <a:latin typeface="Arial"/>
              <a:ea typeface="Arial"/>
              <a:cs typeface="Arial"/>
            </a:endParaRPr>
          </a:p>
        </p:txBody>
      </p:sp>
      <p:sp>
        <p:nvSpPr>
          <p:cNvPr id="847" name="Google Shape;847;p12">
            <a:extLst xmlns:a="http://schemas.openxmlformats.org/drawingml/2006/main">
              <a:ext uri="{FF2B5EF4-FFF2-40B4-BE49-F238E27FC236}">
                <a16:creationId xmlns:a16="http://schemas.microsoft.com/office/drawing/2014/main" id="{C5E5F39F-E2C2-43D4-8210-87BFA7710C81}"/>
              </a:ext>
            </a:extLst>
          </p:cNvPr>
          <p:cNvSpPr>
            <a:spLocks xmlns:a="http://schemas.openxmlformats.org/drawingml/2006/main" noGrp="1"/>
          </p:cNvSpPr>
          <p:nvPr/>
        </p:nvSpPr>
        <p:spPr>
          <a:xfrm xmlns:a="http://schemas.openxmlformats.org/drawingml/2006/main">
            <a:off x="6501384" y="1901952"/>
            <a:ext cx="12252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8, 10, 12–17, 47–56</a:t>
            </a:r>
            <a:endParaRPr sz="850" b="0" i="0" u="none" cap="none">
              <a:solidFill>
                <a:schemeClr val="dk1"/>
              </a:solidFill>
              <a:latin typeface="Arial"/>
              <a:ea typeface="Arial"/>
              <a:cs typeface="Arial"/>
            </a:endParaRPr>
          </a:p>
        </p:txBody>
      </p:sp>
      <p:sp>
        <p:nvSpPr>
          <p:cNvPr id="848" name="Google Shape;848;p12">
            <a:extLst xmlns:a="http://schemas.openxmlformats.org/drawingml/2006/main">
              <a:ext uri="{FF2B5EF4-FFF2-40B4-BE49-F238E27FC236}">
                <a16:creationId xmlns:a16="http://schemas.microsoft.com/office/drawing/2014/main" id="{4621CDAD-05A4-448B-A2F0-D6C8AC01AD08}"/>
              </a:ext>
            </a:extLst>
          </p:cNvPr>
          <p:cNvSpPr>
            <a:spLocks xmlns:a="http://schemas.openxmlformats.org/drawingml/2006/main" noGrp="1"/>
          </p:cNvSpPr>
          <p:nvPr/>
        </p:nvSpPr>
        <p:spPr>
          <a:xfrm xmlns:a="http://schemas.openxmlformats.org/drawingml/2006/main">
            <a:off x="7781544" y="1901952"/>
            <a:ext cx="104241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cxnSp>
        <p:nvCxnSpPr>
          <p:cNvPr id="1041" name="Google Shape;849;p12"/>
          <p:cNvCxnSpPr/>
          <p:nvPr/>
        </p:nvCxnSpPr>
        <p:spPr>
          <a:xfrm xmlns:a="http://schemas.openxmlformats.org/drawingml/2006/main">
            <a:off x="320040" y="232714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50" name="Google Shape;850;p12">
            <a:extLst xmlns:a="http://schemas.openxmlformats.org/drawingml/2006/main">
              <a:ext uri="{FF2B5EF4-FFF2-40B4-BE49-F238E27FC236}">
                <a16:creationId xmlns:a16="http://schemas.microsoft.com/office/drawing/2014/main" id="{2F6DB77E-F66F-4FE5-B39B-1DD58D96F46D}"/>
              </a:ext>
            </a:extLst>
          </p:cNvPr>
          <p:cNvSpPr>
            <a:spLocks xmlns:a="http://schemas.openxmlformats.org/drawingml/2006/main" noGrp="1"/>
          </p:cNvSpPr>
          <p:nvPr/>
        </p:nvSpPr>
        <p:spPr>
          <a:xfrm xmlns:a="http://schemas.openxmlformats.org/drawingml/2006/main">
            <a:off x="374904" y="2114550"/>
            <a:ext cx="7680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851" name="Google Shape;851;p12">
            <a:extLst xmlns:a="http://schemas.openxmlformats.org/drawingml/2006/main">
              <a:ext uri="{FF2B5EF4-FFF2-40B4-BE49-F238E27FC236}">
                <a16:creationId xmlns:a16="http://schemas.microsoft.com/office/drawing/2014/main" id="{F1292D72-54A4-451D-8ABE-D269D2939EE1}"/>
              </a:ext>
            </a:extLst>
          </p:cNvPr>
          <p:cNvSpPr>
            <a:spLocks xmlns:a="http://schemas.openxmlformats.org/drawingml/2006/main" noGrp="1"/>
          </p:cNvSpPr>
          <p:nvPr/>
        </p:nvSpPr>
        <p:spPr>
          <a:xfrm xmlns:a="http://schemas.openxmlformats.org/drawingml/2006/main">
            <a:off x="1197864" y="2114550"/>
            <a:ext cx="108813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52" name="Google Shape;852;p12">
            <a:extLst xmlns:a="http://schemas.openxmlformats.org/drawingml/2006/main">
              <a:ext uri="{FF2B5EF4-FFF2-40B4-BE49-F238E27FC236}">
                <a16:creationId xmlns:a16="http://schemas.microsoft.com/office/drawing/2014/main" id="{89F6C179-9422-4779-BA68-A3258A018125}"/>
              </a:ext>
            </a:extLst>
          </p:cNvPr>
          <p:cNvSpPr>
            <a:spLocks xmlns:a="http://schemas.openxmlformats.org/drawingml/2006/main" noGrp="1"/>
          </p:cNvSpPr>
          <p:nvPr/>
        </p:nvSpPr>
        <p:spPr>
          <a:xfrm xmlns:a="http://schemas.openxmlformats.org/drawingml/2006/main">
            <a:off x="2340864" y="2114550"/>
            <a:ext cx="410565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changed — key rules, scoring, field]</a:t>
            </a:r>
            <a:endParaRPr sz="850" b="0" i="0" u="none" cap="none">
              <a:solidFill>
                <a:schemeClr val="dk1"/>
              </a:solidFill>
              <a:latin typeface="Arial"/>
              <a:ea typeface="Arial"/>
              <a:cs typeface="Arial"/>
            </a:endParaRPr>
          </a:p>
        </p:txBody>
      </p:sp>
      <p:sp>
        <p:nvSpPr>
          <p:cNvPr id="853" name="Google Shape;853;p12">
            <a:extLst xmlns:a="http://schemas.openxmlformats.org/drawingml/2006/main">
              <a:ext uri="{FF2B5EF4-FFF2-40B4-BE49-F238E27FC236}">
                <a16:creationId xmlns:a16="http://schemas.microsoft.com/office/drawing/2014/main" id="{6AEE917C-738C-45FA-86D6-457257670A1B}"/>
              </a:ext>
            </a:extLst>
          </p:cNvPr>
          <p:cNvSpPr>
            <a:spLocks xmlns:a="http://schemas.openxmlformats.org/drawingml/2006/main" noGrp="1"/>
          </p:cNvSpPr>
          <p:nvPr/>
        </p:nvSpPr>
        <p:spPr>
          <a:xfrm xmlns:a="http://schemas.openxmlformats.org/drawingml/2006/main">
            <a:off x="6501384" y="2114550"/>
            <a:ext cx="12252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[Slides affected]</a:t>
            </a:r>
            <a:endParaRPr sz="850" b="0" i="0" u="none" cap="none">
              <a:solidFill>
                <a:schemeClr val="dk1"/>
              </a:solidFill>
              <a:latin typeface="Arial"/>
              <a:ea typeface="Arial"/>
              <a:cs typeface="Arial"/>
            </a:endParaRPr>
          </a:p>
        </p:txBody>
      </p:sp>
      <p:sp>
        <p:nvSpPr>
          <p:cNvPr id="854" name="Google Shape;854;p12">
            <a:extLst xmlns:a="http://schemas.openxmlformats.org/drawingml/2006/main">
              <a:ext uri="{FF2B5EF4-FFF2-40B4-BE49-F238E27FC236}">
                <a16:creationId xmlns:a16="http://schemas.microsoft.com/office/drawing/2014/main" id="{D9F319AA-486C-42E1-966E-A9650AD8E432}"/>
              </a:ext>
            </a:extLst>
          </p:cNvPr>
          <p:cNvSpPr>
            <a:spLocks xmlns:a="http://schemas.openxmlformats.org/drawingml/2006/main" noGrp="1"/>
          </p:cNvSpPr>
          <p:nvPr/>
        </p:nvSpPr>
        <p:spPr>
          <a:xfrm xmlns:a="http://schemas.openxmlformats.org/drawingml/2006/main">
            <a:off x="7781544" y="2114550"/>
            <a:ext cx="104241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55" name="Google Shape;855;p12">
            <a:extLst xmlns:a="http://schemas.openxmlformats.org/drawingml/2006/main">
              <a:ext uri="{FF2B5EF4-FFF2-40B4-BE49-F238E27FC236}">
                <a16:creationId xmlns:a16="http://schemas.microsoft.com/office/drawing/2014/main" id="{34D51694-6E49-4269-AD3D-4FD0C9498622}"/>
              </a:ext>
            </a:extLst>
          </p:cNvPr>
          <p:cNvSpPr>
            <a:spLocks xmlns:a="http://schemas.openxmlformats.org/drawingml/2006/main" noGrp="1"/>
          </p:cNvSpPr>
          <p:nvPr/>
        </p:nvSpPr>
        <p:spPr>
          <a:xfrm xmlns:a="http://schemas.openxmlformats.org/drawingml/2006/main">
            <a:off x="320040" y="2327148"/>
            <a:ext cx="8503920" cy="2125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48" name="Google Shape;856;p12"/>
          <p:cNvCxnSpPr/>
          <p:nvPr/>
        </p:nvCxnSpPr>
        <p:spPr>
          <a:xfrm xmlns:a="http://schemas.openxmlformats.org/drawingml/2006/main">
            <a:off x="320040" y="253974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57" name="Google Shape;857;p12">
            <a:extLst xmlns:a="http://schemas.openxmlformats.org/drawingml/2006/main">
              <a:ext uri="{FF2B5EF4-FFF2-40B4-BE49-F238E27FC236}">
                <a16:creationId xmlns:a16="http://schemas.microsoft.com/office/drawing/2014/main" id="{0C10D9AE-0883-4251-AB8D-F6D28FCFFD83}"/>
              </a:ext>
            </a:extLst>
          </p:cNvPr>
          <p:cNvSpPr>
            <a:spLocks xmlns:a="http://schemas.openxmlformats.org/drawingml/2006/main" noGrp="1"/>
          </p:cNvSpPr>
          <p:nvPr/>
        </p:nvSpPr>
        <p:spPr>
          <a:xfrm xmlns:a="http://schemas.openxmlformats.org/drawingml/2006/main">
            <a:off x="374904" y="2327148"/>
            <a:ext cx="7680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858" name="Google Shape;858;p12">
            <a:extLst xmlns:a="http://schemas.openxmlformats.org/drawingml/2006/main">
              <a:ext uri="{FF2B5EF4-FFF2-40B4-BE49-F238E27FC236}">
                <a16:creationId xmlns:a16="http://schemas.microsoft.com/office/drawing/2014/main" id="{33E050DC-A1CA-4E15-B181-F2C02495EA34}"/>
              </a:ext>
            </a:extLst>
          </p:cNvPr>
          <p:cNvSpPr>
            <a:spLocks xmlns:a="http://schemas.openxmlformats.org/drawingml/2006/main" noGrp="1"/>
          </p:cNvSpPr>
          <p:nvPr/>
        </p:nvSpPr>
        <p:spPr>
          <a:xfrm xmlns:a="http://schemas.openxmlformats.org/drawingml/2006/main">
            <a:off x="1197864" y="2327148"/>
            <a:ext cx="108813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59" name="Google Shape;859;p12">
            <a:extLst xmlns:a="http://schemas.openxmlformats.org/drawingml/2006/main">
              <a:ext uri="{FF2B5EF4-FFF2-40B4-BE49-F238E27FC236}">
                <a16:creationId xmlns:a16="http://schemas.microsoft.com/office/drawing/2014/main" id="{A2A7424F-784E-4688-94CF-CC3512BA470D}"/>
              </a:ext>
            </a:extLst>
          </p:cNvPr>
          <p:cNvSpPr>
            <a:spLocks xmlns:a="http://schemas.openxmlformats.org/drawingml/2006/main" noGrp="1"/>
          </p:cNvSpPr>
          <p:nvPr/>
        </p:nvSpPr>
        <p:spPr>
          <a:xfrm xmlns:a="http://schemas.openxmlformats.org/drawingml/2006/main">
            <a:off x="2340864" y="2327148"/>
            <a:ext cx="410565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changed — key rules, scoring, field]</a:t>
            </a:r>
            <a:endParaRPr sz="850" b="0" i="0" u="none" cap="none">
              <a:solidFill>
                <a:schemeClr val="dk1"/>
              </a:solidFill>
              <a:latin typeface="Arial"/>
              <a:ea typeface="Arial"/>
              <a:cs typeface="Arial"/>
            </a:endParaRPr>
          </a:p>
        </p:txBody>
      </p:sp>
      <p:sp>
        <p:nvSpPr>
          <p:cNvPr id="860" name="Google Shape;860;p12">
            <a:extLst xmlns:a="http://schemas.openxmlformats.org/drawingml/2006/main">
              <a:ext uri="{FF2B5EF4-FFF2-40B4-BE49-F238E27FC236}">
                <a16:creationId xmlns:a16="http://schemas.microsoft.com/office/drawing/2014/main" id="{2D95D848-1DC7-4DFE-B643-CEEA588F104C}"/>
              </a:ext>
            </a:extLst>
          </p:cNvPr>
          <p:cNvSpPr>
            <a:spLocks xmlns:a="http://schemas.openxmlformats.org/drawingml/2006/main" noGrp="1"/>
          </p:cNvSpPr>
          <p:nvPr/>
        </p:nvSpPr>
        <p:spPr>
          <a:xfrm xmlns:a="http://schemas.openxmlformats.org/drawingml/2006/main">
            <a:off x="6501384" y="2327148"/>
            <a:ext cx="12252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[Slides affected]</a:t>
            </a:r>
            <a:endParaRPr sz="850" b="0" i="0" u="none" cap="none">
              <a:solidFill>
                <a:schemeClr val="dk1"/>
              </a:solidFill>
              <a:latin typeface="Arial"/>
              <a:ea typeface="Arial"/>
              <a:cs typeface="Arial"/>
            </a:endParaRPr>
          </a:p>
        </p:txBody>
      </p:sp>
      <p:sp>
        <p:nvSpPr>
          <p:cNvPr id="861" name="Google Shape;861;p12">
            <a:extLst xmlns:a="http://schemas.openxmlformats.org/drawingml/2006/main">
              <a:ext uri="{FF2B5EF4-FFF2-40B4-BE49-F238E27FC236}">
                <a16:creationId xmlns:a16="http://schemas.microsoft.com/office/drawing/2014/main" id="{1BAD06E8-8645-4897-B3EB-AF4441EBCCAC}"/>
              </a:ext>
            </a:extLst>
          </p:cNvPr>
          <p:cNvSpPr>
            <a:spLocks xmlns:a="http://schemas.openxmlformats.org/drawingml/2006/main" noGrp="1"/>
          </p:cNvSpPr>
          <p:nvPr/>
        </p:nvSpPr>
        <p:spPr>
          <a:xfrm xmlns:a="http://schemas.openxmlformats.org/drawingml/2006/main">
            <a:off x="7781544" y="2327148"/>
            <a:ext cx="104241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cxnSp>
        <p:nvCxnSpPr>
          <p:cNvPr id="1054" name="Google Shape;862;p12"/>
          <p:cNvCxnSpPr/>
          <p:nvPr/>
        </p:nvCxnSpPr>
        <p:spPr>
          <a:xfrm xmlns:a="http://schemas.openxmlformats.org/drawingml/2006/main">
            <a:off x="320040" y="275234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63" name="Google Shape;863;p12">
            <a:extLst xmlns:a="http://schemas.openxmlformats.org/drawingml/2006/main">
              <a:ext uri="{FF2B5EF4-FFF2-40B4-BE49-F238E27FC236}">
                <a16:creationId xmlns:a16="http://schemas.microsoft.com/office/drawing/2014/main" id="{DCD41F0A-DC73-446E-8463-E5BAF83AEE99}"/>
              </a:ext>
            </a:extLst>
          </p:cNvPr>
          <p:cNvSpPr>
            <a:spLocks xmlns:a="http://schemas.openxmlformats.org/drawingml/2006/main" noGrp="1"/>
          </p:cNvSpPr>
          <p:nvPr/>
        </p:nvSpPr>
        <p:spPr>
          <a:xfrm xmlns:a="http://schemas.openxmlformats.org/drawingml/2006/main">
            <a:off x="374904" y="2539746"/>
            <a:ext cx="7680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864" name="Google Shape;864;p12">
            <a:extLst xmlns:a="http://schemas.openxmlformats.org/drawingml/2006/main">
              <a:ext uri="{FF2B5EF4-FFF2-40B4-BE49-F238E27FC236}">
                <a16:creationId xmlns:a16="http://schemas.microsoft.com/office/drawing/2014/main" id="{0625E3C5-58AB-4430-8802-2918AC3E49EA}"/>
              </a:ext>
            </a:extLst>
          </p:cNvPr>
          <p:cNvSpPr>
            <a:spLocks xmlns:a="http://schemas.openxmlformats.org/drawingml/2006/main" noGrp="1"/>
          </p:cNvSpPr>
          <p:nvPr/>
        </p:nvSpPr>
        <p:spPr>
          <a:xfrm xmlns:a="http://schemas.openxmlformats.org/drawingml/2006/main">
            <a:off x="1197864" y="2539746"/>
            <a:ext cx="108813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65" name="Google Shape;865;p12">
            <a:extLst xmlns:a="http://schemas.openxmlformats.org/drawingml/2006/main">
              <a:ext uri="{FF2B5EF4-FFF2-40B4-BE49-F238E27FC236}">
                <a16:creationId xmlns:a16="http://schemas.microsoft.com/office/drawing/2014/main" id="{D26E0990-CADC-4B02-B566-BEEA9F0DBF41}"/>
              </a:ext>
            </a:extLst>
          </p:cNvPr>
          <p:cNvSpPr>
            <a:spLocks xmlns:a="http://schemas.openxmlformats.org/drawingml/2006/main" noGrp="1"/>
          </p:cNvSpPr>
          <p:nvPr/>
        </p:nvSpPr>
        <p:spPr>
          <a:xfrm xmlns:a="http://schemas.openxmlformats.org/drawingml/2006/main">
            <a:off x="2340864" y="2539746"/>
            <a:ext cx="410565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changed — key rules, scoring, field]</a:t>
            </a:r>
            <a:endParaRPr sz="850" b="0" i="0" u="none" cap="none">
              <a:solidFill>
                <a:schemeClr val="dk1"/>
              </a:solidFill>
              <a:latin typeface="Arial"/>
              <a:ea typeface="Arial"/>
              <a:cs typeface="Arial"/>
            </a:endParaRPr>
          </a:p>
        </p:txBody>
      </p:sp>
      <p:sp>
        <p:nvSpPr>
          <p:cNvPr id="866" name="Google Shape;866;p12">
            <a:extLst xmlns:a="http://schemas.openxmlformats.org/drawingml/2006/main">
              <a:ext uri="{FF2B5EF4-FFF2-40B4-BE49-F238E27FC236}">
                <a16:creationId xmlns:a16="http://schemas.microsoft.com/office/drawing/2014/main" id="{08CA6133-B6D7-495B-B558-16210EAAE4D6}"/>
              </a:ext>
            </a:extLst>
          </p:cNvPr>
          <p:cNvSpPr>
            <a:spLocks xmlns:a="http://schemas.openxmlformats.org/drawingml/2006/main" noGrp="1"/>
          </p:cNvSpPr>
          <p:nvPr/>
        </p:nvSpPr>
        <p:spPr>
          <a:xfrm xmlns:a="http://schemas.openxmlformats.org/drawingml/2006/main">
            <a:off x="6501384" y="2539746"/>
            <a:ext cx="122529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[Slides affected]</a:t>
            </a:r>
            <a:endParaRPr sz="850" b="0" i="0" u="none" cap="none">
              <a:solidFill>
                <a:schemeClr val="dk1"/>
              </a:solidFill>
              <a:latin typeface="Arial"/>
              <a:ea typeface="Arial"/>
              <a:cs typeface="Arial"/>
            </a:endParaRPr>
          </a:p>
        </p:txBody>
      </p:sp>
      <p:sp>
        <p:nvSpPr>
          <p:cNvPr id="867" name="Google Shape;867;p12">
            <a:extLst xmlns:a="http://schemas.openxmlformats.org/drawingml/2006/main">
              <a:ext uri="{FF2B5EF4-FFF2-40B4-BE49-F238E27FC236}">
                <a16:creationId xmlns:a16="http://schemas.microsoft.com/office/drawing/2014/main" id="{A4AB283F-2052-4A72-B7C1-7183B83EB355}"/>
              </a:ext>
            </a:extLst>
          </p:cNvPr>
          <p:cNvSpPr>
            <a:spLocks xmlns:a="http://schemas.openxmlformats.org/drawingml/2006/main" noGrp="1"/>
          </p:cNvSpPr>
          <p:nvPr/>
        </p:nvSpPr>
        <p:spPr>
          <a:xfrm xmlns:a="http://schemas.openxmlformats.org/drawingml/2006/main">
            <a:off x="7781544" y="2539746"/>
            <a:ext cx="1042416" cy="2125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68" name="Google Shape;868;p12">
            <a:extLst xmlns:a="http://schemas.openxmlformats.org/drawingml/2006/main">
              <a:ext uri="{FF2B5EF4-FFF2-40B4-BE49-F238E27FC236}">
                <a16:creationId xmlns:a16="http://schemas.microsoft.com/office/drawing/2014/main" id="{9D370058-3901-4D74-B096-568A596E9151}"/>
              </a:ext>
            </a:extLst>
          </p:cNvPr>
          <p:cNvSpPr>
            <a:spLocks xmlns:a="http://schemas.openxmlformats.org/drawingml/2006/main" noGrp="1"/>
          </p:cNvSpPr>
          <p:nvPr/>
        </p:nvSpPr>
        <p:spPr>
          <a:xfrm xmlns:a="http://schemas.openxmlformats.org/drawingml/2006/main">
            <a:off x="320040" y="1700784"/>
            <a:ext cx="8503920" cy="10515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69" name="Google Shape;869;p12">
            <a:extLst xmlns:a="http://schemas.openxmlformats.org/drawingml/2006/main">
              <a:ext uri="{FF2B5EF4-FFF2-40B4-BE49-F238E27FC236}">
                <a16:creationId xmlns:a16="http://schemas.microsoft.com/office/drawing/2014/main" id="{724DD352-D835-47F6-8AC7-ABD715C4EBCA}"/>
              </a:ext>
            </a:extLst>
          </p:cNvPr>
          <p:cNvSpPr>
            <a:spLocks xmlns:a="http://schemas.openxmlformats.org/drawingml/2006/main" noGrp="1"/>
          </p:cNvSpPr>
          <p:nvPr/>
        </p:nvSpPr>
        <p:spPr>
          <a:xfrm xmlns:a="http://schemas.openxmlformats.org/drawingml/2006/main">
            <a:off x="320040" y="2862072"/>
            <a:ext cx="8503920"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OFFICIAL Q&amp;A LOG</a:t>
            </a:r>
            <a:endParaRPr sz="950" b="0" i="0" u="none" cap="none">
              <a:solidFill>
                <a:schemeClr val="dk1"/>
              </a:solidFill>
              <a:latin typeface="Arial"/>
              <a:ea typeface="Arial"/>
              <a:cs typeface="Arial"/>
            </a:endParaRPr>
          </a:p>
        </p:txBody>
      </p:sp>
      <p:sp>
        <p:nvSpPr>
          <p:cNvPr id="870" name="Google Shape;870;p12">
            <a:extLst xmlns:a="http://schemas.openxmlformats.org/drawingml/2006/main">
              <a:ext uri="{FF2B5EF4-FFF2-40B4-BE49-F238E27FC236}">
                <a16:creationId xmlns:a16="http://schemas.microsoft.com/office/drawing/2014/main" id="{71CDDACE-1EE7-4C96-BC71-9F59458CBB82}"/>
              </a:ext>
            </a:extLst>
          </p:cNvPr>
          <p:cNvSpPr>
            <a:spLocks xmlns:a="http://schemas.openxmlformats.org/drawingml/2006/main" noGrp="1"/>
          </p:cNvSpPr>
          <p:nvPr/>
        </p:nvSpPr>
        <p:spPr>
          <a:xfrm xmlns:a="http://schemas.openxmlformats.org/drawingml/2006/main">
            <a:off x="320040" y="3090672"/>
            <a:ext cx="8503920" cy="20116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71" name="Google Shape;871;p12">
            <a:extLst xmlns:a="http://schemas.openxmlformats.org/drawingml/2006/main">
              <a:ext uri="{FF2B5EF4-FFF2-40B4-BE49-F238E27FC236}">
                <a16:creationId xmlns:a16="http://schemas.microsoft.com/office/drawing/2014/main" id="{8A968B0B-2111-4C2D-B60B-294ED9FBB792}"/>
              </a:ext>
            </a:extLst>
          </p:cNvPr>
          <p:cNvSpPr>
            <a:spLocks xmlns:a="http://schemas.openxmlformats.org/drawingml/2006/main" noGrp="1"/>
          </p:cNvSpPr>
          <p:nvPr/>
        </p:nvSpPr>
        <p:spPr>
          <a:xfrm xmlns:a="http://schemas.openxmlformats.org/drawingml/2006/main">
            <a:off x="374904" y="3090672"/>
            <a:ext cx="9509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872" name="Google Shape;872;p12">
            <a:extLst xmlns:a="http://schemas.openxmlformats.org/drawingml/2006/main">
              <a:ext uri="{FF2B5EF4-FFF2-40B4-BE49-F238E27FC236}">
                <a16:creationId xmlns:a16="http://schemas.microsoft.com/office/drawing/2014/main" id="{B6175FD2-71B5-425B-B8B6-4DA8EF3E61D4}"/>
              </a:ext>
            </a:extLst>
          </p:cNvPr>
          <p:cNvSpPr>
            <a:spLocks xmlns:a="http://schemas.openxmlformats.org/drawingml/2006/main" noGrp="1"/>
          </p:cNvSpPr>
          <p:nvPr/>
        </p:nvSpPr>
        <p:spPr>
          <a:xfrm xmlns:a="http://schemas.openxmlformats.org/drawingml/2006/main">
            <a:off x="1380744" y="3090672"/>
            <a:ext cx="16824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Q&amp;A ID / URL</a:t>
            </a:r>
            <a:endParaRPr sz="850" b="0" i="0" u="none" cap="none">
              <a:solidFill>
                <a:schemeClr val="dk1"/>
              </a:solidFill>
              <a:latin typeface="Arial"/>
              <a:ea typeface="Arial"/>
              <a:cs typeface="Arial"/>
            </a:endParaRPr>
          </a:p>
        </p:txBody>
      </p:sp>
      <p:sp>
        <p:nvSpPr>
          <p:cNvPr id="873" name="Google Shape;873;p12">
            <a:extLst xmlns:a="http://schemas.openxmlformats.org/drawingml/2006/main">
              <a:ext uri="{FF2B5EF4-FFF2-40B4-BE49-F238E27FC236}">
                <a16:creationId xmlns:a16="http://schemas.microsoft.com/office/drawing/2014/main" id="{51EEC487-A86F-4D80-B637-7400B39A2F1C}"/>
              </a:ext>
            </a:extLst>
          </p:cNvPr>
          <p:cNvSpPr>
            <a:spLocks xmlns:a="http://schemas.openxmlformats.org/drawingml/2006/main" noGrp="1"/>
          </p:cNvSpPr>
          <p:nvPr/>
        </p:nvSpPr>
        <p:spPr>
          <a:xfrm xmlns:a="http://schemas.openxmlformats.org/drawingml/2006/main">
            <a:off x="3118104" y="3090672"/>
            <a:ext cx="2962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Question / Clarification</a:t>
            </a:r>
            <a:endParaRPr sz="850" b="0" i="0" u="none" cap="none">
              <a:solidFill>
                <a:schemeClr val="dk1"/>
              </a:solidFill>
              <a:latin typeface="Arial"/>
              <a:ea typeface="Arial"/>
              <a:cs typeface="Arial"/>
            </a:endParaRPr>
          </a:p>
        </p:txBody>
      </p:sp>
      <p:sp>
        <p:nvSpPr>
          <p:cNvPr id="874" name="Google Shape;874;p12">
            <a:extLst xmlns:a="http://schemas.openxmlformats.org/drawingml/2006/main">
              <a:ext uri="{FF2B5EF4-FFF2-40B4-BE49-F238E27FC236}">
                <a16:creationId xmlns:a16="http://schemas.microsoft.com/office/drawing/2014/main" id="{3A33F3E1-791E-43E8-A00F-FD622EC373DC}"/>
              </a:ext>
            </a:extLst>
          </p:cNvPr>
          <p:cNvSpPr>
            <a:spLocks xmlns:a="http://schemas.openxmlformats.org/drawingml/2006/main" noGrp="1"/>
          </p:cNvSpPr>
          <p:nvPr/>
        </p:nvSpPr>
        <p:spPr>
          <a:xfrm xmlns:a="http://schemas.openxmlformats.org/drawingml/2006/main">
            <a:off x="6135624" y="3090672"/>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How It Affected Our Design</a:t>
            </a:r>
            <a:endParaRPr sz="850" b="0" i="0" u="none" cap="none">
              <a:solidFill>
                <a:schemeClr val="dk1"/>
              </a:solidFill>
              <a:latin typeface="Arial"/>
              <a:ea typeface="Arial"/>
              <a:cs typeface="Arial"/>
            </a:endParaRPr>
          </a:p>
        </p:txBody>
      </p:sp>
      <p:sp>
        <p:nvSpPr>
          <p:cNvPr id="875" name="Google Shape;875;p12">
            <a:extLst xmlns:a="http://schemas.openxmlformats.org/drawingml/2006/main">
              <a:ext uri="{FF2B5EF4-FFF2-40B4-BE49-F238E27FC236}">
                <a16:creationId xmlns:a16="http://schemas.microsoft.com/office/drawing/2014/main" id="{BC0865EE-0291-4B6C-9EFF-84F2CC4D0EF2}"/>
              </a:ext>
            </a:extLst>
          </p:cNvPr>
          <p:cNvSpPr>
            <a:spLocks xmlns:a="http://schemas.openxmlformats.org/drawingml/2006/main" noGrp="1"/>
          </p:cNvSpPr>
          <p:nvPr/>
        </p:nvSpPr>
        <p:spPr>
          <a:xfrm xmlns:a="http://schemas.openxmlformats.org/drawingml/2006/main">
            <a:off x="320040" y="3291840"/>
            <a:ext cx="8503920" cy="23774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68" name="Google Shape;876;p12"/>
          <p:cNvCxnSpPr/>
          <p:nvPr/>
        </p:nvCxnSpPr>
        <p:spPr>
          <a:xfrm xmlns:a="http://schemas.openxmlformats.org/drawingml/2006/main">
            <a:off x="320040" y="35295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77" name="Google Shape;877;p12">
            <a:extLst xmlns:a="http://schemas.openxmlformats.org/drawingml/2006/main">
              <a:ext uri="{FF2B5EF4-FFF2-40B4-BE49-F238E27FC236}">
                <a16:creationId xmlns:a16="http://schemas.microsoft.com/office/drawing/2014/main" id="{E0E0F5CF-E4FB-431C-991D-9BBFC26A20E4}"/>
              </a:ext>
            </a:extLst>
          </p:cNvPr>
          <p:cNvSpPr>
            <a:spLocks xmlns:a="http://schemas.openxmlformats.org/drawingml/2006/main" noGrp="1"/>
          </p:cNvSpPr>
          <p:nvPr/>
        </p:nvSpPr>
        <p:spPr>
          <a:xfrm xmlns:a="http://schemas.openxmlformats.org/drawingml/2006/main">
            <a:off x="374904" y="3291840"/>
            <a:ext cx="9509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78" name="Google Shape;878;p12">
            <a:extLst xmlns:a="http://schemas.openxmlformats.org/drawingml/2006/main">
              <a:ext uri="{FF2B5EF4-FFF2-40B4-BE49-F238E27FC236}">
                <a16:creationId xmlns:a16="http://schemas.microsoft.com/office/drawing/2014/main" id="{D57C1BBE-9CEB-41A5-967A-01AD15990974}"/>
              </a:ext>
            </a:extLst>
          </p:cNvPr>
          <p:cNvSpPr>
            <a:spLocks xmlns:a="http://schemas.openxmlformats.org/drawingml/2006/main" noGrp="1"/>
          </p:cNvSpPr>
          <p:nvPr/>
        </p:nvSpPr>
        <p:spPr>
          <a:xfrm xmlns:a="http://schemas.openxmlformats.org/drawingml/2006/main">
            <a:off x="1380744" y="3291840"/>
            <a:ext cx="168249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[Q&amp;A ID / URL]</a:t>
            </a:r>
            <a:endParaRPr sz="850" b="0" i="0" u="none" cap="none">
              <a:solidFill>
                <a:schemeClr val="dk1"/>
              </a:solidFill>
              <a:latin typeface="Arial"/>
              <a:ea typeface="Arial"/>
              <a:cs typeface="Arial"/>
            </a:endParaRPr>
          </a:p>
        </p:txBody>
      </p:sp>
      <p:sp>
        <p:nvSpPr>
          <p:cNvPr id="879" name="Google Shape;879;p12">
            <a:extLst xmlns:a="http://schemas.openxmlformats.org/drawingml/2006/main">
              <a:ext uri="{FF2B5EF4-FFF2-40B4-BE49-F238E27FC236}">
                <a16:creationId xmlns:a16="http://schemas.microsoft.com/office/drawing/2014/main" id="{59E3517C-345D-410F-B5AD-0AF76D668D76}"/>
              </a:ext>
            </a:extLst>
          </p:cNvPr>
          <p:cNvSpPr>
            <a:spLocks xmlns:a="http://schemas.openxmlformats.org/drawingml/2006/main" noGrp="1"/>
          </p:cNvSpPr>
          <p:nvPr/>
        </p:nvSpPr>
        <p:spPr>
          <a:xfrm xmlns:a="http://schemas.openxmlformats.org/drawingml/2006/main">
            <a:off x="3118104" y="3291840"/>
            <a:ext cx="29626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[Question / Clarification]</a:t>
            </a:r>
            <a:endParaRPr sz="850" b="0" i="0" u="none" cap="none">
              <a:solidFill>
                <a:schemeClr val="dk1"/>
              </a:solidFill>
              <a:latin typeface="Arial"/>
              <a:ea typeface="Arial"/>
              <a:cs typeface="Arial"/>
            </a:endParaRPr>
          </a:p>
        </p:txBody>
      </p:sp>
      <p:sp>
        <p:nvSpPr>
          <p:cNvPr id="880" name="Google Shape;880;p12">
            <a:extLst xmlns:a="http://schemas.openxmlformats.org/drawingml/2006/main">
              <a:ext uri="{FF2B5EF4-FFF2-40B4-BE49-F238E27FC236}">
                <a16:creationId xmlns:a16="http://schemas.microsoft.com/office/drawing/2014/main" id="{1C02F7F2-8CF6-49BD-B9C8-0A97894A96F2}"/>
              </a:ext>
            </a:extLst>
          </p:cNvPr>
          <p:cNvSpPr>
            <a:spLocks xmlns:a="http://schemas.openxmlformats.org/drawingml/2006/main" noGrp="1"/>
          </p:cNvSpPr>
          <p:nvPr/>
        </p:nvSpPr>
        <p:spPr>
          <a:xfrm xmlns:a="http://schemas.openxmlformats.org/drawingml/2006/main">
            <a:off x="6135624" y="3291840"/>
            <a:ext cx="26883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[How it affected our design]</a:t>
            </a:r>
            <a:endParaRPr sz="850" b="0" i="0" u="none" cap="none">
              <a:solidFill>
                <a:schemeClr val="dk1"/>
              </a:solidFill>
              <a:latin typeface="Arial"/>
              <a:ea typeface="Arial"/>
              <a:cs typeface="Arial"/>
            </a:endParaRPr>
          </a:p>
        </p:txBody>
      </p:sp>
      <p:cxnSp>
        <p:nvCxnSpPr>
          <p:cNvPr id="1073" name="Google Shape;881;p12"/>
          <p:cNvCxnSpPr/>
          <p:nvPr/>
        </p:nvCxnSpPr>
        <p:spPr>
          <a:xfrm xmlns:a="http://schemas.openxmlformats.org/drawingml/2006/main">
            <a:off x="320040" y="376732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82" name="Google Shape;882;p12">
            <a:extLst xmlns:a="http://schemas.openxmlformats.org/drawingml/2006/main">
              <a:ext uri="{FF2B5EF4-FFF2-40B4-BE49-F238E27FC236}">
                <a16:creationId xmlns:a16="http://schemas.microsoft.com/office/drawing/2014/main" id="{36E2F397-6EDE-4529-9D72-698A16C7456B}"/>
              </a:ext>
            </a:extLst>
          </p:cNvPr>
          <p:cNvSpPr>
            <a:spLocks xmlns:a="http://schemas.openxmlformats.org/drawingml/2006/main" noGrp="1"/>
          </p:cNvSpPr>
          <p:nvPr/>
        </p:nvSpPr>
        <p:spPr>
          <a:xfrm xmlns:a="http://schemas.openxmlformats.org/drawingml/2006/main">
            <a:off x="374904" y="3529584"/>
            <a:ext cx="9509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83" name="Google Shape;883;p12">
            <a:extLst xmlns:a="http://schemas.openxmlformats.org/drawingml/2006/main">
              <a:ext uri="{FF2B5EF4-FFF2-40B4-BE49-F238E27FC236}">
                <a16:creationId xmlns:a16="http://schemas.microsoft.com/office/drawing/2014/main" id="{BCB55978-64FF-4422-9561-248B6CFCA6F1}"/>
              </a:ext>
            </a:extLst>
          </p:cNvPr>
          <p:cNvSpPr>
            <a:spLocks xmlns:a="http://schemas.openxmlformats.org/drawingml/2006/main" noGrp="1"/>
          </p:cNvSpPr>
          <p:nvPr/>
        </p:nvSpPr>
        <p:spPr>
          <a:xfrm xmlns:a="http://schemas.openxmlformats.org/drawingml/2006/main">
            <a:off x="1380744" y="3529584"/>
            <a:ext cx="168249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[Q&amp;A ID / URL]</a:t>
            </a:r>
            <a:endParaRPr sz="850" b="0" i="0" u="none" cap="none">
              <a:solidFill>
                <a:schemeClr val="dk1"/>
              </a:solidFill>
              <a:latin typeface="Arial"/>
              <a:ea typeface="Arial"/>
              <a:cs typeface="Arial"/>
            </a:endParaRPr>
          </a:p>
        </p:txBody>
      </p:sp>
      <p:sp>
        <p:nvSpPr>
          <p:cNvPr id="884" name="Google Shape;884;p12">
            <a:extLst xmlns:a="http://schemas.openxmlformats.org/drawingml/2006/main">
              <a:ext uri="{FF2B5EF4-FFF2-40B4-BE49-F238E27FC236}">
                <a16:creationId xmlns:a16="http://schemas.microsoft.com/office/drawing/2014/main" id="{6AFA1DC3-CCDC-437C-9CD0-D7DB7B45B761}"/>
              </a:ext>
            </a:extLst>
          </p:cNvPr>
          <p:cNvSpPr>
            <a:spLocks xmlns:a="http://schemas.openxmlformats.org/drawingml/2006/main" noGrp="1"/>
          </p:cNvSpPr>
          <p:nvPr/>
        </p:nvSpPr>
        <p:spPr>
          <a:xfrm xmlns:a="http://schemas.openxmlformats.org/drawingml/2006/main">
            <a:off x="3118104" y="3529584"/>
            <a:ext cx="29626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[Question / Clarification]</a:t>
            </a:r>
            <a:endParaRPr sz="850" b="0" i="0" u="none" cap="none">
              <a:solidFill>
                <a:schemeClr val="dk1"/>
              </a:solidFill>
              <a:latin typeface="Arial"/>
              <a:ea typeface="Arial"/>
              <a:cs typeface="Arial"/>
            </a:endParaRPr>
          </a:p>
        </p:txBody>
      </p:sp>
      <p:sp>
        <p:nvSpPr>
          <p:cNvPr id="885" name="Google Shape;885;p12">
            <a:extLst xmlns:a="http://schemas.openxmlformats.org/drawingml/2006/main">
              <a:ext uri="{FF2B5EF4-FFF2-40B4-BE49-F238E27FC236}">
                <a16:creationId xmlns:a16="http://schemas.microsoft.com/office/drawing/2014/main" id="{93392869-98C3-4181-9C89-960D587EB04B}"/>
              </a:ext>
            </a:extLst>
          </p:cNvPr>
          <p:cNvSpPr>
            <a:spLocks xmlns:a="http://schemas.openxmlformats.org/drawingml/2006/main" noGrp="1"/>
          </p:cNvSpPr>
          <p:nvPr/>
        </p:nvSpPr>
        <p:spPr>
          <a:xfrm xmlns:a="http://schemas.openxmlformats.org/drawingml/2006/main">
            <a:off x="6135624" y="3529584"/>
            <a:ext cx="26883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[How it affected our design]</a:t>
            </a:r>
            <a:endParaRPr sz="850" b="0" i="0" u="none" cap="none">
              <a:solidFill>
                <a:schemeClr val="dk1"/>
              </a:solidFill>
              <a:latin typeface="Arial"/>
              <a:ea typeface="Arial"/>
              <a:cs typeface="Arial"/>
            </a:endParaRPr>
          </a:p>
        </p:txBody>
      </p:sp>
      <p:sp>
        <p:nvSpPr>
          <p:cNvPr id="886" name="Google Shape;886;p12">
            <a:extLst xmlns:a="http://schemas.openxmlformats.org/drawingml/2006/main">
              <a:ext uri="{FF2B5EF4-FFF2-40B4-BE49-F238E27FC236}">
                <a16:creationId xmlns:a16="http://schemas.microsoft.com/office/drawing/2014/main" id="{A55F3CE3-7C84-44A3-B921-6DE30ED55987}"/>
              </a:ext>
            </a:extLst>
          </p:cNvPr>
          <p:cNvSpPr>
            <a:spLocks xmlns:a="http://schemas.openxmlformats.org/drawingml/2006/main" noGrp="1"/>
          </p:cNvSpPr>
          <p:nvPr/>
        </p:nvSpPr>
        <p:spPr>
          <a:xfrm xmlns:a="http://schemas.openxmlformats.org/drawingml/2006/main">
            <a:off x="320040" y="3767328"/>
            <a:ext cx="8503920" cy="23774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079" name="Google Shape;887;p12"/>
          <p:cNvCxnSpPr/>
          <p:nvPr/>
        </p:nvCxnSpPr>
        <p:spPr>
          <a:xfrm xmlns:a="http://schemas.openxmlformats.org/drawingml/2006/main">
            <a:off x="320040" y="400507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888" name="Google Shape;888;p12">
            <a:extLst xmlns:a="http://schemas.openxmlformats.org/drawingml/2006/main">
              <a:ext uri="{FF2B5EF4-FFF2-40B4-BE49-F238E27FC236}">
                <a16:creationId xmlns:a16="http://schemas.microsoft.com/office/drawing/2014/main" id="{941C35C4-0BEF-49AE-91B0-83172984ACB4}"/>
              </a:ext>
            </a:extLst>
          </p:cNvPr>
          <p:cNvSpPr>
            <a:spLocks xmlns:a="http://schemas.openxmlformats.org/drawingml/2006/main" noGrp="1"/>
          </p:cNvSpPr>
          <p:nvPr/>
        </p:nvSpPr>
        <p:spPr>
          <a:xfrm xmlns:a="http://schemas.openxmlformats.org/drawingml/2006/main">
            <a:off x="374904" y="3767328"/>
            <a:ext cx="9509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__/__/____</a:t>
            </a:r>
            <a:endParaRPr sz="850" b="0" i="0" u="none" cap="none">
              <a:solidFill>
                <a:schemeClr val="dk1"/>
              </a:solidFill>
              <a:latin typeface="Arial"/>
              <a:ea typeface="Arial"/>
              <a:cs typeface="Arial"/>
            </a:endParaRPr>
          </a:p>
        </p:txBody>
      </p:sp>
      <p:sp>
        <p:nvSpPr>
          <p:cNvPr id="889" name="Google Shape;889;p12">
            <a:extLst xmlns:a="http://schemas.openxmlformats.org/drawingml/2006/main">
              <a:ext uri="{FF2B5EF4-FFF2-40B4-BE49-F238E27FC236}">
                <a16:creationId xmlns:a16="http://schemas.microsoft.com/office/drawing/2014/main" id="{A6D4D37D-E618-44D6-B965-DBD8225D0D19}"/>
              </a:ext>
            </a:extLst>
          </p:cNvPr>
          <p:cNvSpPr>
            <a:spLocks xmlns:a="http://schemas.openxmlformats.org/drawingml/2006/main" noGrp="1"/>
          </p:cNvSpPr>
          <p:nvPr/>
        </p:nvSpPr>
        <p:spPr>
          <a:xfrm xmlns:a="http://schemas.openxmlformats.org/drawingml/2006/main">
            <a:off x="1380744" y="3767328"/>
            <a:ext cx="168249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[Q&amp;A ID / URL]</a:t>
            </a:r>
            <a:endParaRPr sz="850" b="0" i="0" u="none" cap="none">
              <a:solidFill>
                <a:schemeClr val="dk1"/>
              </a:solidFill>
              <a:latin typeface="Arial"/>
              <a:ea typeface="Arial"/>
              <a:cs typeface="Arial"/>
            </a:endParaRPr>
          </a:p>
        </p:txBody>
      </p:sp>
      <p:sp>
        <p:nvSpPr>
          <p:cNvPr id="890" name="Google Shape;890;p12">
            <a:extLst xmlns:a="http://schemas.openxmlformats.org/drawingml/2006/main">
              <a:ext uri="{FF2B5EF4-FFF2-40B4-BE49-F238E27FC236}">
                <a16:creationId xmlns:a16="http://schemas.microsoft.com/office/drawing/2014/main" id="{8D97FBC4-9F77-4553-8572-101A0D7ADA0F}"/>
              </a:ext>
            </a:extLst>
          </p:cNvPr>
          <p:cNvSpPr>
            <a:spLocks xmlns:a="http://schemas.openxmlformats.org/drawingml/2006/main" noGrp="1"/>
          </p:cNvSpPr>
          <p:nvPr/>
        </p:nvSpPr>
        <p:spPr>
          <a:xfrm xmlns:a="http://schemas.openxmlformats.org/drawingml/2006/main">
            <a:off x="3118104" y="3767328"/>
            <a:ext cx="29626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[Question / Clarification]</a:t>
            </a:r>
            <a:endParaRPr sz="850" b="0" i="0" u="none" cap="none">
              <a:solidFill>
                <a:schemeClr val="dk1"/>
              </a:solidFill>
              <a:latin typeface="Arial"/>
              <a:ea typeface="Arial"/>
              <a:cs typeface="Arial"/>
            </a:endParaRPr>
          </a:p>
        </p:txBody>
      </p:sp>
      <p:sp>
        <p:nvSpPr>
          <p:cNvPr id="891" name="Google Shape;891;p12">
            <a:extLst xmlns:a="http://schemas.openxmlformats.org/drawingml/2006/main">
              <a:ext uri="{FF2B5EF4-FFF2-40B4-BE49-F238E27FC236}">
                <a16:creationId xmlns:a16="http://schemas.microsoft.com/office/drawing/2014/main" id="{84F3317D-4ED2-44C7-BE7F-737A6EAA05D8}"/>
              </a:ext>
            </a:extLst>
          </p:cNvPr>
          <p:cNvSpPr>
            <a:spLocks xmlns:a="http://schemas.openxmlformats.org/drawingml/2006/main" noGrp="1"/>
          </p:cNvSpPr>
          <p:nvPr/>
        </p:nvSpPr>
        <p:spPr>
          <a:xfrm xmlns:a="http://schemas.openxmlformats.org/drawingml/2006/main">
            <a:off x="6135624" y="3767328"/>
            <a:ext cx="26883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[How it affected our design]</a:t>
            </a:r>
            <a:endParaRPr sz="850" b="0" i="0" u="none" cap="none">
              <a:solidFill>
                <a:schemeClr val="dk1"/>
              </a:solidFill>
              <a:latin typeface="Arial"/>
              <a:ea typeface="Arial"/>
              <a:cs typeface="Arial"/>
            </a:endParaRPr>
          </a:p>
        </p:txBody>
      </p:sp>
      <p:sp>
        <p:nvSpPr>
          <p:cNvPr id="892" name="Google Shape;892;p12">
            <a:extLst xmlns:a="http://schemas.openxmlformats.org/drawingml/2006/main">
              <a:ext uri="{FF2B5EF4-FFF2-40B4-BE49-F238E27FC236}">
                <a16:creationId xmlns:a16="http://schemas.microsoft.com/office/drawing/2014/main" id="{17AF6B74-9FD6-47BE-B60C-CB087C19A170}"/>
              </a:ext>
            </a:extLst>
          </p:cNvPr>
          <p:cNvSpPr>
            <a:spLocks xmlns:a="http://schemas.openxmlformats.org/drawingml/2006/main" noGrp="1"/>
          </p:cNvSpPr>
          <p:nvPr/>
        </p:nvSpPr>
        <p:spPr>
          <a:xfrm xmlns:a="http://schemas.openxmlformats.org/drawingml/2006/main">
            <a:off x="320040" y="3090672"/>
            <a:ext cx="8503920" cy="9144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893" name="Google Shape;893;p12">
            <a:extLst xmlns:a="http://schemas.openxmlformats.org/drawingml/2006/main">
              <a:ext uri="{FF2B5EF4-FFF2-40B4-BE49-F238E27FC236}">
                <a16:creationId xmlns:a16="http://schemas.microsoft.com/office/drawing/2014/main" id="{041A5C0E-A4C6-4EC0-8124-E459F43752CF}"/>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61400e5141a2485d"/>
              </a:rPr>
              <a:t>game-manual</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bfdc95ccd3694d81"/>
              </a:rPr>
              <a:t>game-analysis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540531534"/>
      </p:ext>
    </p:extLst>
  </p:cSld>
</p:sld>
</file>

<file path=ppt/slides/slide11.xml><?xml version="1.0" encoding="utf-8"?>
<p:sld xmlns:p="http://schemas.openxmlformats.org/presentationml/2006/main">
  <p:cSld>
    <p:bg>
      <p:bgPr>
        <a:solidFill xmlns:a="http://schemas.openxmlformats.org/drawingml/2006/main">
          <a:srgbClr val="16A34A"/>
        </a:solidFill>
      </p:bgPr>
    </p:bg>
    <p:spTree>
      <p:nvGrpSpPr>
        <p:cNvPr id="1" name=""/>
        <p:cNvGrpSpPr/>
        <p:nvPr/>
      </p:nvGrpSpPr>
      <p:grpSpPr>
        <a:xfrm xmlns:a="http://schemas.openxmlformats.org/drawingml/2006/main"/>
      </p:grpSpPr>
      <p:sp>
        <p:nvSpPr>
          <p:cNvPr id="899" name="Google Shape;899;p13">
            <a:extLst xmlns:a="http://schemas.openxmlformats.org/drawingml/2006/main">
              <a:ext uri="{FF2B5EF4-FFF2-40B4-BE49-F238E27FC236}">
                <a16:creationId xmlns:a16="http://schemas.microsoft.com/office/drawing/2014/main" id="{16ED9E8E-0549-46F1-8199-1732D8BEE0A8}"/>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1</a:t>
            </a:r>
            <a:endParaRPr sz="15000" b="0" i="0" u="none" cap="none">
              <a:solidFill>
                <a:schemeClr val="dk1"/>
              </a:solidFill>
              <a:latin typeface="Arial"/>
              <a:ea typeface="Arial"/>
              <a:cs typeface="Arial"/>
            </a:endParaRPr>
          </a:p>
        </p:txBody>
      </p:sp>
      <p:sp>
        <p:nvSpPr>
          <p:cNvPr id="900" name="Google Shape;900;p13">
            <a:extLst xmlns:a="http://schemas.openxmlformats.org/drawingml/2006/main">
              <a:ext uri="{FF2B5EF4-FFF2-40B4-BE49-F238E27FC236}">
                <a16:creationId xmlns:a16="http://schemas.microsoft.com/office/drawing/2014/main" id="{B28469A1-4093-4C8C-B051-7CBC65AFF3C3}"/>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STEP 1</a:t>
            </a:r>
            <a:endParaRPr sz="1100" b="0" i="0" u="none" cap="none">
              <a:solidFill>
                <a:schemeClr val="dk1"/>
              </a:solidFill>
              <a:latin typeface="Arial"/>
              <a:ea typeface="Arial"/>
              <a:cs typeface="Arial"/>
            </a:endParaRPr>
          </a:p>
        </p:txBody>
      </p:sp>
      <p:sp>
        <p:nvSpPr>
          <p:cNvPr id="901" name="Google Shape;901;p13">
            <a:extLst xmlns:a="http://schemas.openxmlformats.org/drawingml/2006/main">
              <a:ext uri="{FF2B5EF4-FFF2-40B4-BE49-F238E27FC236}">
                <a16:creationId xmlns:a16="http://schemas.microsoft.com/office/drawing/2014/main" id="{67D47AB6-A643-4545-BAC2-B6DEE3BA60EB}"/>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IDENTIFY THE CHALLENGE</a:t>
            </a:r>
            <a:endParaRPr sz="3800" b="0" i="0" u="none" cap="none">
              <a:solidFill>
                <a:schemeClr val="dk1"/>
              </a:solidFill>
              <a:latin typeface="Arial"/>
              <a:ea typeface="Arial"/>
              <a:cs typeface="Arial"/>
            </a:endParaRPr>
          </a:p>
        </p:txBody>
      </p:sp>
      <p:sp>
        <p:nvSpPr>
          <p:cNvPr id="902" name="Google Shape;902;p13">
            <a:extLst xmlns:a="http://schemas.openxmlformats.org/drawingml/2006/main">
              <a:ext uri="{FF2B5EF4-FFF2-40B4-BE49-F238E27FC236}">
                <a16:creationId xmlns:a16="http://schemas.microsoft.com/office/drawing/2014/main" id="{6ADBDEE3-0F92-4812-8229-3A0A99B26F46}"/>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Game Analysis · Scoring · Criteria &amp; Constraints · Team Goals</a:t>
            </a:r>
            <a:endParaRPr sz="1300" b="0" i="0" u="none" cap="none">
              <a:solidFill>
                <a:schemeClr val="dk1"/>
              </a:solidFill>
              <a:latin typeface="Arial"/>
              <a:ea typeface="Arial"/>
              <a:cs typeface="Arial"/>
            </a:endParaRPr>
          </a:p>
        </p:txBody>
      </p:sp>
      <p:sp>
        <p:nvSpPr>
          <p:cNvPr id="903" name="Google Shape;903;p13">
            <a:extLst xmlns:a="http://schemas.openxmlformats.org/drawingml/2006/main">
              <a:ext uri="{FF2B5EF4-FFF2-40B4-BE49-F238E27FC236}">
                <a16:creationId xmlns:a16="http://schemas.microsoft.com/office/drawing/2014/main" id="{64E31BD2-2F05-4583-94AE-E128BEDB30D6}"/>
              </a:ext>
            </a:extLst>
          </p:cNvPr>
          <p:cNvSpPr>
            <a:spLocks xmlns:a="http://schemas.openxmlformats.org/drawingml/2006/main" noGrp="1"/>
          </p:cNvSpPr>
          <p:nvPr/>
        </p:nvSpPr>
        <p:spPr>
          <a:xfrm xmlns:a="http://schemas.openxmlformats.org/drawingml/2006/main">
            <a:off x="2286000" y="27432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1" u="none" cap="none">
                <a:solidFill>
                  <a:srgbClr val="FFFFFF"/>
                </a:solidFill>
                <a:latin typeface="Arial"/>
                <a:ea typeface="Arial"/>
                <a:cs typeface="Arial"/>
              </a:rPr>
              <a:t>Cycle 1 — V1 Robot   |   Update to “Cycle 2” when starting V2 iteration</a:t>
            </a:r>
            <a:endParaRPr sz="1000" b="0" i="0" u="none" cap="none">
              <a:solidFill>
                <a:schemeClr val="dk1"/>
              </a:solidFill>
              <a:latin typeface="Arial"/>
              <a:ea typeface="Arial"/>
              <a:cs typeface="Arial"/>
            </a:endParaRPr>
          </a:p>
        </p:txBody>
      </p:sp>
      <p:sp>
        <p:nvSpPr>
          <p:cNvPr id="904" name="Google Shape;904;p13">
            <a:extLst xmlns:a="http://schemas.openxmlformats.org/drawingml/2006/main">
              <a:ext uri="{FF2B5EF4-FFF2-40B4-BE49-F238E27FC236}">
                <a16:creationId xmlns:a16="http://schemas.microsoft.com/office/drawing/2014/main" id="{B8C079B0-D501-4B2D-A56C-0EAFF63C442C}"/>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905" name="Google Shape;905;p13">
            <a:extLst xmlns:a="http://schemas.openxmlformats.org/drawingml/2006/main">
              <a:ext uri="{FF2B5EF4-FFF2-40B4-BE49-F238E27FC236}">
                <a16:creationId xmlns:a16="http://schemas.microsoft.com/office/drawing/2014/main" id="{CF0C831D-66E7-4EE0-B483-0410C83F8C76}"/>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12:  Game Overview</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13:  Game Elements — Technical Drawings</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14:  Field Elements — Technical Drawings</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15:  Rule Analysis &amp; Team Impact</a:t>
            </a:r>
            <a:endParaRPr sz="1100" b="0" i="0" u="none" cap="none">
              <a:solidFill>
                <a:schemeClr val="dk1"/>
              </a:solidFill>
              <a:latin typeface="Arial"/>
              <a:ea typeface="Arial"/>
              <a:cs typeface="Arial"/>
            </a:endParaRPr>
          </a:p>
        </p:txBody>
      </p:sp>
      <p:sp>
        <p:nvSpPr>
          <p:cNvPr id="906" name="Google Shape;906;p13">
            <a:extLst xmlns:a="http://schemas.openxmlformats.org/drawingml/2006/main">
              <a:ext uri="{FF2B5EF4-FFF2-40B4-BE49-F238E27FC236}">
                <a16:creationId xmlns:a16="http://schemas.microsoft.com/office/drawing/2014/main" id="{FD72DD2B-8897-46B5-B902-C757D364E9BE}"/>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16:  Scoring Analysis</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17:  Criteria &amp; Constraints</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(Season Goals, PM, Manual Tracker: slides 8–10, front matter)</a:t>
            </a:r>
            <a:endParaRPr sz="1100" b="0" i="0" u="none" cap="none">
              <a:solidFill>
                <a:schemeClr val="dk1"/>
              </a:solidFill>
              <a:latin typeface="Arial"/>
              <a:ea typeface="Arial"/>
              <a:cs typeface="Arial"/>
            </a:endParaRPr>
          </a:p>
        </p:txBody>
      </p:sp>
      <p:sp>
        <p:nvSpPr>
          <p:cNvPr id="907" name="Google Shape;907;p13">
            <a:extLst xmlns:a="http://schemas.openxmlformats.org/drawingml/2006/main">
              <a:ext uri="{FF2B5EF4-FFF2-40B4-BE49-F238E27FC236}">
                <a16:creationId xmlns:a16="http://schemas.microsoft.com/office/drawing/2014/main" id="{5244ED95-2439-42A3-83E1-4C3F92C1EFCE}"/>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11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76634022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13" name="Google Shape;913;p14">
            <a:extLst xmlns:a="http://schemas.openxmlformats.org/drawingml/2006/main">
              <a:ext uri="{FF2B5EF4-FFF2-40B4-BE49-F238E27FC236}">
                <a16:creationId xmlns:a16="http://schemas.microsoft.com/office/drawing/2014/main" id="{BC895281-777A-4C56-BE56-A988E93C8EC7}"/>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14" name="Google Shape;914;p14">
            <a:extLst xmlns:a="http://schemas.openxmlformats.org/drawingml/2006/main">
              <a:ext uri="{FF2B5EF4-FFF2-40B4-BE49-F238E27FC236}">
                <a16:creationId xmlns:a16="http://schemas.microsoft.com/office/drawing/2014/main" id="{A8BAFD55-2AB4-4075-98DD-EA37AE447E2E}"/>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915" name="Google Shape;915;p14">
            <a:extLst xmlns:a="http://schemas.openxmlformats.org/drawingml/2006/main">
              <a:ext uri="{FF2B5EF4-FFF2-40B4-BE49-F238E27FC236}">
                <a16:creationId xmlns:a16="http://schemas.microsoft.com/office/drawing/2014/main" id="{4F3704A8-8708-47FB-9251-20BBA21628B9}"/>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916" name="Google Shape;916;p14">
            <a:extLst xmlns:a="http://schemas.openxmlformats.org/drawingml/2006/main">
              <a:ext uri="{FF2B5EF4-FFF2-40B4-BE49-F238E27FC236}">
                <a16:creationId xmlns:a16="http://schemas.microsoft.com/office/drawing/2014/main" id="{780C7F9C-A3B0-4897-A99E-697787D90545}"/>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Game Overview — VIQRC Level Up</a:t>
            </a:r>
            <a:endParaRPr sz="2200" b="0" i="0" u="none" cap="none">
              <a:solidFill>
                <a:schemeClr val="dk1"/>
              </a:solidFill>
              <a:latin typeface="Arial"/>
              <a:ea typeface="Arial"/>
              <a:cs typeface="Arial"/>
            </a:endParaRPr>
          </a:p>
        </p:txBody>
      </p:sp>
      <p:sp>
        <p:nvSpPr>
          <p:cNvPr id="917" name="Google Shape;917;p14">
            <a:extLst xmlns:a="http://schemas.openxmlformats.org/drawingml/2006/main">
              <a:ext uri="{FF2B5EF4-FFF2-40B4-BE49-F238E27FC236}">
                <a16:creationId xmlns:a16="http://schemas.microsoft.com/office/drawing/2014/main" id="{CACDCD04-BAC7-49E4-9378-FF567D709028}"/>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918" name="Google Shape;918;p14">
            <a:extLst xmlns:a="http://schemas.openxmlformats.org/drawingml/2006/main">
              <a:ext uri="{FF2B5EF4-FFF2-40B4-BE49-F238E27FC236}">
                <a16:creationId xmlns:a16="http://schemas.microsoft.com/office/drawing/2014/main" id="{DEE7AF33-F427-4A9A-BA42-F80D03A2ED2E}"/>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19" name="Google Shape;919;p14">
            <a:extLst xmlns:a="http://schemas.openxmlformats.org/drawingml/2006/main">
              <a:ext uri="{FF2B5EF4-FFF2-40B4-BE49-F238E27FC236}">
                <a16:creationId xmlns:a16="http://schemas.microsoft.com/office/drawing/2014/main" id="{8FD7231D-AAAE-49DD-A9A9-6F52B93049C0}"/>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12 / 61</a:t>
            </a:r>
            <a:endParaRPr sz="900" b="0" i="0" u="none" cap="none">
              <a:solidFill>
                <a:schemeClr val="dk1"/>
              </a:solidFill>
              <a:latin typeface="Arial"/>
              <a:ea typeface="Arial"/>
              <a:cs typeface="Arial"/>
            </a:endParaRPr>
          </a:p>
        </p:txBody>
      </p:sp>
      <p:sp>
        <p:nvSpPr>
          <p:cNvPr id="920" name="Google Shape;920;p14">
            <a:extLst xmlns:a="http://schemas.openxmlformats.org/drawingml/2006/main">
              <a:ext uri="{FF2B5EF4-FFF2-40B4-BE49-F238E27FC236}">
                <a16:creationId xmlns:a16="http://schemas.microsoft.com/office/drawing/2014/main" id="{6F56D15B-FA02-4FA8-BBBD-9E70617FD54B}"/>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921" name="Google Shape;921;p14">
            <a:extLst xmlns:a="http://schemas.openxmlformats.org/drawingml/2006/main">
              <a:ext uri="{FF2B5EF4-FFF2-40B4-BE49-F238E27FC236}">
                <a16:creationId xmlns:a16="http://schemas.microsoft.com/office/drawing/2014/main" id="{F62F2368-F056-403A-8BB7-18D1EBA35103}"/>
              </a:ext>
            </a:extLst>
          </p:cNvPr>
          <p:cNvSpPr>
            <a:spLocks xmlns:a="http://schemas.openxmlformats.org/drawingml/2006/main" noGrp="1"/>
          </p:cNvSpPr>
          <p:nvPr/>
        </p:nvSpPr>
        <p:spPr>
          <a:xfrm xmlns:a="http://schemas.openxmlformats.org/drawingml/2006/main">
            <a:off x="320040" y="1078992"/>
            <a:ext cx="41148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900"/>
              <a:buFont typeface="Arial"/>
              <a:buNone/>
            </a:pPr>
            <a:r>
              <a:rPr sz="900" b="1" i="0" u="none" cap="none">
                <a:solidFill>
                  <a:srgbClr val="16A34A"/>
                </a:solidFill>
                <a:latin typeface="Arial"/>
                <a:ea typeface="Arial"/>
                <a:cs typeface="Arial"/>
              </a:rPr>
              <a:t>GAME DESCRIPTION</a:t>
            </a:r>
            <a:endParaRPr sz="900" b="0" i="0" u="none" cap="none">
              <a:solidFill>
                <a:schemeClr val="dk1"/>
              </a:solidFill>
              <a:latin typeface="Arial"/>
              <a:ea typeface="Arial"/>
              <a:cs typeface="Arial"/>
            </a:endParaRPr>
          </a:p>
        </p:txBody>
      </p:sp>
      <p:sp>
        <p:nvSpPr>
          <p:cNvPr id="922" name="Google Shape;922;p14">
            <a:extLst xmlns:a="http://schemas.openxmlformats.org/drawingml/2006/main">
              <a:ext uri="{FF2B5EF4-FFF2-40B4-BE49-F238E27FC236}">
                <a16:creationId xmlns:a16="http://schemas.microsoft.com/office/drawing/2014/main" id="{0E5074AD-8A71-4936-80B7-A7D0ADEBD38A}"/>
              </a:ext>
            </a:extLst>
          </p:cNvPr>
          <p:cNvSpPr>
            <a:spLocks xmlns:a="http://schemas.openxmlformats.org/drawingml/2006/main" noGrp="1"/>
          </p:cNvSpPr>
          <p:nvPr/>
        </p:nvSpPr>
        <p:spPr>
          <a:xfrm xmlns:a="http://schemas.openxmlformats.org/drawingml/2006/main">
            <a:off x="320040" y="1298448"/>
            <a:ext cx="4114800" cy="1188720"/>
          </a:xfrm>
          <a:prstGeom xmlns:a="http://schemas.openxmlformats.org/drawingml/2006/main" prst="rect">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23" name="Google Shape;923;p14">
            <a:extLst xmlns:a="http://schemas.openxmlformats.org/drawingml/2006/main">
              <a:ext uri="{FF2B5EF4-FFF2-40B4-BE49-F238E27FC236}">
                <a16:creationId xmlns:a16="http://schemas.microsoft.com/office/drawing/2014/main" id="{8916EBE2-49BC-4B1E-BDA0-A21142912E0F}"/>
              </a:ext>
            </a:extLst>
          </p:cNvPr>
          <p:cNvSpPr>
            <a:spLocks xmlns:a="http://schemas.openxmlformats.org/drawingml/2006/main" noGrp="1"/>
          </p:cNvSpPr>
          <p:nvPr/>
        </p:nvSpPr>
        <p:spPr>
          <a:xfrm xmlns:a="http://schemas.openxmlformats.org/drawingml/2006/main">
            <a:off x="429768" y="1298448"/>
            <a:ext cx="3895344"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[Describe the cooperative Level Up challenge in your own words. What scores, what decisions matter, and which rule tags control your plan?]</a:t>
            </a:r>
            <a:endParaRPr sz="950" b="0" i="0" u="none" cap="none">
              <a:solidFill>
                <a:schemeClr val="dk1"/>
              </a:solidFill>
              <a:latin typeface="Arial"/>
              <a:ea typeface="Arial"/>
              <a:cs typeface="Arial"/>
            </a:endParaRPr>
          </a:p>
        </p:txBody>
      </p:sp>
      <p:sp>
        <p:nvSpPr>
          <p:cNvPr id="924" name="Google Shape;924;p14">
            <a:extLst xmlns:a="http://schemas.openxmlformats.org/drawingml/2006/main">
              <a:ext uri="{FF2B5EF4-FFF2-40B4-BE49-F238E27FC236}">
                <a16:creationId xmlns:a16="http://schemas.microsoft.com/office/drawing/2014/main" id="{CBBF8592-5279-43AF-9C9E-1E038051B1CC}"/>
              </a:ext>
            </a:extLst>
          </p:cNvPr>
          <p:cNvSpPr>
            <a:spLocks xmlns:a="http://schemas.openxmlformats.org/drawingml/2006/main" noGrp="1"/>
          </p:cNvSpPr>
          <p:nvPr/>
        </p:nvSpPr>
        <p:spPr>
          <a:xfrm xmlns:a="http://schemas.openxmlformats.org/drawingml/2006/main">
            <a:off x="320040" y="2587752"/>
            <a:ext cx="41148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900"/>
              <a:buFont typeface="Arial"/>
              <a:buNone/>
            </a:pPr>
            <a:r>
              <a:rPr sz="900" b="1" i="0" u="none" cap="none">
                <a:solidFill>
                  <a:srgbClr val="16A34A"/>
                </a:solidFill>
                <a:latin typeface="Arial"/>
                <a:ea typeface="Arial"/>
                <a:cs typeface="Arial"/>
              </a:rPr>
              <a:t>KEY GAME FACTS</a:t>
            </a:r>
            <a:endParaRPr sz="900" b="0" i="0" u="none" cap="none">
              <a:solidFill>
                <a:schemeClr val="dk1"/>
              </a:solidFill>
              <a:latin typeface="Arial"/>
              <a:ea typeface="Arial"/>
              <a:cs typeface="Arial"/>
            </a:endParaRPr>
          </a:p>
        </p:txBody>
      </p:sp>
      <p:sp>
        <p:nvSpPr>
          <p:cNvPr id="925" name="Google Shape;925;p14">
            <a:extLst xmlns:a="http://schemas.openxmlformats.org/drawingml/2006/main">
              <a:ext uri="{FF2B5EF4-FFF2-40B4-BE49-F238E27FC236}">
                <a16:creationId xmlns:a16="http://schemas.microsoft.com/office/drawing/2014/main" id="{21976130-2002-4EED-BFD9-E5D65999B52A}"/>
              </a:ext>
            </a:extLst>
          </p:cNvPr>
          <p:cNvSpPr>
            <a:spLocks xmlns:a="http://schemas.openxmlformats.org/drawingml/2006/main" noGrp="1"/>
          </p:cNvSpPr>
          <p:nvPr/>
        </p:nvSpPr>
        <p:spPr>
          <a:xfrm xmlns:a="http://schemas.openxmlformats.org/drawingml/2006/main">
            <a:off x="320040" y="2807208"/>
            <a:ext cx="16002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1" i="0" u="none" cap="none">
                <a:solidFill>
                  <a:srgbClr val="334155"/>
                </a:solidFill>
                <a:latin typeface="Arial"/>
                <a:ea typeface="Arial"/>
                <a:cs typeface="Arial"/>
              </a:rPr>
              <a:t>Autonomous Coding Skills:</a:t>
            </a:r>
            <a:endParaRPr sz="950" b="0" i="0" u="none" cap="none">
              <a:solidFill>
                <a:schemeClr val="dk1"/>
              </a:solidFill>
              <a:latin typeface="Arial"/>
              <a:ea typeface="Arial"/>
              <a:cs typeface="Arial"/>
            </a:endParaRPr>
          </a:p>
        </p:txBody>
      </p:sp>
      <p:sp>
        <p:nvSpPr>
          <p:cNvPr id="926" name="Google Shape;926;p14">
            <a:extLst xmlns:a="http://schemas.openxmlformats.org/drawingml/2006/main">
              <a:ext uri="{FF2B5EF4-FFF2-40B4-BE49-F238E27FC236}">
                <a16:creationId xmlns:a16="http://schemas.microsoft.com/office/drawing/2014/main" id="{2C36AC51-9083-479C-9910-26AA6211551C}"/>
              </a:ext>
            </a:extLst>
          </p:cNvPr>
          <p:cNvSpPr>
            <a:spLocks xmlns:a="http://schemas.openxmlformats.org/drawingml/2006/main" noGrp="1"/>
          </p:cNvSpPr>
          <p:nvPr/>
        </p:nvSpPr>
        <p:spPr>
          <a:xfrm xmlns:a="http://schemas.openxmlformats.org/drawingml/2006/main">
            <a:off x="1920240" y="2807208"/>
            <a:ext cx="25146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0" i="1" u="none" cap="none">
                <a:solidFill>
                  <a:srgbClr val="64748B"/>
                </a:solidFill>
                <a:latin typeface="Arial"/>
                <a:ea typeface="Arial"/>
                <a:cs typeface="Arial"/>
              </a:rPr>
              <a:t>60 seconds</a:t>
            </a:r>
            <a:endParaRPr sz="950" b="0" i="0" u="none" cap="none">
              <a:solidFill>
                <a:schemeClr val="dk1"/>
              </a:solidFill>
              <a:latin typeface="Arial"/>
              <a:ea typeface="Arial"/>
              <a:cs typeface="Arial"/>
            </a:endParaRPr>
          </a:p>
        </p:txBody>
      </p:sp>
      <p:sp>
        <p:nvSpPr>
          <p:cNvPr id="927" name="Google Shape;927;p14">
            <a:extLst xmlns:a="http://schemas.openxmlformats.org/drawingml/2006/main">
              <a:ext uri="{FF2B5EF4-FFF2-40B4-BE49-F238E27FC236}">
                <a16:creationId xmlns:a16="http://schemas.microsoft.com/office/drawing/2014/main" id="{37EF082D-5A45-4617-88DF-05CC66251DBA}"/>
              </a:ext>
            </a:extLst>
          </p:cNvPr>
          <p:cNvSpPr>
            <a:spLocks xmlns:a="http://schemas.openxmlformats.org/drawingml/2006/main" noGrp="1"/>
          </p:cNvSpPr>
          <p:nvPr/>
        </p:nvSpPr>
        <p:spPr>
          <a:xfrm xmlns:a="http://schemas.openxmlformats.org/drawingml/2006/main">
            <a:off x="320040" y="3063240"/>
            <a:ext cx="16002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1" i="0" u="none" cap="none">
                <a:solidFill>
                  <a:srgbClr val="334155"/>
                </a:solidFill>
                <a:latin typeface="Arial"/>
                <a:ea typeface="Arial"/>
                <a:cs typeface="Arial"/>
              </a:rPr>
              <a:t>Teamwork Match:</a:t>
            </a:r>
            <a:endParaRPr sz="950" b="0" i="0" u="none" cap="none">
              <a:solidFill>
                <a:schemeClr val="dk1"/>
              </a:solidFill>
              <a:latin typeface="Arial"/>
              <a:ea typeface="Arial"/>
              <a:cs typeface="Arial"/>
            </a:endParaRPr>
          </a:p>
        </p:txBody>
      </p:sp>
      <p:sp>
        <p:nvSpPr>
          <p:cNvPr id="928" name="Google Shape;928;p14">
            <a:extLst xmlns:a="http://schemas.openxmlformats.org/drawingml/2006/main">
              <a:ext uri="{FF2B5EF4-FFF2-40B4-BE49-F238E27FC236}">
                <a16:creationId xmlns:a16="http://schemas.microsoft.com/office/drawing/2014/main" id="{37ECC3FE-28A5-4542-84E4-153E6B480505}"/>
              </a:ext>
            </a:extLst>
          </p:cNvPr>
          <p:cNvSpPr>
            <a:spLocks xmlns:a="http://schemas.openxmlformats.org/drawingml/2006/main" noGrp="1"/>
          </p:cNvSpPr>
          <p:nvPr/>
        </p:nvSpPr>
        <p:spPr>
          <a:xfrm xmlns:a="http://schemas.openxmlformats.org/drawingml/2006/main">
            <a:off x="1920240" y="3063240"/>
            <a:ext cx="25146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0" i="1" u="none" cap="none">
                <a:solidFill>
                  <a:srgbClr val="64748B"/>
                </a:solidFill>
                <a:latin typeface="Arial"/>
                <a:ea typeface="Arial"/>
                <a:cs typeface="Arial"/>
              </a:rPr>
              <a:t>60 seconds</a:t>
            </a:r>
            <a:endParaRPr sz="950" b="0" i="0" u="none" cap="none">
              <a:solidFill>
                <a:schemeClr val="dk1"/>
              </a:solidFill>
              <a:latin typeface="Arial"/>
              <a:ea typeface="Arial"/>
              <a:cs typeface="Arial"/>
            </a:endParaRPr>
          </a:p>
        </p:txBody>
      </p:sp>
      <p:sp>
        <p:nvSpPr>
          <p:cNvPr id="929" name="Google Shape;929;p14">
            <a:extLst xmlns:a="http://schemas.openxmlformats.org/drawingml/2006/main">
              <a:ext uri="{FF2B5EF4-FFF2-40B4-BE49-F238E27FC236}">
                <a16:creationId xmlns:a16="http://schemas.microsoft.com/office/drawing/2014/main" id="{D693DC77-E75C-4FD5-9831-2485E669E5CF}"/>
              </a:ext>
            </a:extLst>
          </p:cNvPr>
          <p:cNvSpPr>
            <a:spLocks xmlns:a="http://schemas.openxmlformats.org/drawingml/2006/main" noGrp="1"/>
          </p:cNvSpPr>
          <p:nvPr/>
        </p:nvSpPr>
        <p:spPr>
          <a:xfrm xmlns:a="http://schemas.openxmlformats.org/drawingml/2006/main">
            <a:off x="320040" y="3319272"/>
            <a:ext cx="16002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1" i="0" u="none" cap="none">
                <a:solidFill>
                  <a:srgbClr val="334155"/>
                </a:solidFill>
                <a:latin typeface="Arial"/>
                <a:ea typeface="Arial"/>
                <a:cs typeface="Arial"/>
              </a:rPr>
              <a:t>Team size:</a:t>
            </a:r>
            <a:endParaRPr sz="950" b="0" i="0" u="none" cap="none">
              <a:solidFill>
                <a:schemeClr val="dk1"/>
              </a:solidFill>
              <a:latin typeface="Arial"/>
              <a:ea typeface="Arial"/>
              <a:cs typeface="Arial"/>
            </a:endParaRPr>
          </a:p>
        </p:txBody>
      </p:sp>
      <p:sp>
        <p:nvSpPr>
          <p:cNvPr id="930" name="Google Shape;930;p14">
            <a:extLst xmlns:a="http://schemas.openxmlformats.org/drawingml/2006/main">
              <a:ext uri="{FF2B5EF4-FFF2-40B4-BE49-F238E27FC236}">
                <a16:creationId xmlns:a16="http://schemas.microsoft.com/office/drawing/2014/main" id="{CF87CC40-9099-41F9-A4F1-2772D8A32CC5}"/>
              </a:ext>
            </a:extLst>
          </p:cNvPr>
          <p:cNvSpPr>
            <a:spLocks xmlns:a="http://schemas.openxmlformats.org/drawingml/2006/main" noGrp="1"/>
          </p:cNvSpPr>
          <p:nvPr/>
        </p:nvSpPr>
        <p:spPr>
          <a:xfrm xmlns:a="http://schemas.openxmlformats.org/drawingml/2006/main">
            <a:off x="1920240" y="3319272"/>
            <a:ext cx="25146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0" i="1" u="none" cap="none">
                <a:solidFill>
                  <a:srgbClr val="64748B"/>
                </a:solidFill>
                <a:latin typeface="Arial"/>
                <a:ea typeface="Arial"/>
                <a:cs typeface="Arial"/>
              </a:rPr>
              <a:t>6 in this course (official minimum: 3+)</a:t>
            </a:r>
            <a:endParaRPr sz="950" b="0" i="0" u="none" cap="none">
              <a:solidFill>
                <a:schemeClr val="dk1"/>
              </a:solidFill>
              <a:latin typeface="Arial"/>
              <a:ea typeface="Arial"/>
              <a:cs typeface="Arial"/>
            </a:endParaRPr>
          </a:p>
        </p:txBody>
      </p:sp>
      <p:sp>
        <p:nvSpPr>
          <p:cNvPr id="931" name="Google Shape;931;p14">
            <a:extLst xmlns:a="http://schemas.openxmlformats.org/drawingml/2006/main">
              <a:ext uri="{FF2B5EF4-FFF2-40B4-BE49-F238E27FC236}">
                <a16:creationId xmlns:a16="http://schemas.microsoft.com/office/drawing/2014/main" id="{F4DC3E88-5F9A-42D1-A50F-0648217730CD}"/>
              </a:ext>
            </a:extLst>
          </p:cNvPr>
          <p:cNvSpPr>
            <a:spLocks xmlns:a="http://schemas.openxmlformats.org/drawingml/2006/main" noGrp="1"/>
          </p:cNvSpPr>
          <p:nvPr/>
        </p:nvSpPr>
        <p:spPr>
          <a:xfrm xmlns:a="http://schemas.openxmlformats.org/drawingml/2006/main">
            <a:off x="320040" y="3575304"/>
            <a:ext cx="16002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1" i="0" u="none" cap="none">
                <a:solidFill>
                  <a:srgbClr val="334155"/>
                </a:solidFill>
                <a:latin typeface="Arial"/>
                <a:ea typeface="Arial"/>
                <a:cs typeface="Arial"/>
              </a:rPr>
              <a:t>Match format:</a:t>
            </a:r>
            <a:endParaRPr sz="950" b="0" i="0" u="none" cap="none">
              <a:solidFill>
                <a:schemeClr val="dk1"/>
              </a:solidFill>
              <a:latin typeface="Arial"/>
              <a:ea typeface="Arial"/>
              <a:cs typeface="Arial"/>
            </a:endParaRPr>
          </a:p>
        </p:txBody>
      </p:sp>
      <p:sp>
        <p:nvSpPr>
          <p:cNvPr id="932" name="Google Shape;932;p14">
            <a:extLst xmlns:a="http://schemas.openxmlformats.org/drawingml/2006/main">
              <a:ext uri="{FF2B5EF4-FFF2-40B4-BE49-F238E27FC236}">
                <a16:creationId xmlns:a16="http://schemas.microsoft.com/office/drawing/2014/main" id="{72947A2C-84B3-4C06-915A-45D45A2F1BA1}"/>
              </a:ext>
            </a:extLst>
          </p:cNvPr>
          <p:cNvSpPr>
            <a:spLocks xmlns:a="http://schemas.openxmlformats.org/drawingml/2006/main" noGrp="1"/>
          </p:cNvSpPr>
          <p:nvPr/>
        </p:nvSpPr>
        <p:spPr>
          <a:xfrm xmlns:a="http://schemas.openxmlformats.org/drawingml/2006/main">
            <a:off x="1920240" y="3575304"/>
            <a:ext cx="25146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0" i="1" u="none" cap="none">
                <a:solidFill>
                  <a:srgbClr val="64748B"/>
                </a:solidFill>
                <a:latin typeface="Arial"/>
                <a:ea typeface="Arial"/>
                <a:cs typeface="Arial"/>
              </a:rPr>
              <a:t>Two-Team cooperative Alliance</a:t>
            </a:r>
            <a:endParaRPr sz="950" b="0" i="0" u="none" cap="none">
              <a:solidFill>
                <a:schemeClr val="dk1"/>
              </a:solidFill>
              <a:latin typeface="Arial"/>
              <a:ea typeface="Arial"/>
              <a:cs typeface="Arial"/>
            </a:endParaRPr>
          </a:p>
        </p:txBody>
      </p:sp>
      <p:sp>
        <p:nvSpPr>
          <p:cNvPr id="933" name="Google Shape;933;p14">
            <a:extLst xmlns:a="http://schemas.openxmlformats.org/drawingml/2006/main">
              <a:ext uri="{FF2B5EF4-FFF2-40B4-BE49-F238E27FC236}">
                <a16:creationId xmlns:a16="http://schemas.microsoft.com/office/drawing/2014/main" id="{FF2C31E8-378C-493A-A6CE-0D4E37A2372B}"/>
              </a:ext>
            </a:extLst>
          </p:cNvPr>
          <p:cNvSpPr>
            <a:spLocks xmlns:a="http://schemas.openxmlformats.org/drawingml/2006/main" noGrp="1"/>
          </p:cNvSpPr>
          <p:nvPr/>
        </p:nvSpPr>
        <p:spPr>
          <a:xfrm xmlns:a="http://schemas.openxmlformats.org/drawingml/2006/main">
            <a:off x="320040" y="3831336"/>
            <a:ext cx="16002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1" i="0" u="none" cap="none">
                <a:solidFill>
                  <a:srgbClr val="334155"/>
                </a:solidFill>
                <a:latin typeface="Arial"/>
                <a:ea typeface="Arial"/>
                <a:cs typeface="Arial"/>
              </a:rPr>
              <a:t>Field size:</a:t>
            </a:r>
            <a:endParaRPr sz="950" b="0" i="0" u="none" cap="none">
              <a:solidFill>
                <a:schemeClr val="dk1"/>
              </a:solidFill>
              <a:latin typeface="Arial"/>
              <a:ea typeface="Arial"/>
              <a:cs typeface="Arial"/>
            </a:endParaRPr>
          </a:p>
        </p:txBody>
      </p:sp>
      <p:sp>
        <p:nvSpPr>
          <p:cNvPr id="934" name="Google Shape;934;p14">
            <a:extLst xmlns:a="http://schemas.openxmlformats.org/drawingml/2006/main">
              <a:ext uri="{FF2B5EF4-FFF2-40B4-BE49-F238E27FC236}">
                <a16:creationId xmlns:a16="http://schemas.microsoft.com/office/drawing/2014/main" id="{7D800256-C78A-4355-ACB4-B69DC6BF6991}"/>
              </a:ext>
            </a:extLst>
          </p:cNvPr>
          <p:cNvSpPr>
            <a:spLocks xmlns:a="http://schemas.openxmlformats.org/drawingml/2006/main" noGrp="1"/>
          </p:cNvSpPr>
          <p:nvPr/>
        </p:nvSpPr>
        <p:spPr>
          <a:xfrm xmlns:a="http://schemas.openxmlformats.org/drawingml/2006/main">
            <a:off x="1920240" y="3831336"/>
            <a:ext cx="25146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0" i="1" u="none" cap="none">
                <a:solidFill>
                  <a:srgbClr val="64748B"/>
                </a:solidFill>
                <a:latin typeface="Arial"/>
                <a:ea typeface="Arial"/>
                <a:cs typeface="Arial"/>
              </a:rPr>
              <a:t>6 × 8 ft</a:t>
            </a:r>
            <a:endParaRPr sz="950" b="0" i="0" u="none" cap="none">
              <a:solidFill>
                <a:schemeClr val="dk1"/>
              </a:solidFill>
              <a:latin typeface="Arial"/>
              <a:ea typeface="Arial"/>
              <a:cs typeface="Arial"/>
            </a:endParaRPr>
          </a:p>
        </p:txBody>
      </p:sp>
      <p:sp>
        <p:nvSpPr>
          <p:cNvPr id="935" name="Google Shape;935;p14">
            <a:extLst xmlns:a="http://schemas.openxmlformats.org/drawingml/2006/main">
              <a:ext uri="{FF2B5EF4-FFF2-40B4-BE49-F238E27FC236}">
                <a16:creationId xmlns:a16="http://schemas.microsoft.com/office/drawing/2014/main" id="{F24B5676-9101-4C13-AAC1-56DC55427F51}"/>
              </a:ext>
            </a:extLst>
          </p:cNvPr>
          <p:cNvSpPr>
            <a:spLocks xmlns:a="http://schemas.openxmlformats.org/drawingml/2006/main" noGrp="1"/>
          </p:cNvSpPr>
          <p:nvPr/>
        </p:nvSpPr>
        <p:spPr>
          <a:xfrm xmlns:a="http://schemas.openxmlformats.org/drawingml/2006/main">
            <a:off x="320040" y="4087368"/>
            <a:ext cx="16002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50"/>
              <a:buFont typeface="Arial"/>
              <a:buNone/>
            </a:pPr>
            <a:r>
              <a:rPr sz="950" b="1" i="0" u="none" cap="none">
                <a:solidFill>
                  <a:srgbClr val="334155"/>
                </a:solidFill>
                <a:latin typeface="Arial"/>
                <a:ea typeface="Arial"/>
                <a:cs typeface="Arial"/>
              </a:rPr>
              <a:t>Robots per alliance:</a:t>
            </a:r>
            <a:endParaRPr sz="950" b="0" i="0" u="none" cap="none">
              <a:solidFill>
                <a:schemeClr val="dk1"/>
              </a:solidFill>
              <a:latin typeface="Arial"/>
              <a:ea typeface="Arial"/>
              <a:cs typeface="Arial"/>
            </a:endParaRPr>
          </a:p>
        </p:txBody>
      </p:sp>
      <p:sp>
        <p:nvSpPr>
          <p:cNvPr id="936" name="Google Shape;936;p14">
            <a:extLst xmlns:a="http://schemas.openxmlformats.org/drawingml/2006/main">
              <a:ext uri="{FF2B5EF4-FFF2-40B4-BE49-F238E27FC236}">
                <a16:creationId xmlns:a16="http://schemas.microsoft.com/office/drawing/2014/main" id="{F9B00066-0DCA-4334-8B4A-98059EBCD3CA}"/>
              </a:ext>
            </a:extLst>
          </p:cNvPr>
          <p:cNvSpPr>
            <a:spLocks xmlns:a="http://schemas.openxmlformats.org/drawingml/2006/main" noGrp="1"/>
          </p:cNvSpPr>
          <p:nvPr/>
        </p:nvSpPr>
        <p:spPr>
          <a:xfrm xmlns:a="http://schemas.openxmlformats.org/drawingml/2006/main">
            <a:off x="1920240" y="4087368"/>
            <a:ext cx="2514600"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0" i="1" u="none" cap="none">
                <a:solidFill>
                  <a:srgbClr val="64748B"/>
                </a:solidFill>
                <a:latin typeface="Arial"/>
                <a:ea typeface="Arial"/>
                <a:cs typeface="Arial"/>
              </a:rPr>
              <a:t>2</a:t>
            </a:r>
            <a:endParaRPr sz="950" b="0" i="0" u="none" cap="none">
              <a:solidFill>
                <a:schemeClr val="dk1"/>
              </a:solidFill>
              <a:latin typeface="Arial"/>
              <a:ea typeface="Arial"/>
              <a:cs typeface="Arial"/>
            </a:endParaRPr>
          </a:p>
        </p:txBody>
      </p:sp>
      <p:sp>
        <p:nvSpPr>
          <p:cNvPr id="937" name="Google Shape;937;p14">
            <a:extLst xmlns:a="http://schemas.openxmlformats.org/drawingml/2006/main">
              <a:ext uri="{FF2B5EF4-FFF2-40B4-BE49-F238E27FC236}">
                <a16:creationId xmlns:a16="http://schemas.microsoft.com/office/drawing/2014/main" id="{04D06B21-61AF-4273-BEAD-074AC379FBBB}"/>
              </a:ext>
            </a:extLst>
          </p:cNvPr>
          <p:cNvSpPr>
            <a:spLocks xmlns:a="http://schemas.openxmlformats.org/drawingml/2006/main" noGrp="1"/>
          </p:cNvSpPr>
          <p:nvPr/>
        </p:nvSpPr>
        <p:spPr>
          <a:xfrm xmlns:a="http://schemas.openxmlformats.org/drawingml/2006/main">
            <a:off x="4617720" y="1078992"/>
            <a:ext cx="4206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900"/>
              <a:buFont typeface="Arial"/>
              <a:buNone/>
            </a:pPr>
            <a:r>
              <a:rPr sz="900" b="1" i="0" u="none" cap="none">
                <a:solidFill>
                  <a:srgbClr val="16A34A"/>
                </a:solidFill>
                <a:latin typeface="Arial"/>
                <a:ea typeface="Arial"/>
                <a:cs typeface="Arial"/>
              </a:rPr>
              <a:t>FIELD DIAGRAM</a:t>
            </a:r>
            <a:endParaRPr sz="900" b="0" i="0" u="none" cap="none">
              <a:solidFill>
                <a:schemeClr val="dk1"/>
              </a:solidFill>
              <a:latin typeface="Arial"/>
              <a:ea typeface="Arial"/>
              <a:cs typeface="Arial"/>
            </a:endParaRPr>
          </a:p>
        </p:txBody>
      </p:sp>
      <p:sp>
        <p:nvSpPr>
          <p:cNvPr id="938" name="Google Shape;938;p14">
            <a:extLst xmlns:a="http://schemas.openxmlformats.org/drawingml/2006/main">
              <a:ext uri="{FF2B5EF4-FFF2-40B4-BE49-F238E27FC236}">
                <a16:creationId xmlns:a16="http://schemas.microsoft.com/office/drawing/2014/main" id="{A257DB0F-249E-4106-8A6B-4EBE06FE937E}"/>
              </a:ext>
            </a:extLst>
          </p:cNvPr>
          <p:cNvSpPr>
            <a:spLocks xmlns:a="http://schemas.openxmlformats.org/drawingml/2006/main" noGrp="1"/>
          </p:cNvSpPr>
          <p:nvPr/>
        </p:nvSpPr>
        <p:spPr>
          <a:xfrm xmlns:a="http://schemas.openxmlformats.org/drawingml/2006/main">
            <a:off x="5189220" y="1298448"/>
            <a:ext cx="3063240" cy="30632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39" name="Google Shape;939;p14">
            <a:extLst xmlns:a="http://schemas.openxmlformats.org/drawingml/2006/main">
              <a:ext uri="{FF2B5EF4-FFF2-40B4-BE49-F238E27FC236}">
                <a16:creationId xmlns:a16="http://schemas.microsoft.com/office/drawing/2014/main" id="{4754D5D1-30E1-4875-8AAD-69EE00ED8350}"/>
              </a:ext>
            </a:extLst>
          </p:cNvPr>
          <p:cNvSpPr>
            <a:spLocks xmlns:a="http://schemas.openxmlformats.org/drawingml/2006/main" noGrp="1"/>
          </p:cNvSpPr>
          <p:nvPr/>
        </p:nvSpPr>
        <p:spPr>
          <a:xfrm xmlns:a="http://schemas.openxmlformats.org/drawingml/2006/main">
            <a:off x="5189220" y="1298448"/>
            <a:ext cx="3063240" cy="3063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[Insert full field diagram — source: vexrobotics.com</a:t>
            </a:r>
            <a:endParaRPr sz="10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chemeClr val="dk1"/>
              </a:buClr>
              <a:buSzPts val="1000"/>
              <a:buFont typeface="Arial"/>
              <a:buNone/>
            </a:pPr>
            <a:r>
              <a:t/>
            </a:r>
            <a:endParaRPr sz="10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Show zones, alliance starts, goals, and scoring objects at match start.]</a:t>
            </a:r>
            <a:endParaRPr sz="1000" b="0" i="0" u="none" cap="none">
              <a:solidFill>
                <a:schemeClr val="dk1"/>
              </a:solidFill>
              <a:latin typeface="Arial"/>
              <a:ea typeface="Arial"/>
              <a:cs typeface="Arial"/>
            </a:endParaRPr>
          </a:p>
        </p:txBody>
      </p:sp>
      <p:sp>
        <p:nvSpPr>
          <p:cNvPr id="940" name="Google Shape;940;p14">
            <a:extLst xmlns:a="http://schemas.openxmlformats.org/drawingml/2006/main">
              <a:ext uri="{FF2B5EF4-FFF2-40B4-BE49-F238E27FC236}">
                <a16:creationId xmlns:a16="http://schemas.microsoft.com/office/drawing/2014/main" id="{81B33FCF-0691-4342-AEB2-0C9C381EC5E4}"/>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c0737bc4c04a496d"/>
              </a:rPr>
              <a:t>game-manual</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88fa4e354d64476c"/>
              </a:rPr>
              <a:t>game-analysis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03e9046326cc4f92"/>
              </a:rPr>
              <a:t>field-mapper</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4846187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46" name="Google Shape;946;p15">
            <a:extLst xmlns:a="http://schemas.openxmlformats.org/drawingml/2006/main">
              <a:ext uri="{FF2B5EF4-FFF2-40B4-BE49-F238E27FC236}">
                <a16:creationId xmlns:a16="http://schemas.microsoft.com/office/drawing/2014/main" id="{BAEB4EE8-9888-449B-A518-212727469315}"/>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47" name="Google Shape;947;p15">
            <a:extLst xmlns:a="http://schemas.openxmlformats.org/drawingml/2006/main">
              <a:ext uri="{FF2B5EF4-FFF2-40B4-BE49-F238E27FC236}">
                <a16:creationId xmlns:a16="http://schemas.microsoft.com/office/drawing/2014/main" id="{9DD98FB8-9DDE-449C-94AC-577149DCCD98}"/>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948" name="Google Shape;948;p15">
            <a:extLst xmlns:a="http://schemas.openxmlformats.org/drawingml/2006/main">
              <a:ext uri="{FF2B5EF4-FFF2-40B4-BE49-F238E27FC236}">
                <a16:creationId xmlns:a16="http://schemas.microsoft.com/office/drawing/2014/main" id="{66FDD78D-BCF4-41A6-ACE6-B0AD4D4019B8}"/>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949" name="Google Shape;949;p15">
            <a:extLst xmlns:a="http://schemas.openxmlformats.org/drawingml/2006/main">
              <a:ext uri="{FF2B5EF4-FFF2-40B4-BE49-F238E27FC236}">
                <a16:creationId xmlns:a16="http://schemas.microsoft.com/office/drawing/2014/main" id="{4DE951A5-1933-4526-8308-A0EAE44AE642}"/>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Game Elements — Technical Drawings</a:t>
            </a:r>
            <a:endParaRPr sz="2200" b="0" i="0" u="none" cap="none">
              <a:solidFill>
                <a:schemeClr val="dk1"/>
              </a:solidFill>
              <a:latin typeface="Arial"/>
              <a:ea typeface="Arial"/>
              <a:cs typeface="Arial"/>
            </a:endParaRPr>
          </a:p>
        </p:txBody>
      </p:sp>
      <p:sp>
        <p:nvSpPr>
          <p:cNvPr id="950" name="Google Shape;950;p15">
            <a:extLst xmlns:a="http://schemas.openxmlformats.org/drawingml/2006/main">
              <a:ext uri="{FF2B5EF4-FFF2-40B4-BE49-F238E27FC236}">
                <a16:creationId xmlns:a16="http://schemas.microsoft.com/office/drawing/2014/main" id="{23B6246E-11E0-4268-A125-9635509EA40B}"/>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951" name="Google Shape;951;p15">
            <a:extLst xmlns:a="http://schemas.openxmlformats.org/drawingml/2006/main">
              <a:ext uri="{FF2B5EF4-FFF2-40B4-BE49-F238E27FC236}">
                <a16:creationId xmlns:a16="http://schemas.microsoft.com/office/drawing/2014/main" id="{FE8E768D-3F9F-4B63-9D3F-90A3D49991FC}"/>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52" name="Google Shape;952;p15">
            <a:extLst xmlns:a="http://schemas.openxmlformats.org/drawingml/2006/main">
              <a:ext uri="{FF2B5EF4-FFF2-40B4-BE49-F238E27FC236}">
                <a16:creationId xmlns:a16="http://schemas.microsoft.com/office/drawing/2014/main" id="{CF0382F0-EE9A-4F1C-AE5F-78254D699250}"/>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13 / 61</a:t>
            </a:r>
            <a:endParaRPr sz="900" b="0" i="0" u="none" cap="none">
              <a:solidFill>
                <a:schemeClr val="dk1"/>
              </a:solidFill>
              <a:latin typeface="Arial"/>
              <a:ea typeface="Arial"/>
              <a:cs typeface="Arial"/>
            </a:endParaRPr>
          </a:p>
        </p:txBody>
      </p:sp>
      <p:sp>
        <p:nvSpPr>
          <p:cNvPr id="953" name="Google Shape;953;p15">
            <a:extLst xmlns:a="http://schemas.openxmlformats.org/drawingml/2006/main">
              <a:ext uri="{FF2B5EF4-FFF2-40B4-BE49-F238E27FC236}">
                <a16:creationId xmlns:a16="http://schemas.microsoft.com/office/drawing/2014/main" id="{59180759-2E10-43A1-89AC-8FCF8B6C399B}"/>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954" name="Google Shape;954;p15">
            <a:extLst xmlns:a="http://schemas.openxmlformats.org/drawingml/2006/main">
              <a:ext uri="{FF2B5EF4-FFF2-40B4-BE49-F238E27FC236}">
                <a16:creationId xmlns:a16="http://schemas.microsoft.com/office/drawing/2014/main" id="{E11CD633-59E8-4B6C-B589-3072F76DA126}"/>
              </a:ext>
            </a:extLst>
          </p:cNvPr>
          <p:cNvSpPr>
            <a:spLocks xmlns:a="http://schemas.openxmlformats.org/drawingml/2006/main" noGrp="1"/>
          </p:cNvSpPr>
          <p:nvPr/>
        </p:nvSpPr>
        <p:spPr>
          <a:xfrm xmlns:a="http://schemas.openxmlformats.org/drawingml/2006/main">
            <a:off x="320040" y="1078992"/>
            <a:ext cx="8503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Hand-drawn or CAD technical drawings of every scoring object. Include dimensions and weight — this data drives intake, scoring, and storage design. Duplicate this slide if you need more than 4 elements.</a:t>
            </a:r>
            <a:endParaRPr sz="1000" b="0" i="0" u="none" cap="none">
              <a:solidFill>
                <a:schemeClr val="dk1"/>
              </a:solidFill>
              <a:latin typeface="Arial"/>
              <a:ea typeface="Arial"/>
              <a:cs typeface="Arial"/>
            </a:endParaRPr>
          </a:p>
        </p:txBody>
      </p:sp>
      <p:sp>
        <p:nvSpPr>
          <p:cNvPr id="955" name="Google Shape;955;p15">
            <a:extLst xmlns:a="http://schemas.openxmlformats.org/drawingml/2006/main">
              <a:ext uri="{FF2B5EF4-FFF2-40B4-BE49-F238E27FC236}">
                <a16:creationId xmlns:a16="http://schemas.microsoft.com/office/drawing/2014/main" id="{5FD4B457-69FC-4520-8E83-4694CE241EF3}"/>
              </a:ext>
            </a:extLst>
          </p:cNvPr>
          <p:cNvSpPr>
            <a:spLocks xmlns:a="http://schemas.openxmlformats.org/drawingml/2006/main" noGrp="1"/>
          </p:cNvSpPr>
          <p:nvPr/>
        </p:nvSpPr>
        <p:spPr>
          <a:xfrm xmlns:a="http://schemas.openxmlformats.org/drawingml/2006/main">
            <a:off x="320040"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56" name="Google Shape;956;p15">
            <a:extLst xmlns:a="http://schemas.openxmlformats.org/drawingml/2006/main">
              <a:ext uri="{FF2B5EF4-FFF2-40B4-BE49-F238E27FC236}">
                <a16:creationId xmlns:a16="http://schemas.microsoft.com/office/drawing/2014/main" id="{8B80DA8D-6DDE-4BCB-9212-3A425F0FF2A5}"/>
              </a:ext>
            </a:extLst>
          </p:cNvPr>
          <p:cNvSpPr>
            <a:spLocks xmlns:a="http://schemas.openxmlformats.org/drawingml/2006/main" noGrp="1"/>
          </p:cNvSpPr>
          <p:nvPr/>
        </p:nvSpPr>
        <p:spPr>
          <a:xfrm xmlns:a="http://schemas.openxmlformats.org/drawingml/2006/main">
            <a:off x="320040"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57" name="Google Shape;957;p15">
            <a:extLst xmlns:a="http://schemas.openxmlformats.org/drawingml/2006/main">
              <a:ext uri="{FF2B5EF4-FFF2-40B4-BE49-F238E27FC236}">
                <a16:creationId xmlns:a16="http://schemas.microsoft.com/office/drawing/2014/main" id="{5150389A-B376-4C90-936C-F0727AE66054}"/>
              </a:ext>
            </a:extLst>
          </p:cNvPr>
          <p:cNvSpPr>
            <a:spLocks xmlns:a="http://schemas.openxmlformats.org/drawingml/2006/main" noGrp="1"/>
          </p:cNvSpPr>
          <p:nvPr/>
        </p:nvSpPr>
        <p:spPr>
          <a:xfrm xmlns:a="http://schemas.openxmlformats.org/drawingml/2006/main">
            <a:off x="411480"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ELEMENT 1</a:t>
            </a:r>
            <a:endParaRPr sz="850" b="0" i="0" u="none" cap="none">
              <a:solidFill>
                <a:schemeClr val="dk1"/>
              </a:solidFill>
              <a:latin typeface="Arial"/>
              <a:ea typeface="Arial"/>
              <a:cs typeface="Arial"/>
            </a:endParaRPr>
          </a:p>
        </p:txBody>
      </p:sp>
      <p:sp>
        <p:nvSpPr>
          <p:cNvPr id="958" name="Google Shape;958;p15">
            <a:extLst xmlns:a="http://schemas.openxmlformats.org/drawingml/2006/main">
              <a:ext uri="{FF2B5EF4-FFF2-40B4-BE49-F238E27FC236}">
                <a16:creationId xmlns:a16="http://schemas.microsoft.com/office/drawing/2014/main" id="{3D860883-E8EE-4454-AB03-BB2FE3E195E7}"/>
              </a:ext>
            </a:extLst>
          </p:cNvPr>
          <p:cNvSpPr>
            <a:spLocks xmlns:a="http://schemas.openxmlformats.org/drawingml/2006/main" noGrp="1"/>
          </p:cNvSpPr>
          <p:nvPr/>
        </p:nvSpPr>
        <p:spPr>
          <a:xfrm xmlns:a="http://schemas.openxmlformats.org/drawingml/2006/main">
            <a:off x="411480"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59" name="Google Shape;959;p15">
            <a:extLst xmlns:a="http://schemas.openxmlformats.org/drawingml/2006/main">
              <a:ext uri="{FF2B5EF4-FFF2-40B4-BE49-F238E27FC236}">
                <a16:creationId xmlns:a16="http://schemas.microsoft.com/office/drawing/2014/main" id="{118DC4A3-EAF0-4E01-A8E7-7D5CEF2DA5E1}"/>
              </a:ext>
            </a:extLst>
          </p:cNvPr>
          <p:cNvSpPr>
            <a:spLocks xmlns:a="http://schemas.openxmlformats.org/drawingml/2006/main" noGrp="1"/>
          </p:cNvSpPr>
          <p:nvPr/>
        </p:nvSpPr>
        <p:spPr>
          <a:xfrm xmlns:a="http://schemas.openxmlformats.org/drawingml/2006/main">
            <a:off x="411480"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960" name="Google Shape;960;p15">
            <a:extLst xmlns:a="http://schemas.openxmlformats.org/drawingml/2006/main">
              <a:ext uri="{FF2B5EF4-FFF2-40B4-BE49-F238E27FC236}">
                <a16:creationId xmlns:a16="http://schemas.microsoft.com/office/drawing/2014/main" id="{EDA3B91C-CDC7-46F0-8BC3-49F0EC3A3156}"/>
              </a:ext>
            </a:extLst>
          </p:cNvPr>
          <p:cNvSpPr>
            <a:spLocks xmlns:a="http://schemas.openxmlformats.org/drawingml/2006/main" noGrp="1"/>
          </p:cNvSpPr>
          <p:nvPr/>
        </p:nvSpPr>
        <p:spPr>
          <a:xfrm xmlns:a="http://schemas.openxmlformats.org/drawingml/2006/main">
            <a:off x="411480"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961" name="Google Shape;961;p15">
            <a:extLst xmlns:a="http://schemas.openxmlformats.org/drawingml/2006/main">
              <a:ext uri="{FF2B5EF4-FFF2-40B4-BE49-F238E27FC236}">
                <a16:creationId xmlns:a16="http://schemas.microsoft.com/office/drawing/2014/main" id="{223D255F-6FA8-4066-80B1-407B95A2A852}"/>
              </a:ext>
            </a:extLst>
          </p:cNvPr>
          <p:cNvSpPr>
            <a:spLocks xmlns:a="http://schemas.openxmlformats.org/drawingml/2006/main" noGrp="1"/>
          </p:cNvSpPr>
          <p:nvPr/>
        </p:nvSpPr>
        <p:spPr>
          <a:xfrm xmlns:a="http://schemas.openxmlformats.org/drawingml/2006/main">
            <a:off x="411480"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(L×W×H):  </a:t>
            </a:r>
            <a:r>
              <a:rPr sz="750" b="0" i="1" u="none" cap="none">
                <a:solidFill>
                  <a:srgbClr val="94A3B8"/>
                </a:solidFill>
                <a:latin typeface="Arial"/>
                <a:ea typeface="Arial"/>
                <a:cs typeface="Arial"/>
              </a:rPr>
              <a:t>[___ × ___ × ___]</a:t>
            </a:r>
            <a:endParaRPr sz="750" b="0" i="0" u="none" cap="none">
              <a:solidFill>
                <a:schemeClr val="dk1"/>
              </a:solidFill>
              <a:latin typeface="Arial"/>
              <a:ea typeface="Arial"/>
              <a:cs typeface="Arial"/>
            </a:endParaRPr>
          </a:p>
        </p:txBody>
      </p:sp>
      <p:sp>
        <p:nvSpPr>
          <p:cNvPr id="962" name="Google Shape;962;p15">
            <a:extLst xmlns:a="http://schemas.openxmlformats.org/drawingml/2006/main">
              <a:ext uri="{FF2B5EF4-FFF2-40B4-BE49-F238E27FC236}">
                <a16:creationId xmlns:a16="http://schemas.microsoft.com/office/drawing/2014/main" id="{99E5200C-FD8C-4F5A-A21C-23E93969AD69}"/>
              </a:ext>
            </a:extLst>
          </p:cNvPr>
          <p:cNvSpPr>
            <a:spLocks xmlns:a="http://schemas.openxmlformats.org/drawingml/2006/main" noGrp="1"/>
          </p:cNvSpPr>
          <p:nvPr/>
        </p:nvSpPr>
        <p:spPr>
          <a:xfrm xmlns:a="http://schemas.openxmlformats.org/drawingml/2006/main">
            <a:off x="411480"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Weight:  </a:t>
            </a:r>
            <a:r>
              <a:rPr sz="750" b="0" i="1" u="none" cap="none">
                <a:solidFill>
                  <a:srgbClr val="94A3B8"/>
                </a:solidFill>
                <a:latin typeface="Arial"/>
                <a:ea typeface="Arial"/>
                <a:cs typeface="Arial"/>
              </a:rPr>
              <a:t>[___ g]</a:t>
            </a:r>
            <a:endParaRPr sz="750" b="0" i="0" u="none" cap="none">
              <a:solidFill>
                <a:schemeClr val="dk1"/>
              </a:solidFill>
              <a:latin typeface="Arial"/>
              <a:ea typeface="Arial"/>
              <a:cs typeface="Arial"/>
            </a:endParaRPr>
          </a:p>
        </p:txBody>
      </p:sp>
      <p:sp>
        <p:nvSpPr>
          <p:cNvPr id="963" name="Google Shape;963;p15">
            <a:extLst xmlns:a="http://schemas.openxmlformats.org/drawingml/2006/main">
              <a:ext uri="{FF2B5EF4-FFF2-40B4-BE49-F238E27FC236}">
                <a16:creationId xmlns:a16="http://schemas.microsoft.com/office/drawing/2014/main" id="{CE44F4B3-DDBC-40CB-A2E8-33BCBAF8DAE0}"/>
              </a:ext>
            </a:extLst>
          </p:cNvPr>
          <p:cNvSpPr>
            <a:spLocks xmlns:a="http://schemas.openxmlformats.org/drawingml/2006/main" noGrp="1"/>
          </p:cNvSpPr>
          <p:nvPr/>
        </p:nvSpPr>
        <p:spPr>
          <a:xfrm xmlns:a="http://schemas.openxmlformats.org/drawingml/2006/main">
            <a:off x="411480"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Material:  </a:t>
            </a:r>
            <a:r>
              <a:rPr sz="750" b="0" i="1" u="none" cap="none">
                <a:solidFill>
                  <a:srgbClr val="94A3B8"/>
                </a:solidFill>
                <a:latin typeface="Arial"/>
                <a:ea typeface="Arial"/>
                <a:cs typeface="Arial"/>
              </a:rPr>
              <a:t>[plastic / foam]</a:t>
            </a:r>
            <a:endParaRPr sz="750" b="0" i="0" u="none" cap="none">
              <a:solidFill>
                <a:schemeClr val="dk1"/>
              </a:solidFill>
              <a:latin typeface="Arial"/>
              <a:ea typeface="Arial"/>
              <a:cs typeface="Arial"/>
            </a:endParaRPr>
          </a:p>
        </p:txBody>
      </p:sp>
      <p:sp>
        <p:nvSpPr>
          <p:cNvPr id="964" name="Google Shape;964;p15">
            <a:extLst xmlns:a="http://schemas.openxmlformats.org/drawingml/2006/main">
              <a:ext uri="{FF2B5EF4-FFF2-40B4-BE49-F238E27FC236}">
                <a16:creationId xmlns:a16="http://schemas.microsoft.com/office/drawing/2014/main" id="{3EDA1E99-A93B-4259-947C-44C140C44B9D}"/>
              </a:ext>
            </a:extLst>
          </p:cNvPr>
          <p:cNvSpPr>
            <a:spLocks xmlns:a="http://schemas.openxmlformats.org/drawingml/2006/main" noGrp="1"/>
          </p:cNvSpPr>
          <p:nvPr/>
        </p:nvSpPr>
        <p:spPr>
          <a:xfrm xmlns:a="http://schemas.openxmlformats.org/drawingml/2006/main">
            <a:off x="411480"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Qty on field: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65" name="Google Shape;965;p15">
            <a:extLst xmlns:a="http://schemas.openxmlformats.org/drawingml/2006/main">
              <a:ext uri="{FF2B5EF4-FFF2-40B4-BE49-F238E27FC236}">
                <a16:creationId xmlns:a16="http://schemas.microsoft.com/office/drawing/2014/main" id="{06515A3B-FE29-4667-9929-0D49CBDBF86E}"/>
              </a:ext>
            </a:extLst>
          </p:cNvPr>
          <p:cNvSpPr>
            <a:spLocks xmlns:a="http://schemas.openxmlformats.org/drawingml/2006/main" noGrp="1"/>
          </p:cNvSpPr>
          <p:nvPr/>
        </p:nvSpPr>
        <p:spPr>
          <a:xfrm xmlns:a="http://schemas.openxmlformats.org/drawingml/2006/main">
            <a:off x="411480"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Points: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66" name="Google Shape;966;p15">
            <a:extLst xmlns:a="http://schemas.openxmlformats.org/drawingml/2006/main">
              <a:ext uri="{FF2B5EF4-FFF2-40B4-BE49-F238E27FC236}">
                <a16:creationId xmlns:a16="http://schemas.microsoft.com/office/drawing/2014/main" id="{4FA45690-0D00-4C69-8DB6-73CA12FAE151}"/>
              </a:ext>
            </a:extLst>
          </p:cNvPr>
          <p:cNvSpPr>
            <a:spLocks xmlns:a="http://schemas.openxmlformats.org/drawingml/2006/main" noGrp="1"/>
          </p:cNvSpPr>
          <p:nvPr/>
        </p:nvSpPr>
        <p:spPr>
          <a:xfrm xmlns:a="http://schemas.openxmlformats.org/drawingml/2006/main">
            <a:off x="2478024"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67" name="Google Shape;967;p15">
            <a:extLst xmlns:a="http://schemas.openxmlformats.org/drawingml/2006/main">
              <a:ext uri="{FF2B5EF4-FFF2-40B4-BE49-F238E27FC236}">
                <a16:creationId xmlns:a16="http://schemas.microsoft.com/office/drawing/2014/main" id="{4FC9F0D9-A38D-40D6-99FC-32F76299250F}"/>
              </a:ext>
            </a:extLst>
          </p:cNvPr>
          <p:cNvSpPr>
            <a:spLocks xmlns:a="http://schemas.openxmlformats.org/drawingml/2006/main" noGrp="1"/>
          </p:cNvSpPr>
          <p:nvPr/>
        </p:nvSpPr>
        <p:spPr>
          <a:xfrm xmlns:a="http://schemas.openxmlformats.org/drawingml/2006/main">
            <a:off x="2478024"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68" name="Google Shape;968;p15">
            <a:extLst xmlns:a="http://schemas.openxmlformats.org/drawingml/2006/main">
              <a:ext uri="{FF2B5EF4-FFF2-40B4-BE49-F238E27FC236}">
                <a16:creationId xmlns:a16="http://schemas.microsoft.com/office/drawing/2014/main" id="{863B8F62-0577-440F-9E74-35F02FD322AB}"/>
              </a:ext>
            </a:extLst>
          </p:cNvPr>
          <p:cNvSpPr>
            <a:spLocks xmlns:a="http://schemas.openxmlformats.org/drawingml/2006/main" noGrp="1"/>
          </p:cNvSpPr>
          <p:nvPr/>
        </p:nvSpPr>
        <p:spPr>
          <a:xfrm xmlns:a="http://schemas.openxmlformats.org/drawingml/2006/main">
            <a:off x="2569464"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ELEMENT 2</a:t>
            </a:r>
            <a:endParaRPr sz="850" b="0" i="0" u="none" cap="none">
              <a:solidFill>
                <a:schemeClr val="dk1"/>
              </a:solidFill>
              <a:latin typeface="Arial"/>
              <a:ea typeface="Arial"/>
              <a:cs typeface="Arial"/>
            </a:endParaRPr>
          </a:p>
        </p:txBody>
      </p:sp>
      <p:sp>
        <p:nvSpPr>
          <p:cNvPr id="969" name="Google Shape;969;p15">
            <a:extLst xmlns:a="http://schemas.openxmlformats.org/drawingml/2006/main">
              <a:ext uri="{FF2B5EF4-FFF2-40B4-BE49-F238E27FC236}">
                <a16:creationId xmlns:a16="http://schemas.microsoft.com/office/drawing/2014/main" id="{60DC9416-206B-4D8E-97FF-C45C36EEF00C}"/>
              </a:ext>
            </a:extLst>
          </p:cNvPr>
          <p:cNvSpPr>
            <a:spLocks xmlns:a="http://schemas.openxmlformats.org/drawingml/2006/main" noGrp="1"/>
          </p:cNvSpPr>
          <p:nvPr/>
        </p:nvSpPr>
        <p:spPr>
          <a:xfrm xmlns:a="http://schemas.openxmlformats.org/drawingml/2006/main">
            <a:off x="2569464"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70" name="Google Shape;970;p15">
            <a:extLst xmlns:a="http://schemas.openxmlformats.org/drawingml/2006/main">
              <a:ext uri="{FF2B5EF4-FFF2-40B4-BE49-F238E27FC236}">
                <a16:creationId xmlns:a16="http://schemas.microsoft.com/office/drawing/2014/main" id="{814D913B-64D1-4517-B6AD-2A5CC59BA8FA}"/>
              </a:ext>
            </a:extLst>
          </p:cNvPr>
          <p:cNvSpPr>
            <a:spLocks xmlns:a="http://schemas.openxmlformats.org/drawingml/2006/main" noGrp="1"/>
          </p:cNvSpPr>
          <p:nvPr/>
        </p:nvSpPr>
        <p:spPr>
          <a:xfrm xmlns:a="http://schemas.openxmlformats.org/drawingml/2006/main">
            <a:off x="2569464"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971" name="Google Shape;971;p15">
            <a:extLst xmlns:a="http://schemas.openxmlformats.org/drawingml/2006/main">
              <a:ext uri="{FF2B5EF4-FFF2-40B4-BE49-F238E27FC236}">
                <a16:creationId xmlns:a16="http://schemas.microsoft.com/office/drawing/2014/main" id="{EDA1AA43-9E29-4A0B-93FD-408FC4705849}"/>
              </a:ext>
            </a:extLst>
          </p:cNvPr>
          <p:cNvSpPr>
            <a:spLocks xmlns:a="http://schemas.openxmlformats.org/drawingml/2006/main" noGrp="1"/>
          </p:cNvSpPr>
          <p:nvPr/>
        </p:nvSpPr>
        <p:spPr>
          <a:xfrm xmlns:a="http://schemas.openxmlformats.org/drawingml/2006/main">
            <a:off x="2569464"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972" name="Google Shape;972;p15">
            <a:extLst xmlns:a="http://schemas.openxmlformats.org/drawingml/2006/main">
              <a:ext uri="{FF2B5EF4-FFF2-40B4-BE49-F238E27FC236}">
                <a16:creationId xmlns:a16="http://schemas.microsoft.com/office/drawing/2014/main" id="{B2D1C72F-EE43-438F-A22E-2A4419EC4058}"/>
              </a:ext>
            </a:extLst>
          </p:cNvPr>
          <p:cNvSpPr>
            <a:spLocks xmlns:a="http://schemas.openxmlformats.org/drawingml/2006/main" noGrp="1"/>
          </p:cNvSpPr>
          <p:nvPr/>
        </p:nvSpPr>
        <p:spPr>
          <a:xfrm xmlns:a="http://schemas.openxmlformats.org/drawingml/2006/main">
            <a:off x="2569464"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(L×W×H):  </a:t>
            </a:r>
            <a:r>
              <a:rPr sz="750" b="0" i="1" u="none" cap="none">
                <a:solidFill>
                  <a:srgbClr val="94A3B8"/>
                </a:solidFill>
                <a:latin typeface="Arial"/>
                <a:ea typeface="Arial"/>
                <a:cs typeface="Arial"/>
              </a:rPr>
              <a:t>[___ × ___ × ___]</a:t>
            </a:r>
            <a:endParaRPr sz="750" b="0" i="0" u="none" cap="none">
              <a:solidFill>
                <a:schemeClr val="dk1"/>
              </a:solidFill>
              <a:latin typeface="Arial"/>
              <a:ea typeface="Arial"/>
              <a:cs typeface="Arial"/>
            </a:endParaRPr>
          </a:p>
        </p:txBody>
      </p:sp>
      <p:sp>
        <p:nvSpPr>
          <p:cNvPr id="973" name="Google Shape;973;p15">
            <a:extLst xmlns:a="http://schemas.openxmlformats.org/drawingml/2006/main">
              <a:ext uri="{FF2B5EF4-FFF2-40B4-BE49-F238E27FC236}">
                <a16:creationId xmlns:a16="http://schemas.microsoft.com/office/drawing/2014/main" id="{EABD2101-06B2-47A9-8386-ECA61754AB2C}"/>
              </a:ext>
            </a:extLst>
          </p:cNvPr>
          <p:cNvSpPr>
            <a:spLocks xmlns:a="http://schemas.openxmlformats.org/drawingml/2006/main" noGrp="1"/>
          </p:cNvSpPr>
          <p:nvPr/>
        </p:nvSpPr>
        <p:spPr>
          <a:xfrm xmlns:a="http://schemas.openxmlformats.org/drawingml/2006/main">
            <a:off x="2569464"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Weight:  </a:t>
            </a:r>
            <a:r>
              <a:rPr sz="750" b="0" i="1" u="none" cap="none">
                <a:solidFill>
                  <a:srgbClr val="94A3B8"/>
                </a:solidFill>
                <a:latin typeface="Arial"/>
                <a:ea typeface="Arial"/>
                <a:cs typeface="Arial"/>
              </a:rPr>
              <a:t>[___ g]</a:t>
            </a:r>
            <a:endParaRPr sz="750" b="0" i="0" u="none" cap="none">
              <a:solidFill>
                <a:schemeClr val="dk1"/>
              </a:solidFill>
              <a:latin typeface="Arial"/>
              <a:ea typeface="Arial"/>
              <a:cs typeface="Arial"/>
            </a:endParaRPr>
          </a:p>
        </p:txBody>
      </p:sp>
      <p:sp>
        <p:nvSpPr>
          <p:cNvPr id="974" name="Google Shape;974;p15">
            <a:extLst xmlns:a="http://schemas.openxmlformats.org/drawingml/2006/main">
              <a:ext uri="{FF2B5EF4-FFF2-40B4-BE49-F238E27FC236}">
                <a16:creationId xmlns:a16="http://schemas.microsoft.com/office/drawing/2014/main" id="{3D29EAEA-380E-4CED-9BA9-3983FA7830DD}"/>
              </a:ext>
            </a:extLst>
          </p:cNvPr>
          <p:cNvSpPr>
            <a:spLocks xmlns:a="http://schemas.openxmlformats.org/drawingml/2006/main" noGrp="1"/>
          </p:cNvSpPr>
          <p:nvPr/>
        </p:nvSpPr>
        <p:spPr>
          <a:xfrm xmlns:a="http://schemas.openxmlformats.org/drawingml/2006/main">
            <a:off x="2569464"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Material:  </a:t>
            </a:r>
            <a:r>
              <a:rPr sz="750" b="0" i="1" u="none" cap="none">
                <a:solidFill>
                  <a:srgbClr val="94A3B8"/>
                </a:solidFill>
                <a:latin typeface="Arial"/>
                <a:ea typeface="Arial"/>
                <a:cs typeface="Arial"/>
              </a:rPr>
              <a:t>[plastic / foam]</a:t>
            </a:r>
            <a:endParaRPr sz="750" b="0" i="0" u="none" cap="none">
              <a:solidFill>
                <a:schemeClr val="dk1"/>
              </a:solidFill>
              <a:latin typeface="Arial"/>
              <a:ea typeface="Arial"/>
              <a:cs typeface="Arial"/>
            </a:endParaRPr>
          </a:p>
        </p:txBody>
      </p:sp>
      <p:sp>
        <p:nvSpPr>
          <p:cNvPr id="975" name="Google Shape;975;p15">
            <a:extLst xmlns:a="http://schemas.openxmlformats.org/drawingml/2006/main">
              <a:ext uri="{FF2B5EF4-FFF2-40B4-BE49-F238E27FC236}">
                <a16:creationId xmlns:a16="http://schemas.microsoft.com/office/drawing/2014/main" id="{A12E96F9-C2EF-4056-BE16-ECE177562EE6}"/>
              </a:ext>
            </a:extLst>
          </p:cNvPr>
          <p:cNvSpPr>
            <a:spLocks xmlns:a="http://schemas.openxmlformats.org/drawingml/2006/main" noGrp="1"/>
          </p:cNvSpPr>
          <p:nvPr/>
        </p:nvSpPr>
        <p:spPr>
          <a:xfrm xmlns:a="http://schemas.openxmlformats.org/drawingml/2006/main">
            <a:off x="2569464"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Qty on field: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76" name="Google Shape;976;p15">
            <a:extLst xmlns:a="http://schemas.openxmlformats.org/drawingml/2006/main">
              <a:ext uri="{FF2B5EF4-FFF2-40B4-BE49-F238E27FC236}">
                <a16:creationId xmlns:a16="http://schemas.microsoft.com/office/drawing/2014/main" id="{2E019962-2DA4-4292-A719-814570E19AFC}"/>
              </a:ext>
            </a:extLst>
          </p:cNvPr>
          <p:cNvSpPr>
            <a:spLocks xmlns:a="http://schemas.openxmlformats.org/drawingml/2006/main" noGrp="1"/>
          </p:cNvSpPr>
          <p:nvPr/>
        </p:nvSpPr>
        <p:spPr>
          <a:xfrm xmlns:a="http://schemas.openxmlformats.org/drawingml/2006/main">
            <a:off x="2569464"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Points: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77" name="Google Shape;977;p15">
            <a:extLst xmlns:a="http://schemas.openxmlformats.org/drawingml/2006/main">
              <a:ext uri="{FF2B5EF4-FFF2-40B4-BE49-F238E27FC236}">
                <a16:creationId xmlns:a16="http://schemas.microsoft.com/office/drawing/2014/main" id="{B8340CEB-0207-4591-948E-E02C9FF8CC1A}"/>
              </a:ext>
            </a:extLst>
          </p:cNvPr>
          <p:cNvSpPr>
            <a:spLocks xmlns:a="http://schemas.openxmlformats.org/drawingml/2006/main" noGrp="1"/>
          </p:cNvSpPr>
          <p:nvPr/>
        </p:nvSpPr>
        <p:spPr>
          <a:xfrm xmlns:a="http://schemas.openxmlformats.org/drawingml/2006/main">
            <a:off x="4636008"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78" name="Google Shape;978;p15">
            <a:extLst xmlns:a="http://schemas.openxmlformats.org/drawingml/2006/main">
              <a:ext uri="{FF2B5EF4-FFF2-40B4-BE49-F238E27FC236}">
                <a16:creationId xmlns:a16="http://schemas.microsoft.com/office/drawing/2014/main" id="{72C14035-8343-4D58-A782-F09E8EA49C4B}"/>
              </a:ext>
            </a:extLst>
          </p:cNvPr>
          <p:cNvSpPr>
            <a:spLocks xmlns:a="http://schemas.openxmlformats.org/drawingml/2006/main" noGrp="1"/>
          </p:cNvSpPr>
          <p:nvPr/>
        </p:nvSpPr>
        <p:spPr>
          <a:xfrm xmlns:a="http://schemas.openxmlformats.org/drawingml/2006/main">
            <a:off x="4636008"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79" name="Google Shape;979;p15">
            <a:extLst xmlns:a="http://schemas.openxmlformats.org/drawingml/2006/main">
              <a:ext uri="{FF2B5EF4-FFF2-40B4-BE49-F238E27FC236}">
                <a16:creationId xmlns:a16="http://schemas.microsoft.com/office/drawing/2014/main" id="{F7164748-2305-4C03-9EED-B1C28E1D8833}"/>
              </a:ext>
            </a:extLst>
          </p:cNvPr>
          <p:cNvSpPr>
            <a:spLocks xmlns:a="http://schemas.openxmlformats.org/drawingml/2006/main" noGrp="1"/>
          </p:cNvSpPr>
          <p:nvPr/>
        </p:nvSpPr>
        <p:spPr>
          <a:xfrm xmlns:a="http://schemas.openxmlformats.org/drawingml/2006/main">
            <a:off x="4727448"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ELEMENT 3</a:t>
            </a:r>
            <a:endParaRPr sz="850" b="0" i="0" u="none" cap="none">
              <a:solidFill>
                <a:schemeClr val="dk1"/>
              </a:solidFill>
              <a:latin typeface="Arial"/>
              <a:ea typeface="Arial"/>
              <a:cs typeface="Arial"/>
            </a:endParaRPr>
          </a:p>
        </p:txBody>
      </p:sp>
      <p:sp>
        <p:nvSpPr>
          <p:cNvPr id="980" name="Google Shape;980;p15">
            <a:extLst xmlns:a="http://schemas.openxmlformats.org/drawingml/2006/main">
              <a:ext uri="{FF2B5EF4-FFF2-40B4-BE49-F238E27FC236}">
                <a16:creationId xmlns:a16="http://schemas.microsoft.com/office/drawing/2014/main" id="{F6DEEC65-A015-4C1D-856E-EE4C8CEBC960}"/>
              </a:ext>
            </a:extLst>
          </p:cNvPr>
          <p:cNvSpPr>
            <a:spLocks xmlns:a="http://schemas.openxmlformats.org/drawingml/2006/main" noGrp="1"/>
          </p:cNvSpPr>
          <p:nvPr/>
        </p:nvSpPr>
        <p:spPr>
          <a:xfrm xmlns:a="http://schemas.openxmlformats.org/drawingml/2006/main">
            <a:off x="4727448"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81" name="Google Shape;981;p15">
            <a:extLst xmlns:a="http://schemas.openxmlformats.org/drawingml/2006/main">
              <a:ext uri="{FF2B5EF4-FFF2-40B4-BE49-F238E27FC236}">
                <a16:creationId xmlns:a16="http://schemas.microsoft.com/office/drawing/2014/main" id="{2C15FE0C-2A70-49A7-BC15-2AD119C009DE}"/>
              </a:ext>
            </a:extLst>
          </p:cNvPr>
          <p:cNvSpPr>
            <a:spLocks xmlns:a="http://schemas.openxmlformats.org/drawingml/2006/main" noGrp="1"/>
          </p:cNvSpPr>
          <p:nvPr/>
        </p:nvSpPr>
        <p:spPr>
          <a:xfrm xmlns:a="http://schemas.openxmlformats.org/drawingml/2006/main">
            <a:off x="4727448"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982" name="Google Shape;982;p15">
            <a:extLst xmlns:a="http://schemas.openxmlformats.org/drawingml/2006/main">
              <a:ext uri="{FF2B5EF4-FFF2-40B4-BE49-F238E27FC236}">
                <a16:creationId xmlns:a16="http://schemas.microsoft.com/office/drawing/2014/main" id="{3080DF92-C1FE-48A3-891E-483C88A03F24}"/>
              </a:ext>
            </a:extLst>
          </p:cNvPr>
          <p:cNvSpPr>
            <a:spLocks xmlns:a="http://schemas.openxmlformats.org/drawingml/2006/main" noGrp="1"/>
          </p:cNvSpPr>
          <p:nvPr/>
        </p:nvSpPr>
        <p:spPr>
          <a:xfrm xmlns:a="http://schemas.openxmlformats.org/drawingml/2006/main">
            <a:off x="4727448"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983" name="Google Shape;983;p15">
            <a:extLst xmlns:a="http://schemas.openxmlformats.org/drawingml/2006/main">
              <a:ext uri="{FF2B5EF4-FFF2-40B4-BE49-F238E27FC236}">
                <a16:creationId xmlns:a16="http://schemas.microsoft.com/office/drawing/2014/main" id="{02B133F4-1AB3-4290-8B79-FB852B844C53}"/>
              </a:ext>
            </a:extLst>
          </p:cNvPr>
          <p:cNvSpPr>
            <a:spLocks xmlns:a="http://schemas.openxmlformats.org/drawingml/2006/main" noGrp="1"/>
          </p:cNvSpPr>
          <p:nvPr/>
        </p:nvSpPr>
        <p:spPr>
          <a:xfrm xmlns:a="http://schemas.openxmlformats.org/drawingml/2006/main">
            <a:off x="4727448"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(L×W×H):  </a:t>
            </a:r>
            <a:r>
              <a:rPr sz="750" b="0" i="1" u="none" cap="none">
                <a:solidFill>
                  <a:srgbClr val="94A3B8"/>
                </a:solidFill>
                <a:latin typeface="Arial"/>
                <a:ea typeface="Arial"/>
                <a:cs typeface="Arial"/>
              </a:rPr>
              <a:t>[___ × ___ × ___]</a:t>
            </a:r>
            <a:endParaRPr sz="750" b="0" i="0" u="none" cap="none">
              <a:solidFill>
                <a:schemeClr val="dk1"/>
              </a:solidFill>
              <a:latin typeface="Arial"/>
              <a:ea typeface="Arial"/>
              <a:cs typeface="Arial"/>
            </a:endParaRPr>
          </a:p>
        </p:txBody>
      </p:sp>
      <p:sp>
        <p:nvSpPr>
          <p:cNvPr id="984" name="Google Shape;984;p15">
            <a:extLst xmlns:a="http://schemas.openxmlformats.org/drawingml/2006/main">
              <a:ext uri="{FF2B5EF4-FFF2-40B4-BE49-F238E27FC236}">
                <a16:creationId xmlns:a16="http://schemas.microsoft.com/office/drawing/2014/main" id="{4B7B6B78-DAB6-4BCF-9C89-1869109319AC}"/>
              </a:ext>
            </a:extLst>
          </p:cNvPr>
          <p:cNvSpPr>
            <a:spLocks xmlns:a="http://schemas.openxmlformats.org/drawingml/2006/main" noGrp="1"/>
          </p:cNvSpPr>
          <p:nvPr/>
        </p:nvSpPr>
        <p:spPr>
          <a:xfrm xmlns:a="http://schemas.openxmlformats.org/drawingml/2006/main">
            <a:off x="4727448"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Weight:  </a:t>
            </a:r>
            <a:r>
              <a:rPr sz="750" b="0" i="1" u="none" cap="none">
                <a:solidFill>
                  <a:srgbClr val="94A3B8"/>
                </a:solidFill>
                <a:latin typeface="Arial"/>
                <a:ea typeface="Arial"/>
                <a:cs typeface="Arial"/>
              </a:rPr>
              <a:t>[___ g]</a:t>
            </a:r>
            <a:endParaRPr sz="750" b="0" i="0" u="none" cap="none">
              <a:solidFill>
                <a:schemeClr val="dk1"/>
              </a:solidFill>
              <a:latin typeface="Arial"/>
              <a:ea typeface="Arial"/>
              <a:cs typeface="Arial"/>
            </a:endParaRPr>
          </a:p>
        </p:txBody>
      </p:sp>
      <p:sp>
        <p:nvSpPr>
          <p:cNvPr id="985" name="Google Shape;985;p15">
            <a:extLst xmlns:a="http://schemas.openxmlformats.org/drawingml/2006/main">
              <a:ext uri="{FF2B5EF4-FFF2-40B4-BE49-F238E27FC236}">
                <a16:creationId xmlns:a16="http://schemas.microsoft.com/office/drawing/2014/main" id="{A523F3CB-7C9F-4FB3-BAFD-B213EF026D96}"/>
              </a:ext>
            </a:extLst>
          </p:cNvPr>
          <p:cNvSpPr>
            <a:spLocks xmlns:a="http://schemas.openxmlformats.org/drawingml/2006/main" noGrp="1"/>
          </p:cNvSpPr>
          <p:nvPr/>
        </p:nvSpPr>
        <p:spPr>
          <a:xfrm xmlns:a="http://schemas.openxmlformats.org/drawingml/2006/main">
            <a:off x="4727448"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Material:  </a:t>
            </a:r>
            <a:r>
              <a:rPr sz="750" b="0" i="1" u="none" cap="none">
                <a:solidFill>
                  <a:srgbClr val="94A3B8"/>
                </a:solidFill>
                <a:latin typeface="Arial"/>
                <a:ea typeface="Arial"/>
                <a:cs typeface="Arial"/>
              </a:rPr>
              <a:t>[plastic / foam]</a:t>
            </a:r>
            <a:endParaRPr sz="750" b="0" i="0" u="none" cap="none">
              <a:solidFill>
                <a:schemeClr val="dk1"/>
              </a:solidFill>
              <a:latin typeface="Arial"/>
              <a:ea typeface="Arial"/>
              <a:cs typeface="Arial"/>
            </a:endParaRPr>
          </a:p>
        </p:txBody>
      </p:sp>
      <p:sp>
        <p:nvSpPr>
          <p:cNvPr id="986" name="Google Shape;986;p15">
            <a:extLst xmlns:a="http://schemas.openxmlformats.org/drawingml/2006/main">
              <a:ext uri="{FF2B5EF4-FFF2-40B4-BE49-F238E27FC236}">
                <a16:creationId xmlns:a16="http://schemas.microsoft.com/office/drawing/2014/main" id="{227AE6B0-5BBE-4ADA-B204-CB0A6964C423}"/>
              </a:ext>
            </a:extLst>
          </p:cNvPr>
          <p:cNvSpPr>
            <a:spLocks xmlns:a="http://schemas.openxmlformats.org/drawingml/2006/main" noGrp="1"/>
          </p:cNvSpPr>
          <p:nvPr/>
        </p:nvSpPr>
        <p:spPr>
          <a:xfrm xmlns:a="http://schemas.openxmlformats.org/drawingml/2006/main">
            <a:off x="4727448"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Qty on field: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87" name="Google Shape;987;p15">
            <a:extLst xmlns:a="http://schemas.openxmlformats.org/drawingml/2006/main">
              <a:ext uri="{FF2B5EF4-FFF2-40B4-BE49-F238E27FC236}">
                <a16:creationId xmlns:a16="http://schemas.microsoft.com/office/drawing/2014/main" id="{2BC1E491-77AA-4B67-B1EA-1C26AE47AE22}"/>
              </a:ext>
            </a:extLst>
          </p:cNvPr>
          <p:cNvSpPr>
            <a:spLocks xmlns:a="http://schemas.openxmlformats.org/drawingml/2006/main" noGrp="1"/>
          </p:cNvSpPr>
          <p:nvPr/>
        </p:nvSpPr>
        <p:spPr>
          <a:xfrm xmlns:a="http://schemas.openxmlformats.org/drawingml/2006/main">
            <a:off x="4727448"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Points: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88" name="Google Shape;988;p15">
            <a:extLst xmlns:a="http://schemas.openxmlformats.org/drawingml/2006/main">
              <a:ext uri="{FF2B5EF4-FFF2-40B4-BE49-F238E27FC236}">
                <a16:creationId xmlns:a16="http://schemas.microsoft.com/office/drawing/2014/main" id="{B9AB79A6-B98B-41BC-81E0-FAFBCF6160A4}"/>
              </a:ext>
            </a:extLst>
          </p:cNvPr>
          <p:cNvSpPr>
            <a:spLocks xmlns:a="http://schemas.openxmlformats.org/drawingml/2006/main" noGrp="1"/>
          </p:cNvSpPr>
          <p:nvPr/>
        </p:nvSpPr>
        <p:spPr>
          <a:xfrm xmlns:a="http://schemas.openxmlformats.org/drawingml/2006/main">
            <a:off x="6793992"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89" name="Google Shape;989;p15">
            <a:extLst xmlns:a="http://schemas.openxmlformats.org/drawingml/2006/main">
              <a:ext uri="{FF2B5EF4-FFF2-40B4-BE49-F238E27FC236}">
                <a16:creationId xmlns:a16="http://schemas.microsoft.com/office/drawing/2014/main" id="{C3291B1E-C0DC-4648-B71A-9B39BF3EEA3A}"/>
              </a:ext>
            </a:extLst>
          </p:cNvPr>
          <p:cNvSpPr>
            <a:spLocks xmlns:a="http://schemas.openxmlformats.org/drawingml/2006/main" noGrp="1"/>
          </p:cNvSpPr>
          <p:nvPr/>
        </p:nvSpPr>
        <p:spPr>
          <a:xfrm xmlns:a="http://schemas.openxmlformats.org/drawingml/2006/main">
            <a:off x="6793992"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90" name="Google Shape;990;p15">
            <a:extLst xmlns:a="http://schemas.openxmlformats.org/drawingml/2006/main">
              <a:ext uri="{FF2B5EF4-FFF2-40B4-BE49-F238E27FC236}">
                <a16:creationId xmlns:a16="http://schemas.microsoft.com/office/drawing/2014/main" id="{53574709-9FF7-4DC0-B2A5-6B258B5A63B0}"/>
              </a:ext>
            </a:extLst>
          </p:cNvPr>
          <p:cNvSpPr>
            <a:spLocks xmlns:a="http://schemas.openxmlformats.org/drawingml/2006/main" noGrp="1"/>
          </p:cNvSpPr>
          <p:nvPr/>
        </p:nvSpPr>
        <p:spPr>
          <a:xfrm xmlns:a="http://schemas.openxmlformats.org/drawingml/2006/main">
            <a:off x="6885432"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ELEMENT 4</a:t>
            </a:r>
            <a:endParaRPr sz="850" b="0" i="0" u="none" cap="none">
              <a:solidFill>
                <a:schemeClr val="dk1"/>
              </a:solidFill>
              <a:latin typeface="Arial"/>
              <a:ea typeface="Arial"/>
              <a:cs typeface="Arial"/>
            </a:endParaRPr>
          </a:p>
        </p:txBody>
      </p:sp>
      <p:sp>
        <p:nvSpPr>
          <p:cNvPr id="991" name="Google Shape;991;p15">
            <a:extLst xmlns:a="http://schemas.openxmlformats.org/drawingml/2006/main">
              <a:ext uri="{FF2B5EF4-FFF2-40B4-BE49-F238E27FC236}">
                <a16:creationId xmlns:a16="http://schemas.microsoft.com/office/drawing/2014/main" id="{E4CF3AE4-FED5-4229-B37F-719C8487DEE3}"/>
              </a:ext>
            </a:extLst>
          </p:cNvPr>
          <p:cNvSpPr>
            <a:spLocks xmlns:a="http://schemas.openxmlformats.org/drawingml/2006/main" noGrp="1"/>
          </p:cNvSpPr>
          <p:nvPr/>
        </p:nvSpPr>
        <p:spPr>
          <a:xfrm xmlns:a="http://schemas.openxmlformats.org/drawingml/2006/main">
            <a:off x="6885432"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992" name="Google Shape;992;p15">
            <a:extLst xmlns:a="http://schemas.openxmlformats.org/drawingml/2006/main">
              <a:ext uri="{FF2B5EF4-FFF2-40B4-BE49-F238E27FC236}">
                <a16:creationId xmlns:a16="http://schemas.microsoft.com/office/drawing/2014/main" id="{3CD85FA1-318E-41ED-B19E-5DD322EA75C7}"/>
              </a:ext>
            </a:extLst>
          </p:cNvPr>
          <p:cNvSpPr>
            <a:spLocks xmlns:a="http://schemas.openxmlformats.org/drawingml/2006/main" noGrp="1"/>
          </p:cNvSpPr>
          <p:nvPr/>
        </p:nvSpPr>
        <p:spPr>
          <a:xfrm xmlns:a="http://schemas.openxmlformats.org/drawingml/2006/main">
            <a:off x="6885432"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993" name="Google Shape;993;p15">
            <a:extLst xmlns:a="http://schemas.openxmlformats.org/drawingml/2006/main">
              <a:ext uri="{FF2B5EF4-FFF2-40B4-BE49-F238E27FC236}">
                <a16:creationId xmlns:a16="http://schemas.microsoft.com/office/drawing/2014/main" id="{24B1FD30-B1F4-4AB4-AF82-2CA362EF6659}"/>
              </a:ext>
            </a:extLst>
          </p:cNvPr>
          <p:cNvSpPr>
            <a:spLocks xmlns:a="http://schemas.openxmlformats.org/drawingml/2006/main" noGrp="1"/>
          </p:cNvSpPr>
          <p:nvPr/>
        </p:nvSpPr>
        <p:spPr>
          <a:xfrm xmlns:a="http://schemas.openxmlformats.org/drawingml/2006/main">
            <a:off x="6885432"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994" name="Google Shape;994;p15">
            <a:extLst xmlns:a="http://schemas.openxmlformats.org/drawingml/2006/main">
              <a:ext uri="{FF2B5EF4-FFF2-40B4-BE49-F238E27FC236}">
                <a16:creationId xmlns:a16="http://schemas.microsoft.com/office/drawing/2014/main" id="{E9AB4AD4-9A52-46A1-9F44-BD2112FD8E21}"/>
              </a:ext>
            </a:extLst>
          </p:cNvPr>
          <p:cNvSpPr>
            <a:spLocks xmlns:a="http://schemas.openxmlformats.org/drawingml/2006/main" noGrp="1"/>
          </p:cNvSpPr>
          <p:nvPr/>
        </p:nvSpPr>
        <p:spPr>
          <a:xfrm xmlns:a="http://schemas.openxmlformats.org/drawingml/2006/main">
            <a:off x="6885432"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(L×W×H):  </a:t>
            </a:r>
            <a:r>
              <a:rPr sz="750" b="0" i="1" u="none" cap="none">
                <a:solidFill>
                  <a:srgbClr val="94A3B8"/>
                </a:solidFill>
                <a:latin typeface="Arial"/>
                <a:ea typeface="Arial"/>
                <a:cs typeface="Arial"/>
              </a:rPr>
              <a:t>[___ × ___ × ___]</a:t>
            </a:r>
            <a:endParaRPr sz="750" b="0" i="0" u="none" cap="none">
              <a:solidFill>
                <a:schemeClr val="dk1"/>
              </a:solidFill>
              <a:latin typeface="Arial"/>
              <a:ea typeface="Arial"/>
              <a:cs typeface="Arial"/>
            </a:endParaRPr>
          </a:p>
        </p:txBody>
      </p:sp>
      <p:sp>
        <p:nvSpPr>
          <p:cNvPr id="995" name="Google Shape;995;p15">
            <a:extLst xmlns:a="http://schemas.openxmlformats.org/drawingml/2006/main">
              <a:ext uri="{FF2B5EF4-FFF2-40B4-BE49-F238E27FC236}">
                <a16:creationId xmlns:a16="http://schemas.microsoft.com/office/drawing/2014/main" id="{5463077C-B873-4BAC-9FBF-08E0C8250797}"/>
              </a:ext>
            </a:extLst>
          </p:cNvPr>
          <p:cNvSpPr>
            <a:spLocks xmlns:a="http://schemas.openxmlformats.org/drawingml/2006/main" noGrp="1"/>
          </p:cNvSpPr>
          <p:nvPr/>
        </p:nvSpPr>
        <p:spPr>
          <a:xfrm xmlns:a="http://schemas.openxmlformats.org/drawingml/2006/main">
            <a:off x="6885432"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Weight:  </a:t>
            </a:r>
            <a:r>
              <a:rPr sz="750" b="0" i="1" u="none" cap="none">
                <a:solidFill>
                  <a:srgbClr val="94A3B8"/>
                </a:solidFill>
                <a:latin typeface="Arial"/>
                <a:ea typeface="Arial"/>
                <a:cs typeface="Arial"/>
              </a:rPr>
              <a:t>[___ g]</a:t>
            </a:r>
            <a:endParaRPr sz="750" b="0" i="0" u="none" cap="none">
              <a:solidFill>
                <a:schemeClr val="dk1"/>
              </a:solidFill>
              <a:latin typeface="Arial"/>
              <a:ea typeface="Arial"/>
              <a:cs typeface="Arial"/>
            </a:endParaRPr>
          </a:p>
        </p:txBody>
      </p:sp>
      <p:sp>
        <p:nvSpPr>
          <p:cNvPr id="996" name="Google Shape;996;p15">
            <a:extLst xmlns:a="http://schemas.openxmlformats.org/drawingml/2006/main">
              <a:ext uri="{FF2B5EF4-FFF2-40B4-BE49-F238E27FC236}">
                <a16:creationId xmlns:a16="http://schemas.microsoft.com/office/drawing/2014/main" id="{CC99A215-74F5-4F81-A145-2E8F3B015599}"/>
              </a:ext>
            </a:extLst>
          </p:cNvPr>
          <p:cNvSpPr>
            <a:spLocks xmlns:a="http://schemas.openxmlformats.org/drawingml/2006/main" noGrp="1"/>
          </p:cNvSpPr>
          <p:nvPr/>
        </p:nvSpPr>
        <p:spPr>
          <a:xfrm xmlns:a="http://schemas.openxmlformats.org/drawingml/2006/main">
            <a:off x="6885432"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Material:  </a:t>
            </a:r>
            <a:r>
              <a:rPr sz="750" b="0" i="1" u="none" cap="none">
                <a:solidFill>
                  <a:srgbClr val="94A3B8"/>
                </a:solidFill>
                <a:latin typeface="Arial"/>
                <a:ea typeface="Arial"/>
                <a:cs typeface="Arial"/>
              </a:rPr>
              <a:t>[plastic / foam]</a:t>
            </a:r>
            <a:endParaRPr sz="750" b="0" i="0" u="none" cap="none">
              <a:solidFill>
                <a:schemeClr val="dk1"/>
              </a:solidFill>
              <a:latin typeface="Arial"/>
              <a:ea typeface="Arial"/>
              <a:cs typeface="Arial"/>
            </a:endParaRPr>
          </a:p>
        </p:txBody>
      </p:sp>
      <p:sp>
        <p:nvSpPr>
          <p:cNvPr id="997" name="Google Shape;997;p15">
            <a:extLst xmlns:a="http://schemas.openxmlformats.org/drawingml/2006/main">
              <a:ext uri="{FF2B5EF4-FFF2-40B4-BE49-F238E27FC236}">
                <a16:creationId xmlns:a16="http://schemas.microsoft.com/office/drawing/2014/main" id="{16AC821E-0C2A-4FEE-87A0-B48FCC3C05A9}"/>
              </a:ext>
            </a:extLst>
          </p:cNvPr>
          <p:cNvSpPr>
            <a:spLocks xmlns:a="http://schemas.openxmlformats.org/drawingml/2006/main" noGrp="1"/>
          </p:cNvSpPr>
          <p:nvPr/>
        </p:nvSpPr>
        <p:spPr>
          <a:xfrm xmlns:a="http://schemas.openxmlformats.org/drawingml/2006/main">
            <a:off x="6885432"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Qty on field: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98" name="Google Shape;998;p15">
            <a:extLst xmlns:a="http://schemas.openxmlformats.org/drawingml/2006/main">
              <a:ext uri="{FF2B5EF4-FFF2-40B4-BE49-F238E27FC236}">
                <a16:creationId xmlns:a16="http://schemas.microsoft.com/office/drawing/2014/main" id="{825A45DE-B89B-4B95-8FE0-97FE06F51692}"/>
              </a:ext>
            </a:extLst>
          </p:cNvPr>
          <p:cNvSpPr>
            <a:spLocks xmlns:a="http://schemas.openxmlformats.org/drawingml/2006/main" noGrp="1"/>
          </p:cNvSpPr>
          <p:nvPr/>
        </p:nvSpPr>
        <p:spPr>
          <a:xfrm xmlns:a="http://schemas.openxmlformats.org/drawingml/2006/main">
            <a:off x="6885432"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Points:  </a:t>
            </a:r>
            <a:r>
              <a:rPr sz="750" b="0" i="1" u="none" cap="none">
                <a:solidFill>
                  <a:srgbClr val="94A3B8"/>
                </a:solidFill>
                <a:latin typeface="Arial"/>
                <a:ea typeface="Arial"/>
                <a:cs typeface="Arial"/>
              </a:rPr>
              <a:t>[#]</a:t>
            </a:r>
            <a:endParaRPr sz="750" b="0" i="0" u="none" cap="none">
              <a:solidFill>
                <a:schemeClr val="dk1"/>
              </a:solidFill>
              <a:latin typeface="Arial"/>
              <a:ea typeface="Arial"/>
              <a:cs typeface="Arial"/>
            </a:endParaRPr>
          </a:p>
        </p:txBody>
      </p:sp>
      <p:sp>
        <p:nvSpPr>
          <p:cNvPr id="999" name="Google Shape;999;p15">
            <a:extLst xmlns:a="http://schemas.openxmlformats.org/drawingml/2006/main">
              <a:ext uri="{FF2B5EF4-FFF2-40B4-BE49-F238E27FC236}">
                <a16:creationId xmlns:a16="http://schemas.microsoft.com/office/drawing/2014/main" id="{90F2F282-5240-4CF9-8FDB-E0615B60B748}"/>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c991b8fbd51d436c"/>
              </a:rPr>
              <a:t>game-manual</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61e367ac3dc2458d"/>
              </a:rPr>
              <a:t>onshape-drawings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188365a82cf84e5d"/>
              </a:rPr>
              <a:t>custom-parts-fab</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5660505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005" name="Google Shape;1005;p16">
            <a:extLst xmlns:a="http://schemas.openxmlformats.org/drawingml/2006/main">
              <a:ext uri="{FF2B5EF4-FFF2-40B4-BE49-F238E27FC236}">
                <a16:creationId xmlns:a16="http://schemas.microsoft.com/office/drawing/2014/main" id="{1DFED897-6E44-4D72-B40B-8DB8B82A016C}"/>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06" name="Google Shape;1006;p16">
            <a:extLst xmlns:a="http://schemas.openxmlformats.org/drawingml/2006/main">
              <a:ext uri="{FF2B5EF4-FFF2-40B4-BE49-F238E27FC236}">
                <a16:creationId xmlns:a16="http://schemas.microsoft.com/office/drawing/2014/main" id="{96076CD2-BF0A-456B-95C9-5145D93FA129}"/>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1007" name="Google Shape;1007;p16">
            <a:extLst xmlns:a="http://schemas.openxmlformats.org/drawingml/2006/main">
              <a:ext uri="{FF2B5EF4-FFF2-40B4-BE49-F238E27FC236}">
                <a16:creationId xmlns:a16="http://schemas.microsoft.com/office/drawing/2014/main" id="{CA45F2A6-1100-46A9-B115-EBD7338BE168}"/>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008" name="Google Shape;1008;p16">
            <a:extLst xmlns:a="http://schemas.openxmlformats.org/drawingml/2006/main">
              <a:ext uri="{FF2B5EF4-FFF2-40B4-BE49-F238E27FC236}">
                <a16:creationId xmlns:a16="http://schemas.microsoft.com/office/drawing/2014/main" id="{93512DEE-B27E-4942-9E84-057D7CFCFA5E}"/>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Field Elements — Technical Drawings</a:t>
            </a:r>
            <a:endParaRPr sz="2200" b="0" i="0" u="none" cap="none">
              <a:solidFill>
                <a:schemeClr val="dk1"/>
              </a:solidFill>
              <a:latin typeface="Arial"/>
              <a:ea typeface="Arial"/>
              <a:cs typeface="Arial"/>
            </a:endParaRPr>
          </a:p>
        </p:txBody>
      </p:sp>
      <p:sp>
        <p:nvSpPr>
          <p:cNvPr id="1009" name="Google Shape;1009;p16">
            <a:extLst xmlns:a="http://schemas.openxmlformats.org/drawingml/2006/main">
              <a:ext uri="{FF2B5EF4-FFF2-40B4-BE49-F238E27FC236}">
                <a16:creationId xmlns:a16="http://schemas.microsoft.com/office/drawing/2014/main" id="{C10A62B3-9E6C-405B-A571-7610E2B6D1CE}"/>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010" name="Google Shape;1010;p16">
            <a:extLst xmlns:a="http://schemas.openxmlformats.org/drawingml/2006/main">
              <a:ext uri="{FF2B5EF4-FFF2-40B4-BE49-F238E27FC236}">
                <a16:creationId xmlns:a16="http://schemas.microsoft.com/office/drawing/2014/main" id="{7EE4E5E9-D39C-47FF-A8E3-3C50A1A2ECA7}"/>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11" name="Google Shape;1011;p16">
            <a:extLst xmlns:a="http://schemas.openxmlformats.org/drawingml/2006/main">
              <a:ext uri="{FF2B5EF4-FFF2-40B4-BE49-F238E27FC236}">
                <a16:creationId xmlns:a16="http://schemas.microsoft.com/office/drawing/2014/main" id="{A6505FA7-3DA6-4517-BEEE-7B560CDBF1A1}"/>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14 / 61</a:t>
            </a:r>
            <a:endParaRPr sz="900" b="0" i="0" u="none" cap="none">
              <a:solidFill>
                <a:schemeClr val="dk1"/>
              </a:solidFill>
              <a:latin typeface="Arial"/>
              <a:ea typeface="Arial"/>
              <a:cs typeface="Arial"/>
            </a:endParaRPr>
          </a:p>
        </p:txBody>
      </p:sp>
      <p:sp>
        <p:nvSpPr>
          <p:cNvPr id="1012" name="Google Shape;1012;p16">
            <a:extLst xmlns:a="http://schemas.openxmlformats.org/drawingml/2006/main">
              <a:ext uri="{FF2B5EF4-FFF2-40B4-BE49-F238E27FC236}">
                <a16:creationId xmlns:a16="http://schemas.microsoft.com/office/drawing/2014/main" id="{F5B962F3-491E-4FAB-892D-EB5BF7522A4C}"/>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013" name="Google Shape;1013;p16">
            <a:extLst xmlns:a="http://schemas.openxmlformats.org/drawingml/2006/main">
              <a:ext uri="{FF2B5EF4-FFF2-40B4-BE49-F238E27FC236}">
                <a16:creationId xmlns:a16="http://schemas.microsoft.com/office/drawing/2014/main" id="{5A5B99A0-0418-4860-86C7-86CB26176144}"/>
              </a:ext>
            </a:extLst>
          </p:cNvPr>
          <p:cNvSpPr>
            <a:spLocks xmlns:a="http://schemas.openxmlformats.org/drawingml/2006/main" noGrp="1"/>
          </p:cNvSpPr>
          <p:nvPr/>
        </p:nvSpPr>
        <p:spPr>
          <a:xfrm xmlns:a="http://schemas.openxmlformats.org/drawingml/2006/main">
            <a:off x="320040" y="1078992"/>
            <a:ext cx="8503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Drawings of all field structures — goals, platforms, zones, walls. Dimensions and locations drive mobility base sizing, autonomous pathing, and clearance planning. Duplicate this slide for more than 4 elements.</a:t>
            </a:r>
            <a:endParaRPr sz="1000" b="0" i="0" u="none" cap="none">
              <a:solidFill>
                <a:schemeClr val="dk1"/>
              </a:solidFill>
              <a:latin typeface="Arial"/>
              <a:ea typeface="Arial"/>
              <a:cs typeface="Arial"/>
            </a:endParaRPr>
          </a:p>
        </p:txBody>
      </p:sp>
      <p:sp>
        <p:nvSpPr>
          <p:cNvPr id="1014" name="Google Shape;1014;p16">
            <a:extLst xmlns:a="http://schemas.openxmlformats.org/drawingml/2006/main">
              <a:ext uri="{FF2B5EF4-FFF2-40B4-BE49-F238E27FC236}">
                <a16:creationId xmlns:a16="http://schemas.microsoft.com/office/drawing/2014/main" id="{A4268671-EF84-4361-8856-CFBE23F2A2F2}"/>
              </a:ext>
            </a:extLst>
          </p:cNvPr>
          <p:cNvSpPr>
            <a:spLocks xmlns:a="http://schemas.openxmlformats.org/drawingml/2006/main" noGrp="1"/>
          </p:cNvSpPr>
          <p:nvPr/>
        </p:nvSpPr>
        <p:spPr>
          <a:xfrm xmlns:a="http://schemas.openxmlformats.org/drawingml/2006/main">
            <a:off x="320040"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15" name="Google Shape;1015;p16">
            <a:extLst xmlns:a="http://schemas.openxmlformats.org/drawingml/2006/main">
              <a:ext uri="{FF2B5EF4-FFF2-40B4-BE49-F238E27FC236}">
                <a16:creationId xmlns:a16="http://schemas.microsoft.com/office/drawing/2014/main" id="{6CF88459-AAEF-4077-89F5-26FF2BEFA9D7}"/>
              </a:ext>
            </a:extLst>
          </p:cNvPr>
          <p:cNvSpPr>
            <a:spLocks xmlns:a="http://schemas.openxmlformats.org/drawingml/2006/main" noGrp="1"/>
          </p:cNvSpPr>
          <p:nvPr/>
        </p:nvSpPr>
        <p:spPr>
          <a:xfrm xmlns:a="http://schemas.openxmlformats.org/drawingml/2006/main">
            <a:off x="320040"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16" name="Google Shape;1016;p16">
            <a:extLst xmlns:a="http://schemas.openxmlformats.org/drawingml/2006/main">
              <a:ext uri="{FF2B5EF4-FFF2-40B4-BE49-F238E27FC236}">
                <a16:creationId xmlns:a16="http://schemas.microsoft.com/office/drawing/2014/main" id="{FF7A1748-0156-42CF-A185-B2EA603BC5A4}"/>
              </a:ext>
            </a:extLst>
          </p:cNvPr>
          <p:cNvSpPr>
            <a:spLocks xmlns:a="http://schemas.openxmlformats.org/drawingml/2006/main" noGrp="1"/>
          </p:cNvSpPr>
          <p:nvPr/>
        </p:nvSpPr>
        <p:spPr>
          <a:xfrm xmlns:a="http://schemas.openxmlformats.org/drawingml/2006/main">
            <a:off x="411480"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FIELD ELEM 1</a:t>
            </a:r>
            <a:endParaRPr sz="850" b="0" i="0" u="none" cap="none">
              <a:solidFill>
                <a:schemeClr val="dk1"/>
              </a:solidFill>
              <a:latin typeface="Arial"/>
              <a:ea typeface="Arial"/>
              <a:cs typeface="Arial"/>
            </a:endParaRPr>
          </a:p>
        </p:txBody>
      </p:sp>
      <p:sp>
        <p:nvSpPr>
          <p:cNvPr id="1017" name="Google Shape;1017;p16">
            <a:extLst xmlns:a="http://schemas.openxmlformats.org/drawingml/2006/main">
              <a:ext uri="{FF2B5EF4-FFF2-40B4-BE49-F238E27FC236}">
                <a16:creationId xmlns:a16="http://schemas.microsoft.com/office/drawing/2014/main" id="{E80046F3-79C9-480A-A5A6-6F2A60BDE2D1}"/>
              </a:ext>
            </a:extLst>
          </p:cNvPr>
          <p:cNvSpPr>
            <a:spLocks xmlns:a="http://schemas.openxmlformats.org/drawingml/2006/main" noGrp="1"/>
          </p:cNvSpPr>
          <p:nvPr/>
        </p:nvSpPr>
        <p:spPr>
          <a:xfrm xmlns:a="http://schemas.openxmlformats.org/drawingml/2006/main">
            <a:off x="411480"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18" name="Google Shape;1018;p16">
            <a:extLst xmlns:a="http://schemas.openxmlformats.org/drawingml/2006/main">
              <a:ext uri="{FF2B5EF4-FFF2-40B4-BE49-F238E27FC236}">
                <a16:creationId xmlns:a16="http://schemas.microsoft.com/office/drawing/2014/main" id="{00DE5B53-251B-4BB0-84A7-70832653B150}"/>
              </a:ext>
            </a:extLst>
          </p:cNvPr>
          <p:cNvSpPr>
            <a:spLocks xmlns:a="http://schemas.openxmlformats.org/drawingml/2006/main" noGrp="1"/>
          </p:cNvSpPr>
          <p:nvPr/>
        </p:nvSpPr>
        <p:spPr>
          <a:xfrm xmlns:a="http://schemas.openxmlformats.org/drawingml/2006/main">
            <a:off x="411480"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1019" name="Google Shape;1019;p16">
            <a:extLst xmlns:a="http://schemas.openxmlformats.org/drawingml/2006/main">
              <a:ext uri="{FF2B5EF4-FFF2-40B4-BE49-F238E27FC236}">
                <a16:creationId xmlns:a16="http://schemas.microsoft.com/office/drawing/2014/main" id="{D166EDF3-42FF-41C6-A496-38314AA2532D}"/>
              </a:ext>
            </a:extLst>
          </p:cNvPr>
          <p:cNvSpPr>
            <a:spLocks xmlns:a="http://schemas.openxmlformats.org/drawingml/2006/main" noGrp="1"/>
          </p:cNvSpPr>
          <p:nvPr/>
        </p:nvSpPr>
        <p:spPr>
          <a:xfrm xmlns:a="http://schemas.openxmlformats.org/drawingml/2006/main">
            <a:off x="411480"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1020" name="Google Shape;1020;p16">
            <a:extLst xmlns:a="http://schemas.openxmlformats.org/drawingml/2006/main">
              <a:ext uri="{FF2B5EF4-FFF2-40B4-BE49-F238E27FC236}">
                <a16:creationId xmlns:a16="http://schemas.microsoft.com/office/drawing/2014/main" id="{95E641AA-6295-451B-89E2-110AC1213FDA}"/>
              </a:ext>
            </a:extLst>
          </p:cNvPr>
          <p:cNvSpPr>
            <a:spLocks xmlns:a="http://schemas.openxmlformats.org/drawingml/2006/main" noGrp="1"/>
          </p:cNvSpPr>
          <p:nvPr/>
        </p:nvSpPr>
        <p:spPr>
          <a:xfrm xmlns:a="http://schemas.openxmlformats.org/drawingml/2006/main">
            <a:off x="411480"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a:t>
            </a:r>
            <a:r>
              <a:rPr sz="750" b="0" i="1" u="none" cap="none">
                <a:solidFill>
                  <a:srgbClr val="94A3B8"/>
                </a:solidFill>
                <a:latin typeface="Arial"/>
                <a:ea typeface="Arial"/>
                <a:cs typeface="Arial"/>
              </a:rPr>
              <a:t>[___ × ___]</a:t>
            </a:r>
            <a:endParaRPr sz="750" b="0" i="0" u="none" cap="none">
              <a:solidFill>
                <a:schemeClr val="dk1"/>
              </a:solidFill>
              <a:latin typeface="Arial"/>
              <a:ea typeface="Arial"/>
              <a:cs typeface="Arial"/>
            </a:endParaRPr>
          </a:p>
        </p:txBody>
      </p:sp>
      <p:sp>
        <p:nvSpPr>
          <p:cNvPr id="1021" name="Google Shape;1021;p16">
            <a:extLst xmlns:a="http://schemas.openxmlformats.org/drawingml/2006/main">
              <a:ext uri="{FF2B5EF4-FFF2-40B4-BE49-F238E27FC236}">
                <a16:creationId xmlns:a16="http://schemas.microsoft.com/office/drawing/2014/main" id="{D44220DB-4281-49B2-A13A-C20E3D102582}"/>
              </a:ext>
            </a:extLst>
          </p:cNvPr>
          <p:cNvSpPr>
            <a:spLocks xmlns:a="http://schemas.openxmlformats.org/drawingml/2006/main" noGrp="1"/>
          </p:cNvSpPr>
          <p:nvPr/>
        </p:nvSpPr>
        <p:spPr>
          <a:xfrm xmlns:a="http://schemas.openxmlformats.org/drawingml/2006/main">
            <a:off x="411480"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Location:  </a:t>
            </a:r>
            <a:r>
              <a:rPr sz="750" b="0" i="1" u="none" cap="none">
                <a:solidFill>
                  <a:srgbClr val="94A3B8"/>
                </a:solidFill>
                <a:latin typeface="Arial"/>
                <a:ea typeface="Arial"/>
                <a:cs typeface="Arial"/>
              </a:rPr>
              <a:t>[where]</a:t>
            </a:r>
            <a:endParaRPr sz="750" b="0" i="0" u="none" cap="none">
              <a:solidFill>
                <a:schemeClr val="dk1"/>
              </a:solidFill>
              <a:latin typeface="Arial"/>
              <a:ea typeface="Arial"/>
              <a:cs typeface="Arial"/>
            </a:endParaRPr>
          </a:p>
        </p:txBody>
      </p:sp>
      <p:sp>
        <p:nvSpPr>
          <p:cNvPr id="1022" name="Google Shape;1022;p16">
            <a:extLst xmlns:a="http://schemas.openxmlformats.org/drawingml/2006/main">
              <a:ext uri="{FF2B5EF4-FFF2-40B4-BE49-F238E27FC236}">
                <a16:creationId xmlns:a16="http://schemas.microsoft.com/office/drawing/2014/main" id="{C1EA2352-AEF0-400E-BE28-5392564FFAD6}"/>
              </a:ext>
            </a:extLst>
          </p:cNvPr>
          <p:cNvSpPr>
            <a:spLocks xmlns:a="http://schemas.openxmlformats.org/drawingml/2006/main" noGrp="1"/>
          </p:cNvSpPr>
          <p:nvPr/>
        </p:nvSpPr>
        <p:spPr>
          <a:xfrm xmlns:a="http://schemas.openxmlformats.org/drawingml/2006/main">
            <a:off x="411480"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Color:  </a:t>
            </a:r>
            <a:r>
              <a:rPr sz="750" b="0" i="1" u="none" cap="none">
                <a:solidFill>
                  <a:srgbClr val="94A3B8"/>
                </a:solidFill>
                <a:latin typeface="Arial"/>
                <a:ea typeface="Arial"/>
                <a:cs typeface="Arial"/>
              </a:rPr>
              <a:t>[identifier]</a:t>
            </a:r>
            <a:endParaRPr sz="750" b="0" i="0" u="none" cap="none">
              <a:solidFill>
                <a:schemeClr val="dk1"/>
              </a:solidFill>
              <a:latin typeface="Arial"/>
              <a:ea typeface="Arial"/>
              <a:cs typeface="Arial"/>
            </a:endParaRPr>
          </a:p>
        </p:txBody>
      </p:sp>
      <p:sp>
        <p:nvSpPr>
          <p:cNvPr id="1023" name="Google Shape;1023;p16">
            <a:extLst xmlns:a="http://schemas.openxmlformats.org/drawingml/2006/main">
              <a:ext uri="{FF2B5EF4-FFF2-40B4-BE49-F238E27FC236}">
                <a16:creationId xmlns:a16="http://schemas.microsoft.com/office/drawing/2014/main" id="{3FFF5052-C7C8-4FDF-8956-53A76C5FFE51}"/>
              </a:ext>
            </a:extLst>
          </p:cNvPr>
          <p:cNvSpPr>
            <a:spLocks xmlns:a="http://schemas.openxmlformats.org/drawingml/2006/main" noGrp="1"/>
          </p:cNvSpPr>
          <p:nvPr/>
        </p:nvSpPr>
        <p:spPr>
          <a:xfrm xmlns:a="http://schemas.openxmlformats.org/drawingml/2006/main">
            <a:off x="411480"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Interaction:  </a:t>
            </a:r>
            <a:r>
              <a:rPr sz="750" b="0" i="1" u="none" cap="none">
                <a:solidFill>
                  <a:srgbClr val="94A3B8"/>
                </a:solidFill>
                <a:latin typeface="Arial"/>
                <a:ea typeface="Arial"/>
                <a:cs typeface="Arial"/>
              </a:rPr>
              <a:t>[score / block]</a:t>
            </a:r>
            <a:endParaRPr sz="750" b="0" i="0" u="none" cap="none">
              <a:solidFill>
                <a:schemeClr val="dk1"/>
              </a:solidFill>
              <a:latin typeface="Arial"/>
              <a:ea typeface="Arial"/>
              <a:cs typeface="Arial"/>
            </a:endParaRPr>
          </a:p>
        </p:txBody>
      </p:sp>
      <p:sp>
        <p:nvSpPr>
          <p:cNvPr id="1024" name="Google Shape;1024;p16">
            <a:extLst xmlns:a="http://schemas.openxmlformats.org/drawingml/2006/main">
              <a:ext uri="{FF2B5EF4-FFF2-40B4-BE49-F238E27FC236}">
                <a16:creationId xmlns:a16="http://schemas.microsoft.com/office/drawing/2014/main" id="{728BF3F6-D604-4B24-9F43-51F2A528E7C0}"/>
              </a:ext>
            </a:extLst>
          </p:cNvPr>
          <p:cNvSpPr>
            <a:spLocks xmlns:a="http://schemas.openxmlformats.org/drawingml/2006/main" noGrp="1"/>
          </p:cNvSpPr>
          <p:nvPr/>
        </p:nvSpPr>
        <p:spPr>
          <a:xfrm xmlns:a="http://schemas.openxmlformats.org/drawingml/2006/main">
            <a:off x="411480"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Impact:  </a:t>
            </a:r>
            <a:r>
              <a:rPr sz="750" b="0" i="1" u="none" cap="none">
                <a:solidFill>
                  <a:srgbClr val="94A3B8"/>
                </a:solidFill>
                <a:latin typeface="Arial"/>
                <a:ea typeface="Arial"/>
                <a:cs typeface="Arial"/>
              </a:rPr>
              <a:t>[what it drives]</a:t>
            </a:r>
            <a:endParaRPr sz="750" b="0" i="0" u="none" cap="none">
              <a:solidFill>
                <a:schemeClr val="dk1"/>
              </a:solidFill>
              <a:latin typeface="Arial"/>
              <a:ea typeface="Arial"/>
              <a:cs typeface="Arial"/>
            </a:endParaRPr>
          </a:p>
        </p:txBody>
      </p:sp>
      <p:sp>
        <p:nvSpPr>
          <p:cNvPr id="1025" name="Google Shape;1025;p16">
            <a:extLst xmlns:a="http://schemas.openxmlformats.org/drawingml/2006/main">
              <a:ext uri="{FF2B5EF4-FFF2-40B4-BE49-F238E27FC236}">
                <a16:creationId xmlns:a16="http://schemas.microsoft.com/office/drawing/2014/main" id="{49F219FE-B9F3-42D8-811C-96B5E731A300}"/>
              </a:ext>
            </a:extLst>
          </p:cNvPr>
          <p:cNvSpPr>
            <a:spLocks xmlns:a="http://schemas.openxmlformats.org/drawingml/2006/main" noGrp="1"/>
          </p:cNvSpPr>
          <p:nvPr/>
        </p:nvSpPr>
        <p:spPr>
          <a:xfrm xmlns:a="http://schemas.openxmlformats.org/drawingml/2006/main">
            <a:off x="2478024"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26" name="Google Shape;1026;p16">
            <a:extLst xmlns:a="http://schemas.openxmlformats.org/drawingml/2006/main">
              <a:ext uri="{FF2B5EF4-FFF2-40B4-BE49-F238E27FC236}">
                <a16:creationId xmlns:a16="http://schemas.microsoft.com/office/drawing/2014/main" id="{A1D5D443-CB3E-4B41-8819-C1E0FDF7E746}"/>
              </a:ext>
            </a:extLst>
          </p:cNvPr>
          <p:cNvSpPr>
            <a:spLocks xmlns:a="http://schemas.openxmlformats.org/drawingml/2006/main" noGrp="1"/>
          </p:cNvSpPr>
          <p:nvPr/>
        </p:nvSpPr>
        <p:spPr>
          <a:xfrm xmlns:a="http://schemas.openxmlformats.org/drawingml/2006/main">
            <a:off x="2478024"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27" name="Google Shape;1027;p16">
            <a:extLst xmlns:a="http://schemas.openxmlformats.org/drawingml/2006/main">
              <a:ext uri="{FF2B5EF4-FFF2-40B4-BE49-F238E27FC236}">
                <a16:creationId xmlns:a16="http://schemas.microsoft.com/office/drawing/2014/main" id="{24015E60-CF7B-4E6F-9111-8F558F8296B0}"/>
              </a:ext>
            </a:extLst>
          </p:cNvPr>
          <p:cNvSpPr>
            <a:spLocks xmlns:a="http://schemas.openxmlformats.org/drawingml/2006/main" noGrp="1"/>
          </p:cNvSpPr>
          <p:nvPr/>
        </p:nvSpPr>
        <p:spPr>
          <a:xfrm xmlns:a="http://schemas.openxmlformats.org/drawingml/2006/main">
            <a:off x="2569464"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FIELD ELEM 2</a:t>
            </a:r>
            <a:endParaRPr sz="850" b="0" i="0" u="none" cap="none">
              <a:solidFill>
                <a:schemeClr val="dk1"/>
              </a:solidFill>
              <a:latin typeface="Arial"/>
              <a:ea typeface="Arial"/>
              <a:cs typeface="Arial"/>
            </a:endParaRPr>
          </a:p>
        </p:txBody>
      </p:sp>
      <p:sp>
        <p:nvSpPr>
          <p:cNvPr id="1028" name="Google Shape;1028;p16">
            <a:extLst xmlns:a="http://schemas.openxmlformats.org/drawingml/2006/main">
              <a:ext uri="{FF2B5EF4-FFF2-40B4-BE49-F238E27FC236}">
                <a16:creationId xmlns:a16="http://schemas.microsoft.com/office/drawing/2014/main" id="{536486C6-1183-4642-A565-E2377806187C}"/>
              </a:ext>
            </a:extLst>
          </p:cNvPr>
          <p:cNvSpPr>
            <a:spLocks xmlns:a="http://schemas.openxmlformats.org/drawingml/2006/main" noGrp="1"/>
          </p:cNvSpPr>
          <p:nvPr/>
        </p:nvSpPr>
        <p:spPr>
          <a:xfrm xmlns:a="http://schemas.openxmlformats.org/drawingml/2006/main">
            <a:off x="2569464"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29" name="Google Shape;1029;p16">
            <a:extLst xmlns:a="http://schemas.openxmlformats.org/drawingml/2006/main">
              <a:ext uri="{FF2B5EF4-FFF2-40B4-BE49-F238E27FC236}">
                <a16:creationId xmlns:a16="http://schemas.microsoft.com/office/drawing/2014/main" id="{C2CE8881-BC80-4470-AC52-DB161D5CCE80}"/>
              </a:ext>
            </a:extLst>
          </p:cNvPr>
          <p:cNvSpPr>
            <a:spLocks xmlns:a="http://schemas.openxmlformats.org/drawingml/2006/main" noGrp="1"/>
          </p:cNvSpPr>
          <p:nvPr/>
        </p:nvSpPr>
        <p:spPr>
          <a:xfrm xmlns:a="http://schemas.openxmlformats.org/drawingml/2006/main">
            <a:off x="2569464"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1030" name="Google Shape;1030;p16">
            <a:extLst xmlns:a="http://schemas.openxmlformats.org/drawingml/2006/main">
              <a:ext uri="{FF2B5EF4-FFF2-40B4-BE49-F238E27FC236}">
                <a16:creationId xmlns:a16="http://schemas.microsoft.com/office/drawing/2014/main" id="{7EB79650-31A0-4C80-BEAE-01182F28ABFB}"/>
              </a:ext>
            </a:extLst>
          </p:cNvPr>
          <p:cNvSpPr>
            <a:spLocks xmlns:a="http://schemas.openxmlformats.org/drawingml/2006/main" noGrp="1"/>
          </p:cNvSpPr>
          <p:nvPr/>
        </p:nvSpPr>
        <p:spPr>
          <a:xfrm xmlns:a="http://schemas.openxmlformats.org/drawingml/2006/main">
            <a:off x="2569464"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1031" name="Google Shape;1031;p16">
            <a:extLst xmlns:a="http://schemas.openxmlformats.org/drawingml/2006/main">
              <a:ext uri="{FF2B5EF4-FFF2-40B4-BE49-F238E27FC236}">
                <a16:creationId xmlns:a16="http://schemas.microsoft.com/office/drawing/2014/main" id="{D599BF1E-81EB-4635-96E0-01C60AB4697D}"/>
              </a:ext>
            </a:extLst>
          </p:cNvPr>
          <p:cNvSpPr>
            <a:spLocks xmlns:a="http://schemas.openxmlformats.org/drawingml/2006/main" noGrp="1"/>
          </p:cNvSpPr>
          <p:nvPr/>
        </p:nvSpPr>
        <p:spPr>
          <a:xfrm xmlns:a="http://schemas.openxmlformats.org/drawingml/2006/main">
            <a:off x="2569464"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a:t>
            </a:r>
            <a:r>
              <a:rPr sz="750" b="0" i="1" u="none" cap="none">
                <a:solidFill>
                  <a:srgbClr val="94A3B8"/>
                </a:solidFill>
                <a:latin typeface="Arial"/>
                <a:ea typeface="Arial"/>
                <a:cs typeface="Arial"/>
              </a:rPr>
              <a:t>[___ × ___]</a:t>
            </a:r>
            <a:endParaRPr sz="750" b="0" i="0" u="none" cap="none">
              <a:solidFill>
                <a:schemeClr val="dk1"/>
              </a:solidFill>
              <a:latin typeface="Arial"/>
              <a:ea typeface="Arial"/>
              <a:cs typeface="Arial"/>
            </a:endParaRPr>
          </a:p>
        </p:txBody>
      </p:sp>
      <p:sp>
        <p:nvSpPr>
          <p:cNvPr id="1032" name="Google Shape;1032;p16">
            <a:extLst xmlns:a="http://schemas.openxmlformats.org/drawingml/2006/main">
              <a:ext uri="{FF2B5EF4-FFF2-40B4-BE49-F238E27FC236}">
                <a16:creationId xmlns:a16="http://schemas.microsoft.com/office/drawing/2014/main" id="{EBEFE290-654E-4F1E-A6A5-7AE2634A6B75}"/>
              </a:ext>
            </a:extLst>
          </p:cNvPr>
          <p:cNvSpPr>
            <a:spLocks xmlns:a="http://schemas.openxmlformats.org/drawingml/2006/main" noGrp="1"/>
          </p:cNvSpPr>
          <p:nvPr/>
        </p:nvSpPr>
        <p:spPr>
          <a:xfrm xmlns:a="http://schemas.openxmlformats.org/drawingml/2006/main">
            <a:off x="2569464"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Location:  </a:t>
            </a:r>
            <a:r>
              <a:rPr sz="750" b="0" i="1" u="none" cap="none">
                <a:solidFill>
                  <a:srgbClr val="94A3B8"/>
                </a:solidFill>
                <a:latin typeface="Arial"/>
                <a:ea typeface="Arial"/>
                <a:cs typeface="Arial"/>
              </a:rPr>
              <a:t>[where]</a:t>
            </a:r>
            <a:endParaRPr sz="750" b="0" i="0" u="none" cap="none">
              <a:solidFill>
                <a:schemeClr val="dk1"/>
              </a:solidFill>
              <a:latin typeface="Arial"/>
              <a:ea typeface="Arial"/>
              <a:cs typeface="Arial"/>
            </a:endParaRPr>
          </a:p>
        </p:txBody>
      </p:sp>
      <p:sp>
        <p:nvSpPr>
          <p:cNvPr id="1033" name="Google Shape;1033;p16">
            <a:extLst xmlns:a="http://schemas.openxmlformats.org/drawingml/2006/main">
              <a:ext uri="{FF2B5EF4-FFF2-40B4-BE49-F238E27FC236}">
                <a16:creationId xmlns:a16="http://schemas.microsoft.com/office/drawing/2014/main" id="{314C4160-A62B-4A4F-B0A7-461BE30C4C62}"/>
              </a:ext>
            </a:extLst>
          </p:cNvPr>
          <p:cNvSpPr>
            <a:spLocks xmlns:a="http://schemas.openxmlformats.org/drawingml/2006/main" noGrp="1"/>
          </p:cNvSpPr>
          <p:nvPr/>
        </p:nvSpPr>
        <p:spPr>
          <a:xfrm xmlns:a="http://schemas.openxmlformats.org/drawingml/2006/main">
            <a:off x="2569464"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Color:  </a:t>
            </a:r>
            <a:r>
              <a:rPr sz="750" b="0" i="1" u="none" cap="none">
                <a:solidFill>
                  <a:srgbClr val="94A3B8"/>
                </a:solidFill>
                <a:latin typeface="Arial"/>
                <a:ea typeface="Arial"/>
                <a:cs typeface="Arial"/>
              </a:rPr>
              <a:t>[identifier]</a:t>
            </a:r>
            <a:endParaRPr sz="750" b="0" i="0" u="none" cap="none">
              <a:solidFill>
                <a:schemeClr val="dk1"/>
              </a:solidFill>
              <a:latin typeface="Arial"/>
              <a:ea typeface="Arial"/>
              <a:cs typeface="Arial"/>
            </a:endParaRPr>
          </a:p>
        </p:txBody>
      </p:sp>
      <p:sp>
        <p:nvSpPr>
          <p:cNvPr id="1034" name="Google Shape;1034;p16">
            <a:extLst xmlns:a="http://schemas.openxmlformats.org/drawingml/2006/main">
              <a:ext uri="{FF2B5EF4-FFF2-40B4-BE49-F238E27FC236}">
                <a16:creationId xmlns:a16="http://schemas.microsoft.com/office/drawing/2014/main" id="{200E0729-76DF-41CE-A5D1-22FB76A97211}"/>
              </a:ext>
            </a:extLst>
          </p:cNvPr>
          <p:cNvSpPr>
            <a:spLocks xmlns:a="http://schemas.openxmlformats.org/drawingml/2006/main" noGrp="1"/>
          </p:cNvSpPr>
          <p:nvPr/>
        </p:nvSpPr>
        <p:spPr>
          <a:xfrm xmlns:a="http://schemas.openxmlformats.org/drawingml/2006/main">
            <a:off x="2569464"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Interaction:  </a:t>
            </a:r>
            <a:r>
              <a:rPr sz="750" b="0" i="1" u="none" cap="none">
                <a:solidFill>
                  <a:srgbClr val="94A3B8"/>
                </a:solidFill>
                <a:latin typeface="Arial"/>
                <a:ea typeface="Arial"/>
                <a:cs typeface="Arial"/>
              </a:rPr>
              <a:t>[score / block]</a:t>
            </a:r>
            <a:endParaRPr sz="750" b="0" i="0" u="none" cap="none">
              <a:solidFill>
                <a:schemeClr val="dk1"/>
              </a:solidFill>
              <a:latin typeface="Arial"/>
              <a:ea typeface="Arial"/>
              <a:cs typeface="Arial"/>
            </a:endParaRPr>
          </a:p>
        </p:txBody>
      </p:sp>
      <p:sp>
        <p:nvSpPr>
          <p:cNvPr id="1035" name="Google Shape;1035;p16">
            <a:extLst xmlns:a="http://schemas.openxmlformats.org/drawingml/2006/main">
              <a:ext uri="{FF2B5EF4-FFF2-40B4-BE49-F238E27FC236}">
                <a16:creationId xmlns:a16="http://schemas.microsoft.com/office/drawing/2014/main" id="{7A704215-2105-4253-966A-C01F1BE90295}"/>
              </a:ext>
            </a:extLst>
          </p:cNvPr>
          <p:cNvSpPr>
            <a:spLocks xmlns:a="http://schemas.openxmlformats.org/drawingml/2006/main" noGrp="1"/>
          </p:cNvSpPr>
          <p:nvPr/>
        </p:nvSpPr>
        <p:spPr>
          <a:xfrm xmlns:a="http://schemas.openxmlformats.org/drawingml/2006/main">
            <a:off x="2569464"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Impact:  </a:t>
            </a:r>
            <a:r>
              <a:rPr sz="750" b="0" i="1" u="none" cap="none">
                <a:solidFill>
                  <a:srgbClr val="94A3B8"/>
                </a:solidFill>
                <a:latin typeface="Arial"/>
                <a:ea typeface="Arial"/>
                <a:cs typeface="Arial"/>
              </a:rPr>
              <a:t>[what it drives]</a:t>
            </a:r>
            <a:endParaRPr sz="750" b="0" i="0" u="none" cap="none">
              <a:solidFill>
                <a:schemeClr val="dk1"/>
              </a:solidFill>
              <a:latin typeface="Arial"/>
              <a:ea typeface="Arial"/>
              <a:cs typeface="Arial"/>
            </a:endParaRPr>
          </a:p>
        </p:txBody>
      </p:sp>
      <p:sp>
        <p:nvSpPr>
          <p:cNvPr id="1036" name="Google Shape;1036;p16">
            <a:extLst xmlns:a="http://schemas.openxmlformats.org/drawingml/2006/main">
              <a:ext uri="{FF2B5EF4-FFF2-40B4-BE49-F238E27FC236}">
                <a16:creationId xmlns:a16="http://schemas.microsoft.com/office/drawing/2014/main" id="{4E51F223-217F-46D8-AB36-FCCE1B9A9DC2}"/>
              </a:ext>
            </a:extLst>
          </p:cNvPr>
          <p:cNvSpPr>
            <a:spLocks xmlns:a="http://schemas.openxmlformats.org/drawingml/2006/main" noGrp="1"/>
          </p:cNvSpPr>
          <p:nvPr/>
        </p:nvSpPr>
        <p:spPr>
          <a:xfrm xmlns:a="http://schemas.openxmlformats.org/drawingml/2006/main">
            <a:off x="4636008"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37" name="Google Shape;1037;p16">
            <a:extLst xmlns:a="http://schemas.openxmlformats.org/drawingml/2006/main">
              <a:ext uri="{FF2B5EF4-FFF2-40B4-BE49-F238E27FC236}">
                <a16:creationId xmlns:a16="http://schemas.microsoft.com/office/drawing/2014/main" id="{A2C330BA-05EA-43B0-913A-CF63C3196961}"/>
              </a:ext>
            </a:extLst>
          </p:cNvPr>
          <p:cNvSpPr>
            <a:spLocks xmlns:a="http://schemas.openxmlformats.org/drawingml/2006/main" noGrp="1"/>
          </p:cNvSpPr>
          <p:nvPr/>
        </p:nvSpPr>
        <p:spPr>
          <a:xfrm xmlns:a="http://schemas.openxmlformats.org/drawingml/2006/main">
            <a:off x="4636008"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38" name="Google Shape;1038;p16">
            <a:extLst xmlns:a="http://schemas.openxmlformats.org/drawingml/2006/main">
              <a:ext uri="{FF2B5EF4-FFF2-40B4-BE49-F238E27FC236}">
                <a16:creationId xmlns:a16="http://schemas.microsoft.com/office/drawing/2014/main" id="{6C466070-D5E0-4224-ABAA-51C6E665E898}"/>
              </a:ext>
            </a:extLst>
          </p:cNvPr>
          <p:cNvSpPr>
            <a:spLocks xmlns:a="http://schemas.openxmlformats.org/drawingml/2006/main" noGrp="1"/>
          </p:cNvSpPr>
          <p:nvPr/>
        </p:nvSpPr>
        <p:spPr>
          <a:xfrm xmlns:a="http://schemas.openxmlformats.org/drawingml/2006/main">
            <a:off x="4727448"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FIELD ELEM 3</a:t>
            </a:r>
            <a:endParaRPr sz="850" b="0" i="0" u="none" cap="none">
              <a:solidFill>
                <a:schemeClr val="dk1"/>
              </a:solidFill>
              <a:latin typeface="Arial"/>
              <a:ea typeface="Arial"/>
              <a:cs typeface="Arial"/>
            </a:endParaRPr>
          </a:p>
        </p:txBody>
      </p:sp>
      <p:sp>
        <p:nvSpPr>
          <p:cNvPr id="1039" name="Google Shape;1039;p16">
            <a:extLst xmlns:a="http://schemas.openxmlformats.org/drawingml/2006/main">
              <a:ext uri="{FF2B5EF4-FFF2-40B4-BE49-F238E27FC236}">
                <a16:creationId xmlns:a16="http://schemas.microsoft.com/office/drawing/2014/main" id="{D160B90F-6496-4463-BCFF-E1DD67DCBB94}"/>
              </a:ext>
            </a:extLst>
          </p:cNvPr>
          <p:cNvSpPr>
            <a:spLocks xmlns:a="http://schemas.openxmlformats.org/drawingml/2006/main" noGrp="1"/>
          </p:cNvSpPr>
          <p:nvPr/>
        </p:nvSpPr>
        <p:spPr>
          <a:xfrm xmlns:a="http://schemas.openxmlformats.org/drawingml/2006/main">
            <a:off x="4727448"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40" name="Google Shape;1040;p16">
            <a:extLst xmlns:a="http://schemas.openxmlformats.org/drawingml/2006/main">
              <a:ext uri="{FF2B5EF4-FFF2-40B4-BE49-F238E27FC236}">
                <a16:creationId xmlns:a16="http://schemas.microsoft.com/office/drawing/2014/main" id="{41A03310-518C-4C15-A4B7-DA20B4C887AE}"/>
              </a:ext>
            </a:extLst>
          </p:cNvPr>
          <p:cNvSpPr>
            <a:spLocks xmlns:a="http://schemas.openxmlformats.org/drawingml/2006/main" noGrp="1"/>
          </p:cNvSpPr>
          <p:nvPr/>
        </p:nvSpPr>
        <p:spPr>
          <a:xfrm xmlns:a="http://schemas.openxmlformats.org/drawingml/2006/main">
            <a:off x="4727448"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1041" name="Google Shape;1041;p16">
            <a:extLst xmlns:a="http://schemas.openxmlformats.org/drawingml/2006/main">
              <a:ext uri="{FF2B5EF4-FFF2-40B4-BE49-F238E27FC236}">
                <a16:creationId xmlns:a16="http://schemas.microsoft.com/office/drawing/2014/main" id="{0C68C00C-3036-4BD7-9ABA-200289BB5B15}"/>
              </a:ext>
            </a:extLst>
          </p:cNvPr>
          <p:cNvSpPr>
            <a:spLocks xmlns:a="http://schemas.openxmlformats.org/drawingml/2006/main" noGrp="1"/>
          </p:cNvSpPr>
          <p:nvPr/>
        </p:nvSpPr>
        <p:spPr>
          <a:xfrm xmlns:a="http://schemas.openxmlformats.org/drawingml/2006/main">
            <a:off x="4727448"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1042" name="Google Shape;1042;p16">
            <a:extLst xmlns:a="http://schemas.openxmlformats.org/drawingml/2006/main">
              <a:ext uri="{FF2B5EF4-FFF2-40B4-BE49-F238E27FC236}">
                <a16:creationId xmlns:a16="http://schemas.microsoft.com/office/drawing/2014/main" id="{AF030AC5-9471-4672-B9E0-D8D19CF2893A}"/>
              </a:ext>
            </a:extLst>
          </p:cNvPr>
          <p:cNvSpPr>
            <a:spLocks xmlns:a="http://schemas.openxmlformats.org/drawingml/2006/main" noGrp="1"/>
          </p:cNvSpPr>
          <p:nvPr/>
        </p:nvSpPr>
        <p:spPr>
          <a:xfrm xmlns:a="http://schemas.openxmlformats.org/drawingml/2006/main">
            <a:off x="4727448"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a:t>
            </a:r>
            <a:r>
              <a:rPr sz="750" b="0" i="1" u="none" cap="none">
                <a:solidFill>
                  <a:srgbClr val="94A3B8"/>
                </a:solidFill>
                <a:latin typeface="Arial"/>
                <a:ea typeface="Arial"/>
                <a:cs typeface="Arial"/>
              </a:rPr>
              <a:t>[___ × ___]</a:t>
            </a:r>
            <a:endParaRPr sz="750" b="0" i="0" u="none" cap="none">
              <a:solidFill>
                <a:schemeClr val="dk1"/>
              </a:solidFill>
              <a:latin typeface="Arial"/>
              <a:ea typeface="Arial"/>
              <a:cs typeface="Arial"/>
            </a:endParaRPr>
          </a:p>
        </p:txBody>
      </p:sp>
      <p:sp>
        <p:nvSpPr>
          <p:cNvPr id="1043" name="Google Shape;1043;p16">
            <a:extLst xmlns:a="http://schemas.openxmlformats.org/drawingml/2006/main">
              <a:ext uri="{FF2B5EF4-FFF2-40B4-BE49-F238E27FC236}">
                <a16:creationId xmlns:a16="http://schemas.microsoft.com/office/drawing/2014/main" id="{6BC47D2A-DC3D-43D5-995E-7EB2FE8AE750}"/>
              </a:ext>
            </a:extLst>
          </p:cNvPr>
          <p:cNvSpPr>
            <a:spLocks xmlns:a="http://schemas.openxmlformats.org/drawingml/2006/main" noGrp="1"/>
          </p:cNvSpPr>
          <p:nvPr/>
        </p:nvSpPr>
        <p:spPr>
          <a:xfrm xmlns:a="http://schemas.openxmlformats.org/drawingml/2006/main">
            <a:off x="4727448"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Location:  </a:t>
            </a:r>
            <a:r>
              <a:rPr sz="750" b="0" i="1" u="none" cap="none">
                <a:solidFill>
                  <a:srgbClr val="94A3B8"/>
                </a:solidFill>
                <a:latin typeface="Arial"/>
                <a:ea typeface="Arial"/>
                <a:cs typeface="Arial"/>
              </a:rPr>
              <a:t>[where]</a:t>
            </a:r>
            <a:endParaRPr sz="750" b="0" i="0" u="none" cap="none">
              <a:solidFill>
                <a:schemeClr val="dk1"/>
              </a:solidFill>
              <a:latin typeface="Arial"/>
              <a:ea typeface="Arial"/>
              <a:cs typeface="Arial"/>
            </a:endParaRPr>
          </a:p>
        </p:txBody>
      </p:sp>
      <p:sp>
        <p:nvSpPr>
          <p:cNvPr id="1044" name="Google Shape;1044;p16">
            <a:extLst xmlns:a="http://schemas.openxmlformats.org/drawingml/2006/main">
              <a:ext uri="{FF2B5EF4-FFF2-40B4-BE49-F238E27FC236}">
                <a16:creationId xmlns:a16="http://schemas.microsoft.com/office/drawing/2014/main" id="{F10C2E1C-D6EB-4CB8-87C0-667A00EA0008}"/>
              </a:ext>
            </a:extLst>
          </p:cNvPr>
          <p:cNvSpPr>
            <a:spLocks xmlns:a="http://schemas.openxmlformats.org/drawingml/2006/main" noGrp="1"/>
          </p:cNvSpPr>
          <p:nvPr/>
        </p:nvSpPr>
        <p:spPr>
          <a:xfrm xmlns:a="http://schemas.openxmlformats.org/drawingml/2006/main">
            <a:off x="4727448"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Color:  </a:t>
            </a:r>
            <a:r>
              <a:rPr sz="750" b="0" i="1" u="none" cap="none">
                <a:solidFill>
                  <a:srgbClr val="94A3B8"/>
                </a:solidFill>
                <a:latin typeface="Arial"/>
                <a:ea typeface="Arial"/>
                <a:cs typeface="Arial"/>
              </a:rPr>
              <a:t>[identifier]</a:t>
            </a:r>
            <a:endParaRPr sz="750" b="0" i="0" u="none" cap="none">
              <a:solidFill>
                <a:schemeClr val="dk1"/>
              </a:solidFill>
              <a:latin typeface="Arial"/>
              <a:ea typeface="Arial"/>
              <a:cs typeface="Arial"/>
            </a:endParaRPr>
          </a:p>
        </p:txBody>
      </p:sp>
      <p:sp>
        <p:nvSpPr>
          <p:cNvPr id="1045" name="Google Shape;1045;p16">
            <a:extLst xmlns:a="http://schemas.openxmlformats.org/drawingml/2006/main">
              <a:ext uri="{FF2B5EF4-FFF2-40B4-BE49-F238E27FC236}">
                <a16:creationId xmlns:a16="http://schemas.microsoft.com/office/drawing/2014/main" id="{CECAD807-EED3-40AF-8E95-B4919D55EFBC}"/>
              </a:ext>
            </a:extLst>
          </p:cNvPr>
          <p:cNvSpPr>
            <a:spLocks xmlns:a="http://schemas.openxmlformats.org/drawingml/2006/main" noGrp="1"/>
          </p:cNvSpPr>
          <p:nvPr/>
        </p:nvSpPr>
        <p:spPr>
          <a:xfrm xmlns:a="http://schemas.openxmlformats.org/drawingml/2006/main">
            <a:off x="4727448"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Interaction:  </a:t>
            </a:r>
            <a:r>
              <a:rPr sz="750" b="0" i="1" u="none" cap="none">
                <a:solidFill>
                  <a:srgbClr val="94A3B8"/>
                </a:solidFill>
                <a:latin typeface="Arial"/>
                <a:ea typeface="Arial"/>
                <a:cs typeface="Arial"/>
              </a:rPr>
              <a:t>[score / block]</a:t>
            </a:r>
            <a:endParaRPr sz="750" b="0" i="0" u="none" cap="none">
              <a:solidFill>
                <a:schemeClr val="dk1"/>
              </a:solidFill>
              <a:latin typeface="Arial"/>
              <a:ea typeface="Arial"/>
              <a:cs typeface="Arial"/>
            </a:endParaRPr>
          </a:p>
        </p:txBody>
      </p:sp>
      <p:sp>
        <p:nvSpPr>
          <p:cNvPr id="1046" name="Google Shape;1046;p16">
            <a:extLst xmlns:a="http://schemas.openxmlformats.org/drawingml/2006/main">
              <a:ext uri="{FF2B5EF4-FFF2-40B4-BE49-F238E27FC236}">
                <a16:creationId xmlns:a16="http://schemas.microsoft.com/office/drawing/2014/main" id="{B8031F0A-4199-4628-AF07-90CA36EF09B7}"/>
              </a:ext>
            </a:extLst>
          </p:cNvPr>
          <p:cNvSpPr>
            <a:spLocks xmlns:a="http://schemas.openxmlformats.org/drawingml/2006/main" noGrp="1"/>
          </p:cNvSpPr>
          <p:nvPr/>
        </p:nvSpPr>
        <p:spPr>
          <a:xfrm xmlns:a="http://schemas.openxmlformats.org/drawingml/2006/main">
            <a:off x="4727448"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Impact:  </a:t>
            </a:r>
            <a:r>
              <a:rPr sz="750" b="0" i="1" u="none" cap="none">
                <a:solidFill>
                  <a:srgbClr val="94A3B8"/>
                </a:solidFill>
                <a:latin typeface="Arial"/>
                <a:ea typeface="Arial"/>
                <a:cs typeface="Arial"/>
              </a:rPr>
              <a:t>[what it drives]</a:t>
            </a:r>
            <a:endParaRPr sz="750" b="0" i="0" u="none" cap="none">
              <a:solidFill>
                <a:schemeClr val="dk1"/>
              </a:solidFill>
              <a:latin typeface="Arial"/>
              <a:ea typeface="Arial"/>
              <a:cs typeface="Arial"/>
            </a:endParaRPr>
          </a:p>
        </p:txBody>
      </p:sp>
      <p:sp>
        <p:nvSpPr>
          <p:cNvPr id="1047" name="Google Shape;1047;p16">
            <a:extLst xmlns:a="http://schemas.openxmlformats.org/drawingml/2006/main">
              <a:ext uri="{FF2B5EF4-FFF2-40B4-BE49-F238E27FC236}">
                <a16:creationId xmlns:a16="http://schemas.microsoft.com/office/drawing/2014/main" id="{64426861-817D-4ADB-95DF-9A66D4EB1235}"/>
              </a:ext>
            </a:extLst>
          </p:cNvPr>
          <p:cNvSpPr>
            <a:spLocks xmlns:a="http://schemas.openxmlformats.org/drawingml/2006/main" noGrp="1"/>
          </p:cNvSpPr>
          <p:nvPr/>
        </p:nvSpPr>
        <p:spPr>
          <a:xfrm xmlns:a="http://schemas.openxmlformats.org/drawingml/2006/main">
            <a:off x="6793992" y="1536192"/>
            <a:ext cx="2029968" cy="33375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48" name="Google Shape;1048;p16">
            <a:extLst xmlns:a="http://schemas.openxmlformats.org/drawingml/2006/main">
              <a:ext uri="{FF2B5EF4-FFF2-40B4-BE49-F238E27FC236}">
                <a16:creationId xmlns:a16="http://schemas.microsoft.com/office/drawing/2014/main" id="{D93A47D0-C12E-4658-A248-337B44CA383D}"/>
              </a:ext>
            </a:extLst>
          </p:cNvPr>
          <p:cNvSpPr>
            <a:spLocks xmlns:a="http://schemas.openxmlformats.org/drawingml/2006/main" noGrp="1"/>
          </p:cNvSpPr>
          <p:nvPr/>
        </p:nvSpPr>
        <p:spPr>
          <a:xfrm xmlns:a="http://schemas.openxmlformats.org/drawingml/2006/main">
            <a:off x="6793992" y="1536192"/>
            <a:ext cx="2029968" cy="237744"/>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49" name="Google Shape;1049;p16">
            <a:extLst xmlns:a="http://schemas.openxmlformats.org/drawingml/2006/main">
              <a:ext uri="{FF2B5EF4-FFF2-40B4-BE49-F238E27FC236}">
                <a16:creationId xmlns:a16="http://schemas.microsoft.com/office/drawing/2014/main" id="{D34EA49D-9C6F-42F3-9240-D12C689EDC71}"/>
              </a:ext>
            </a:extLst>
          </p:cNvPr>
          <p:cNvSpPr>
            <a:spLocks xmlns:a="http://schemas.openxmlformats.org/drawingml/2006/main" noGrp="1"/>
          </p:cNvSpPr>
          <p:nvPr/>
        </p:nvSpPr>
        <p:spPr>
          <a:xfrm xmlns:a="http://schemas.openxmlformats.org/drawingml/2006/main">
            <a:off x="6885432" y="1536192"/>
            <a:ext cx="1847088"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FIELD ELEM 4</a:t>
            </a:r>
            <a:endParaRPr sz="850" b="0" i="0" u="none" cap="none">
              <a:solidFill>
                <a:schemeClr val="dk1"/>
              </a:solidFill>
              <a:latin typeface="Arial"/>
              <a:ea typeface="Arial"/>
              <a:cs typeface="Arial"/>
            </a:endParaRPr>
          </a:p>
        </p:txBody>
      </p:sp>
      <p:sp>
        <p:nvSpPr>
          <p:cNvPr id="1050" name="Google Shape;1050;p16">
            <a:extLst xmlns:a="http://schemas.openxmlformats.org/drawingml/2006/main">
              <a:ext uri="{FF2B5EF4-FFF2-40B4-BE49-F238E27FC236}">
                <a16:creationId xmlns:a16="http://schemas.microsoft.com/office/drawing/2014/main" id="{91BB2204-B289-4874-8EA8-3CE4FB48C834}"/>
              </a:ext>
            </a:extLst>
          </p:cNvPr>
          <p:cNvSpPr>
            <a:spLocks xmlns:a="http://schemas.openxmlformats.org/drawingml/2006/main" noGrp="1"/>
          </p:cNvSpPr>
          <p:nvPr/>
        </p:nvSpPr>
        <p:spPr>
          <a:xfrm xmlns:a="http://schemas.openxmlformats.org/drawingml/2006/main">
            <a:off x="6885432" y="1847088"/>
            <a:ext cx="1847088" cy="184708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51" name="Google Shape;1051;p16">
            <a:extLst xmlns:a="http://schemas.openxmlformats.org/drawingml/2006/main">
              <a:ext uri="{FF2B5EF4-FFF2-40B4-BE49-F238E27FC236}">
                <a16:creationId xmlns:a16="http://schemas.microsoft.com/office/drawing/2014/main" id="{8BDE4641-22AC-432C-B77E-5E8B67309B30}"/>
              </a:ext>
            </a:extLst>
          </p:cNvPr>
          <p:cNvSpPr>
            <a:spLocks xmlns:a="http://schemas.openxmlformats.org/drawingml/2006/main" noGrp="1"/>
          </p:cNvSpPr>
          <p:nvPr/>
        </p:nvSpPr>
        <p:spPr>
          <a:xfrm xmlns:a="http://schemas.openxmlformats.org/drawingml/2006/main">
            <a:off x="6885432" y="1847088"/>
            <a:ext cx="1847088" cy="18470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[Drawing / photo]</a:t>
            </a:r>
            <a:endParaRPr sz="850" b="0" i="0" u="none" cap="none">
              <a:solidFill>
                <a:schemeClr val="dk1"/>
              </a:solidFill>
              <a:latin typeface="Arial"/>
              <a:ea typeface="Arial"/>
              <a:cs typeface="Arial"/>
            </a:endParaRPr>
          </a:p>
        </p:txBody>
      </p:sp>
      <p:sp>
        <p:nvSpPr>
          <p:cNvPr id="1052" name="Google Shape;1052;p16">
            <a:extLst xmlns:a="http://schemas.openxmlformats.org/drawingml/2006/main">
              <a:ext uri="{FF2B5EF4-FFF2-40B4-BE49-F238E27FC236}">
                <a16:creationId xmlns:a16="http://schemas.microsoft.com/office/drawing/2014/main" id="{35EE68A7-0D8D-472C-AF0E-57FC19C5B1D1}"/>
              </a:ext>
            </a:extLst>
          </p:cNvPr>
          <p:cNvSpPr>
            <a:spLocks xmlns:a="http://schemas.openxmlformats.org/drawingml/2006/main" noGrp="1"/>
          </p:cNvSpPr>
          <p:nvPr/>
        </p:nvSpPr>
        <p:spPr>
          <a:xfrm xmlns:a="http://schemas.openxmlformats.org/drawingml/2006/main">
            <a:off x="6885432" y="378561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Name:  </a:t>
            </a:r>
            <a:r>
              <a:rPr sz="750" b="0" i="1" u="none" cap="none">
                <a:solidFill>
                  <a:srgbClr val="94A3B8"/>
                </a:solidFill>
                <a:latin typeface="Arial"/>
                <a:ea typeface="Arial"/>
                <a:cs typeface="Arial"/>
              </a:rPr>
              <a:t>[element]</a:t>
            </a:r>
            <a:endParaRPr sz="750" b="0" i="0" u="none" cap="none">
              <a:solidFill>
                <a:schemeClr val="dk1"/>
              </a:solidFill>
              <a:latin typeface="Arial"/>
              <a:ea typeface="Arial"/>
              <a:cs typeface="Arial"/>
            </a:endParaRPr>
          </a:p>
        </p:txBody>
      </p:sp>
      <p:sp>
        <p:nvSpPr>
          <p:cNvPr id="1053" name="Google Shape;1053;p16">
            <a:extLst xmlns:a="http://schemas.openxmlformats.org/drawingml/2006/main">
              <a:ext uri="{FF2B5EF4-FFF2-40B4-BE49-F238E27FC236}">
                <a16:creationId xmlns:a16="http://schemas.microsoft.com/office/drawing/2014/main" id="{030ABA37-EF42-4B85-B480-656D6F5FCFC0}"/>
              </a:ext>
            </a:extLst>
          </p:cNvPr>
          <p:cNvSpPr>
            <a:spLocks xmlns:a="http://schemas.openxmlformats.org/drawingml/2006/main" noGrp="1"/>
          </p:cNvSpPr>
          <p:nvPr/>
        </p:nvSpPr>
        <p:spPr>
          <a:xfrm xmlns:a="http://schemas.openxmlformats.org/drawingml/2006/main">
            <a:off x="6885432" y="3954780"/>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Dims:  </a:t>
            </a:r>
            <a:r>
              <a:rPr sz="750" b="0" i="1" u="none" cap="none">
                <a:solidFill>
                  <a:srgbClr val="94A3B8"/>
                </a:solidFill>
                <a:latin typeface="Arial"/>
                <a:ea typeface="Arial"/>
                <a:cs typeface="Arial"/>
              </a:rPr>
              <a:t>[___ × ___]</a:t>
            </a:r>
            <a:endParaRPr sz="750" b="0" i="0" u="none" cap="none">
              <a:solidFill>
                <a:schemeClr val="dk1"/>
              </a:solidFill>
              <a:latin typeface="Arial"/>
              <a:ea typeface="Arial"/>
              <a:cs typeface="Arial"/>
            </a:endParaRPr>
          </a:p>
        </p:txBody>
      </p:sp>
      <p:sp>
        <p:nvSpPr>
          <p:cNvPr id="1054" name="Google Shape;1054;p16">
            <a:extLst xmlns:a="http://schemas.openxmlformats.org/drawingml/2006/main">
              <a:ext uri="{FF2B5EF4-FFF2-40B4-BE49-F238E27FC236}">
                <a16:creationId xmlns:a16="http://schemas.microsoft.com/office/drawing/2014/main" id="{4882C17C-EACA-4506-954D-17B4D9932811}"/>
              </a:ext>
            </a:extLst>
          </p:cNvPr>
          <p:cNvSpPr>
            <a:spLocks xmlns:a="http://schemas.openxmlformats.org/drawingml/2006/main" noGrp="1"/>
          </p:cNvSpPr>
          <p:nvPr/>
        </p:nvSpPr>
        <p:spPr>
          <a:xfrm xmlns:a="http://schemas.openxmlformats.org/drawingml/2006/main">
            <a:off x="6885432" y="4123944"/>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Location:  </a:t>
            </a:r>
            <a:r>
              <a:rPr sz="750" b="0" i="1" u="none" cap="none">
                <a:solidFill>
                  <a:srgbClr val="94A3B8"/>
                </a:solidFill>
                <a:latin typeface="Arial"/>
                <a:ea typeface="Arial"/>
                <a:cs typeface="Arial"/>
              </a:rPr>
              <a:t>[where]</a:t>
            </a:r>
            <a:endParaRPr sz="750" b="0" i="0" u="none" cap="none">
              <a:solidFill>
                <a:schemeClr val="dk1"/>
              </a:solidFill>
              <a:latin typeface="Arial"/>
              <a:ea typeface="Arial"/>
              <a:cs typeface="Arial"/>
            </a:endParaRPr>
          </a:p>
        </p:txBody>
      </p:sp>
      <p:sp>
        <p:nvSpPr>
          <p:cNvPr id="1055" name="Google Shape;1055;p16">
            <a:extLst xmlns:a="http://schemas.openxmlformats.org/drawingml/2006/main">
              <a:ext uri="{FF2B5EF4-FFF2-40B4-BE49-F238E27FC236}">
                <a16:creationId xmlns:a16="http://schemas.microsoft.com/office/drawing/2014/main" id="{B0CABCBB-618B-420D-AA63-558DD1A8DAD4}"/>
              </a:ext>
            </a:extLst>
          </p:cNvPr>
          <p:cNvSpPr>
            <a:spLocks xmlns:a="http://schemas.openxmlformats.org/drawingml/2006/main" noGrp="1"/>
          </p:cNvSpPr>
          <p:nvPr/>
        </p:nvSpPr>
        <p:spPr>
          <a:xfrm xmlns:a="http://schemas.openxmlformats.org/drawingml/2006/main">
            <a:off x="6885432" y="4293108"/>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Color:  </a:t>
            </a:r>
            <a:r>
              <a:rPr sz="750" b="0" i="1" u="none" cap="none">
                <a:solidFill>
                  <a:srgbClr val="94A3B8"/>
                </a:solidFill>
                <a:latin typeface="Arial"/>
                <a:ea typeface="Arial"/>
                <a:cs typeface="Arial"/>
              </a:rPr>
              <a:t>[identifier]</a:t>
            </a:r>
            <a:endParaRPr sz="750" b="0" i="0" u="none" cap="none">
              <a:solidFill>
                <a:schemeClr val="dk1"/>
              </a:solidFill>
              <a:latin typeface="Arial"/>
              <a:ea typeface="Arial"/>
              <a:cs typeface="Arial"/>
            </a:endParaRPr>
          </a:p>
        </p:txBody>
      </p:sp>
      <p:sp>
        <p:nvSpPr>
          <p:cNvPr id="1056" name="Google Shape;1056;p16">
            <a:extLst xmlns:a="http://schemas.openxmlformats.org/drawingml/2006/main">
              <a:ext uri="{FF2B5EF4-FFF2-40B4-BE49-F238E27FC236}">
                <a16:creationId xmlns:a16="http://schemas.microsoft.com/office/drawing/2014/main" id="{D857204C-62CC-47F7-9371-1685E44E736E}"/>
              </a:ext>
            </a:extLst>
          </p:cNvPr>
          <p:cNvSpPr>
            <a:spLocks xmlns:a="http://schemas.openxmlformats.org/drawingml/2006/main" noGrp="1"/>
          </p:cNvSpPr>
          <p:nvPr/>
        </p:nvSpPr>
        <p:spPr>
          <a:xfrm xmlns:a="http://schemas.openxmlformats.org/drawingml/2006/main">
            <a:off x="6885432" y="4462272"/>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Interaction:  </a:t>
            </a:r>
            <a:r>
              <a:rPr sz="750" b="0" i="1" u="none" cap="none">
                <a:solidFill>
                  <a:srgbClr val="94A3B8"/>
                </a:solidFill>
                <a:latin typeface="Arial"/>
                <a:ea typeface="Arial"/>
                <a:cs typeface="Arial"/>
              </a:rPr>
              <a:t>[score / block]</a:t>
            </a:r>
            <a:endParaRPr sz="750" b="0" i="0" u="none" cap="none">
              <a:solidFill>
                <a:schemeClr val="dk1"/>
              </a:solidFill>
              <a:latin typeface="Arial"/>
              <a:ea typeface="Arial"/>
              <a:cs typeface="Arial"/>
            </a:endParaRPr>
          </a:p>
        </p:txBody>
      </p:sp>
      <p:sp>
        <p:nvSpPr>
          <p:cNvPr id="1057" name="Google Shape;1057;p16">
            <a:extLst xmlns:a="http://schemas.openxmlformats.org/drawingml/2006/main">
              <a:ext uri="{FF2B5EF4-FFF2-40B4-BE49-F238E27FC236}">
                <a16:creationId xmlns:a16="http://schemas.microsoft.com/office/drawing/2014/main" id="{43B298AE-A95E-4015-911A-7E71A22DF871}"/>
              </a:ext>
            </a:extLst>
          </p:cNvPr>
          <p:cNvSpPr>
            <a:spLocks xmlns:a="http://schemas.openxmlformats.org/drawingml/2006/main" noGrp="1"/>
          </p:cNvSpPr>
          <p:nvPr/>
        </p:nvSpPr>
        <p:spPr>
          <a:xfrm xmlns:a="http://schemas.openxmlformats.org/drawingml/2006/main">
            <a:off x="6885432" y="4631436"/>
            <a:ext cx="1847088"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750"/>
              <a:buFont typeface="Arial"/>
              <a:buNone/>
            </a:pPr>
            <a:r>
              <a:rPr sz="750" b="1" i="0" u="none" cap="none">
                <a:solidFill>
                  <a:srgbClr val="334155"/>
                </a:solidFill>
                <a:latin typeface="Arial"/>
                <a:ea typeface="Arial"/>
                <a:cs typeface="Arial"/>
              </a:rPr>
              <a:t>Impact:  </a:t>
            </a:r>
            <a:r>
              <a:rPr sz="750" b="0" i="1" u="none" cap="none">
                <a:solidFill>
                  <a:srgbClr val="94A3B8"/>
                </a:solidFill>
                <a:latin typeface="Arial"/>
                <a:ea typeface="Arial"/>
                <a:cs typeface="Arial"/>
              </a:rPr>
              <a:t>[what it drives]</a:t>
            </a:r>
            <a:endParaRPr sz="750" b="0" i="0" u="none" cap="none">
              <a:solidFill>
                <a:schemeClr val="dk1"/>
              </a:solidFill>
              <a:latin typeface="Arial"/>
              <a:ea typeface="Arial"/>
              <a:cs typeface="Arial"/>
            </a:endParaRPr>
          </a:p>
        </p:txBody>
      </p:sp>
      <p:sp>
        <p:nvSpPr>
          <p:cNvPr id="1058" name="Google Shape;1058;p16">
            <a:extLst xmlns:a="http://schemas.openxmlformats.org/drawingml/2006/main">
              <a:ext uri="{FF2B5EF4-FFF2-40B4-BE49-F238E27FC236}">
                <a16:creationId xmlns:a16="http://schemas.microsoft.com/office/drawing/2014/main" id="{A45954CA-6674-4990-941A-4059E36E8956}"/>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f5dcf42f67794537"/>
              </a:rPr>
              <a:t>game-manual</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ac674b7b48624e9f"/>
              </a:rPr>
              <a:t>field-mapper</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e9ceacae4bc34471"/>
              </a:rPr>
              <a:t>game-analysis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26314531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064" name="Google Shape;1064;p17">
            <a:extLst xmlns:a="http://schemas.openxmlformats.org/drawingml/2006/main">
              <a:ext uri="{FF2B5EF4-FFF2-40B4-BE49-F238E27FC236}">
                <a16:creationId xmlns:a16="http://schemas.microsoft.com/office/drawing/2014/main" id="{87169159-19F5-4851-8DFD-00B785972ED6}"/>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65" name="Google Shape;1065;p17">
            <a:extLst xmlns:a="http://schemas.openxmlformats.org/drawingml/2006/main">
              <a:ext uri="{FF2B5EF4-FFF2-40B4-BE49-F238E27FC236}">
                <a16:creationId xmlns:a16="http://schemas.microsoft.com/office/drawing/2014/main" id="{326C9ED4-C50F-4D89-A3DD-1DCA1DA13F12}"/>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1066" name="Google Shape;1066;p17">
            <a:extLst xmlns:a="http://schemas.openxmlformats.org/drawingml/2006/main">
              <a:ext uri="{FF2B5EF4-FFF2-40B4-BE49-F238E27FC236}">
                <a16:creationId xmlns:a16="http://schemas.microsoft.com/office/drawing/2014/main" id="{E10602A1-E889-4DF4-939E-3AA23FEF5136}"/>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067" name="Google Shape;1067;p17">
            <a:extLst xmlns:a="http://schemas.openxmlformats.org/drawingml/2006/main">
              <a:ext uri="{FF2B5EF4-FFF2-40B4-BE49-F238E27FC236}">
                <a16:creationId xmlns:a16="http://schemas.microsoft.com/office/drawing/2014/main" id="{19F839D2-058C-4C06-8106-A559ADD57DFF}"/>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Rule Analysis &amp; Robot / Team Impact</a:t>
            </a:r>
            <a:endParaRPr sz="2200" b="0" i="0" u="none" cap="none">
              <a:solidFill>
                <a:schemeClr val="dk1"/>
              </a:solidFill>
              <a:latin typeface="Arial"/>
              <a:ea typeface="Arial"/>
              <a:cs typeface="Arial"/>
            </a:endParaRPr>
          </a:p>
        </p:txBody>
      </p:sp>
      <p:sp>
        <p:nvSpPr>
          <p:cNvPr id="1068" name="Google Shape;1068;p17">
            <a:extLst xmlns:a="http://schemas.openxmlformats.org/drawingml/2006/main">
              <a:ext uri="{FF2B5EF4-FFF2-40B4-BE49-F238E27FC236}">
                <a16:creationId xmlns:a16="http://schemas.microsoft.com/office/drawing/2014/main" id="{1D7F2C6D-C183-4D0C-8479-0936F6D05500}"/>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069" name="Google Shape;1069;p17">
            <a:extLst xmlns:a="http://schemas.openxmlformats.org/drawingml/2006/main">
              <a:ext uri="{FF2B5EF4-FFF2-40B4-BE49-F238E27FC236}">
                <a16:creationId xmlns:a16="http://schemas.microsoft.com/office/drawing/2014/main" id="{DF754F4B-666D-44E3-B599-AACB262B6DE2}"/>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70" name="Google Shape;1070;p17">
            <a:extLst xmlns:a="http://schemas.openxmlformats.org/drawingml/2006/main">
              <a:ext uri="{FF2B5EF4-FFF2-40B4-BE49-F238E27FC236}">
                <a16:creationId xmlns:a16="http://schemas.microsoft.com/office/drawing/2014/main" id="{15F98414-401F-461B-BE6C-5F04C8158F17}"/>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15 / 61</a:t>
            </a:r>
            <a:endParaRPr sz="900" b="0" i="0" u="none" cap="none">
              <a:solidFill>
                <a:schemeClr val="dk1"/>
              </a:solidFill>
              <a:latin typeface="Arial"/>
              <a:ea typeface="Arial"/>
              <a:cs typeface="Arial"/>
            </a:endParaRPr>
          </a:p>
        </p:txBody>
      </p:sp>
      <p:sp>
        <p:nvSpPr>
          <p:cNvPr id="1071" name="Google Shape;1071;p17">
            <a:extLst xmlns:a="http://schemas.openxmlformats.org/drawingml/2006/main">
              <a:ext uri="{FF2B5EF4-FFF2-40B4-BE49-F238E27FC236}">
                <a16:creationId xmlns:a16="http://schemas.microsoft.com/office/drawing/2014/main" id="{1A18DD34-248C-4CF9-8B09-6542FE4F87EE}"/>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072" name="Google Shape;1072;p17">
            <a:extLst xmlns:a="http://schemas.openxmlformats.org/drawingml/2006/main">
              <a:ext uri="{FF2B5EF4-FFF2-40B4-BE49-F238E27FC236}">
                <a16:creationId xmlns:a16="http://schemas.microsoft.com/office/drawing/2014/main" id="{2E1AEBA3-1155-4B8B-9C61-12609AD596C5}"/>
              </a:ext>
            </a:extLst>
          </p:cNvPr>
          <p:cNvSpPr>
            <a:spLocks xmlns:a="http://schemas.openxmlformats.org/drawingml/2006/main" noGrp="1"/>
          </p:cNvSpPr>
          <p:nvPr/>
        </p:nvSpPr>
        <p:spPr>
          <a:xfrm xmlns:a="http://schemas.openxmlformats.org/drawingml/2006/main">
            <a:off x="320040" y="1078992"/>
            <a:ext cx="8503920" cy="347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Not every rule affects your design — but the ones that do should shape strategy explicitly. For each critical rule, name the design or strategy response. Update this slide after every Q&amp;A release.</a:t>
            </a:r>
            <a:endParaRPr sz="1000" b="0" i="0" u="none" cap="none">
              <a:solidFill>
                <a:schemeClr val="dk1"/>
              </a:solidFill>
              <a:latin typeface="Arial"/>
              <a:ea typeface="Arial"/>
              <a:cs typeface="Arial"/>
            </a:endParaRPr>
          </a:p>
        </p:txBody>
      </p:sp>
      <p:sp>
        <p:nvSpPr>
          <p:cNvPr id="1073" name="Google Shape;1073;p17">
            <a:extLst xmlns:a="http://schemas.openxmlformats.org/drawingml/2006/main">
              <a:ext uri="{FF2B5EF4-FFF2-40B4-BE49-F238E27FC236}">
                <a16:creationId xmlns:a16="http://schemas.microsoft.com/office/drawing/2014/main" id="{7902B5F2-60B7-4B25-B99B-1B52A71248E6}"/>
              </a:ext>
            </a:extLst>
          </p:cNvPr>
          <p:cNvSpPr>
            <a:spLocks xmlns:a="http://schemas.openxmlformats.org/drawingml/2006/main" noGrp="1"/>
          </p:cNvSpPr>
          <p:nvPr/>
        </p:nvSpPr>
        <p:spPr>
          <a:xfrm xmlns:a="http://schemas.openxmlformats.org/drawingml/2006/main">
            <a:off x="320040" y="1536192"/>
            <a:ext cx="8503920" cy="256032"/>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074" name="Google Shape;1074;p17">
            <a:extLst xmlns:a="http://schemas.openxmlformats.org/drawingml/2006/main">
              <a:ext uri="{FF2B5EF4-FFF2-40B4-BE49-F238E27FC236}">
                <a16:creationId xmlns:a16="http://schemas.microsoft.com/office/drawing/2014/main" id="{0ECF2881-CD9B-434D-A6BF-85363568F0C4}"/>
              </a:ext>
            </a:extLst>
          </p:cNvPr>
          <p:cNvSpPr>
            <a:spLocks xmlns:a="http://schemas.openxmlformats.org/drawingml/2006/main" noGrp="1"/>
          </p:cNvSpPr>
          <p:nvPr/>
        </p:nvSpPr>
        <p:spPr>
          <a:xfrm xmlns:a="http://schemas.openxmlformats.org/drawingml/2006/main">
            <a:off x="374904" y="1536192"/>
            <a:ext cx="11338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Rule Citation</a:t>
            </a:r>
            <a:endParaRPr sz="850" b="0" i="0" u="none" cap="none">
              <a:solidFill>
                <a:schemeClr val="dk1"/>
              </a:solidFill>
              <a:latin typeface="Arial"/>
              <a:ea typeface="Arial"/>
              <a:cs typeface="Arial"/>
            </a:endParaRPr>
          </a:p>
        </p:txBody>
      </p:sp>
      <p:sp>
        <p:nvSpPr>
          <p:cNvPr id="1075" name="Google Shape;1075;p17">
            <a:extLst xmlns:a="http://schemas.openxmlformats.org/drawingml/2006/main">
              <a:ext uri="{FF2B5EF4-FFF2-40B4-BE49-F238E27FC236}">
                <a16:creationId xmlns:a16="http://schemas.microsoft.com/office/drawing/2014/main" id="{3C155ED2-50E4-4A2D-9A5A-241C8F028552}"/>
              </a:ext>
            </a:extLst>
          </p:cNvPr>
          <p:cNvSpPr>
            <a:spLocks xmlns:a="http://schemas.openxmlformats.org/drawingml/2006/main" noGrp="1"/>
          </p:cNvSpPr>
          <p:nvPr/>
        </p:nvSpPr>
        <p:spPr>
          <a:xfrm xmlns:a="http://schemas.openxmlformats.org/drawingml/2006/main">
            <a:off x="1563624" y="1536192"/>
            <a:ext cx="250545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What the Rule Says</a:t>
            </a:r>
            <a:endParaRPr sz="850" b="0" i="0" u="none" cap="none">
              <a:solidFill>
                <a:schemeClr val="dk1"/>
              </a:solidFill>
              <a:latin typeface="Arial"/>
              <a:ea typeface="Arial"/>
              <a:cs typeface="Arial"/>
            </a:endParaRPr>
          </a:p>
        </p:txBody>
      </p:sp>
      <p:sp>
        <p:nvSpPr>
          <p:cNvPr id="1076" name="Google Shape;1076;p17">
            <a:extLst xmlns:a="http://schemas.openxmlformats.org/drawingml/2006/main">
              <a:ext uri="{FF2B5EF4-FFF2-40B4-BE49-F238E27FC236}">
                <a16:creationId xmlns:a16="http://schemas.microsoft.com/office/drawing/2014/main" id="{B7BF63D3-2CF4-447F-A19A-939BD9EECC82}"/>
              </a:ext>
            </a:extLst>
          </p:cNvPr>
          <p:cNvSpPr>
            <a:spLocks xmlns:a="http://schemas.openxmlformats.org/drawingml/2006/main" noGrp="1"/>
          </p:cNvSpPr>
          <p:nvPr/>
        </p:nvSpPr>
        <p:spPr>
          <a:xfrm xmlns:a="http://schemas.openxmlformats.org/drawingml/2006/main">
            <a:off x="4123944" y="1536192"/>
            <a:ext cx="232257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How It Affects Our Design</a:t>
            </a:r>
            <a:endParaRPr sz="850" b="0" i="0" u="none" cap="none">
              <a:solidFill>
                <a:schemeClr val="dk1"/>
              </a:solidFill>
              <a:latin typeface="Arial"/>
              <a:ea typeface="Arial"/>
              <a:cs typeface="Arial"/>
            </a:endParaRPr>
          </a:p>
        </p:txBody>
      </p:sp>
      <p:sp>
        <p:nvSpPr>
          <p:cNvPr id="1077" name="Google Shape;1077;p17">
            <a:extLst xmlns:a="http://schemas.openxmlformats.org/drawingml/2006/main">
              <a:ext uri="{FF2B5EF4-FFF2-40B4-BE49-F238E27FC236}">
                <a16:creationId xmlns:a16="http://schemas.microsoft.com/office/drawing/2014/main" id="{8740A484-7DE2-4CDB-85A5-4BEA34393015}"/>
              </a:ext>
            </a:extLst>
          </p:cNvPr>
          <p:cNvSpPr>
            <a:spLocks xmlns:a="http://schemas.openxmlformats.org/drawingml/2006/main" noGrp="1"/>
          </p:cNvSpPr>
          <p:nvPr/>
        </p:nvSpPr>
        <p:spPr>
          <a:xfrm xmlns:a="http://schemas.openxmlformats.org/drawingml/2006/main">
            <a:off x="6501384" y="1536192"/>
            <a:ext cx="2596896"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Our Response / Strategy</a:t>
            </a:r>
            <a:endParaRPr sz="850" b="0" i="0" u="none" cap="none">
              <a:solidFill>
                <a:schemeClr val="dk1"/>
              </a:solidFill>
              <a:latin typeface="Arial"/>
              <a:ea typeface="Arial"/>
              <a:cs typeface="Arial"/>
            </a:endParaRPr>
          </a:p>
        </p:txBody>
      </p:sp>
      <p:sp>
        <p:nvSpPr>
          <p:cNvPr id="1078" name="Google Shape;1078;p17">
            <a:extLst xmlns:a="http://schemas.openxmlformats.org/drawingml/2006/main">
              <a:ext uri="{FF2B5EF4-FFF2-40B4-BE49-F238E27FC236}">
                <a16:creationId xmlns:a16="http://schemas.microsoft.com/office/drawing/2014/main" id="{36622876-4149-464C-80D2-6A5CDA57542F}"/>
              </a:ext>
            </a:extLst>
          </p:cNvPr>
          <p:cNvSpPr>
            <a:spLocks xmlns:a="http://schemas.openxmlformats.org/drawingml/2006/main" noGrp="1"/>
          </p:cNvSpPr>
          <p:nvPr/>
        </p:nvSpPr>
        <p:spPr>
          <a:xfrm xmlns:a="http://schemas.openxmlformats.org/drawingml/2006/main">
            <a:off x="320040" y="1792224"/>
            <a:ext cx="8503920" cy="45262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214" name="Google Shape;1079;p17"/>
          <p:cNvCxnSpPr/>
          <p:nvPr/>
        </p:nvCxnSpPr>
        <p:spPr>
          <a:xfrm xmlns:a="http://schemas.openxmlformats.org/drawingml/2006/main">
            <a:off x="320040" y="224485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80" name="Google Shape;1080;p17">
            <a:extLst xmlns:a="http://schemas.openxmlformats.org/drawingml/2006/main">
              <a:ext uri="{FF2B5EF4-FFF2-40B4-BE49-F238E27FC236}">
                <a16:creationId xmlns:a16="http://schemas.microsoft.com/office/drawing/2014/main" id="{E73EA0E4-4053-4387-B47B-F020EF7240BE}"/>
              </a:ext>
            </a:extLst>
          </p:cNvPr>
          <p:cNvSpPr>
            <a:spLocks xmlns:a="http://schemas.openxmlformats.org/drawingml/2006/main" noGrp="1"/>
          </p:cNvSpPr>
          <p:nvPr/>
        </p:nvSpPr>
        <p:spPr>
          <a:xfrm xmlns:a="http://schemas.openxmlformats.org/drawingml/2006/main">
            <a:off x="374904" y="1792224"/>
            <a:ext cx="11338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[&lt;SG6&gt; — example]</a:t>
            </a:r>
            <a:endParaRPr sz="830" b="0" i="0" u="none" cap="none">
              <a:solidFill>
                <a:schemeClr val="dk1"/>
              </a:solidFill>
              <a:latin typeface="Arial"/>
              <a:ea typeface="Arial"/>
              <a:cs typeface="Arial"/>
            </a:endParaRPr>
          </a:p>
        </p:txBody>
      </p:sp>
      <p:sp>
        <p:nvSpPr>
          <p:cNvPr id="1081" name="Google Shape;1081;p17">
            <a:extLst xmlns:a="http://schemas.openxmlformats.org/drawingml/2006/main">
              <a:ext uri="{FF2B5EF4-FFF2-40B4-BE49-F238E27FC236}">
                <a16:creationId xmlns:a16="http://schemas.microsoft.com/office/drawing/2014/main" id="{007DACA5-5CA0-48C6-AFDB-95766C37B00B}"/>
              </a:ext>
            </a:extLst>
          </p:cNvPr>
          <p:cNvSpPr>
            <a:spLocks xmlns:a="http://schemas.openxmlformats.org/drawingml/2006/main" noGrp="1"/>
          </p:cNvSpPr>
          <p:nvPr/>
        </p:nvSpPr>
        <p:spPr>
          <a:xfrm xmlns:a="http://schemas.openxmlformats.org/drawingml/2006/main">
            <a:off x="1563624" y="1792224"/>
            <a:ext cx="25054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[Brief summary of the rule in your own words]</a:t>
            </a:r>
            <a:endParaRPr sz="830" b="0" i="0" u="none" cap="none">
              <a:solidFill>
                <a:schemeClr val="dk1"/>
              </a:solidFill>
              <a:latin typeface="Arial"/>
              <a:ea typeface="Arial"/>
              <a:cs typeface="Arial"/>
            </a:endParaRPr>
          </a:p>
        </p:txBody>
      </p:sp>
      <p:sp>
        <p:nvSpPr>
          <p:cNvPr id="1082" name="Google Shape;1082;p17">
            <a:extLst xmlns:a="http://schemas.openxmlformats.org/drawingml/2006/main">
              <a:ext uri="{FF2B5EF4-FFF2-40B4-BE49-F238E27FC236}">
                <a16:creationId xmlns:a16="http://schemas.microsoft.com/office/drawing/2014/main" id="{A41E0DA3-6DAF-476C-A1A9-5A245212B893}"/>
              </a:ext>
            </a:extLst>
          </p:cNvPr>
          <p:cNvSpPr>
            <a:spLocks xmlns:a="http://schemas.openxmlformats.org/drawingml/2006/main" noGrp="1"/>
          </p:cNvSpPr>
          <p:nvPr/>
        </p:nvSpPr>
        <p:spPr>
          <a:xfrm xmlns:a="http://schemas.openxmlformats.org/drawingml/2006/main">
            <a:off x="4123944" y="1792224"/>
            <a:ext cx="232257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[What this means for our robot design]</a:t>
            </a:r>
            <a:endParaRPr sz="830" b="0" i="0" u="none" cap="none">
              <a:solidFill>
                <a:schemeClr val="dk1"/>
              </a:solidFill>
              <a:latin typeface="Arial"/>
              <a:ea typeface="Arial"/>
              <a:cs typeface="Arial"/>
            </a:endParaRPr>
          </a:p>
        </p:txBody>
      </p:sp>
      <p:sp>
        <p:nvSpPr>
          <p:cNvPr id="1083" name="Google Shape;1083;p17">
            <a:extLst xmlns:a="http://schemas.openxmlformats.org/drawingml/2006/main">
              <a:ext uri="{FF2B5EF4-FFF2-40B4-BE49-F238E27FC236}">
                <a16:creationId xmlns:a16="http://schemas.microsoft.com/office/drawing/2014/main" id="{D1A0A49D-AFAA-4E09-A185-455456E9F8E1}"/>
              </a:ext>
            </a:extLst>
          </p:cNvPr>
          <p:cNvSpPr>
            <a:spLocks xmlns:a="http://schemas.openxmlformats.org/drawingml/2006/main" noGrp="1"/>
          </p:cNvSpPr>
          <p:nvPr/>
        </p:nvSpPr>
        <p:spPr>
          <a:xfrm xmlns:a="http://schemas.openxmlformats.org/drawingml/2006/main">
            <a:off x="6501384" y="1792224"/>
            <a:ext cx="259689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[Our specific response / constraint]</a:t>
            </a:r>
            <a:endParaRPr sz="830" b="0" i="0" u="none" cap="none">
              <a:solidFill>
                <a:schemeClr val="dk1"/>
              </a:solidFill>
              <a:latin typeface="Arial"/>
              <a:ea typeface="Arial"/>
              <a:cs typeface="Arial"/>
            </a:endParaRPr>
          </a:p>
        </p:txBody>
      </p:sp>
      <p:cxnSp>
        <p:nvCxnSpPr>
          <p:cNvPr id="1219" name="Google Shape;1084;p17"/>
          <p:cNvCxnSpPr/>
          <p:nvPr/>
        </p:nvCxnSpPr>
        <p:spPr>
          <a:xfrm xmlns:a="http://schemas.openxmlformats.org/drawingml/2006/main">
            <a:off x="320040" y="269748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85" name="Google Shape;1085;p17">
            <a:extLst xmlns:a="http://schemas.openxmlformats.org/drawingml/2006/main">
              <a:ext uri="{FF2B5EF4-FFF2-40B4-BE49-F238E27FC236}">
                <a16:creationId xmlns:a16="http://schemas.microsoft.com/office/drawing/2014/main" id="{D07420B8-23F4-48DF-9FB5-431392BE4B0E}"/>
              </a:ext>
            </a:extLst>
          </p:cNvPr>
          <p:cNvSpPr>
            <a:spLocks xmlns:a="http://schemas.openxmlformats.org/drawingml/2006/main" noGrp="1"/>
          </p:cNvSpPr>
          <p:nvPr/>
        </p:nvSpPr>
        <p:spPr>
          <a:xfrm xmlns:a="http://schemas.openxmlformats.org/drawingml/2006/main">
            <a:off x="374904" y="2244852"/>
            <a:ext cx="11338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[&lt;R3&gt;]</a:t>
            </a:r>
            <a:endParaRPr sz="830" b="0" i="0" u="none" cap="none">
              <a:solidFill>
                <a:schemeClr val="dk1"/>
              </a:solidFill>
              <a:latin typeface="Arial"/>
              <a:ea typeface="Arial"/>
              <a:cs typeface="Arial"/>
            </a:endParaRPr>
          </a:p>
        </p:txBody>
      </p:sp>
      <p:sp>
        <p:nvSpPr>
          <p:cNvPr id="1086" name="Google Shape;1086;p17">
            <a:extLst xmlns:a="http://schemas.openxmlformats.org/drawingml/2006/main">
              <a:ext uri="{FF2B5EF4-FFF2-40B4-BE49-F238E27FC236}">
                <a16:creationId xmlns:a16="http://schemas.microsoft.com/office/drawing/2014/main" id="{72B7AE54-94E2-4BE8-8630-8ABCB77DE752}"/>
              </a:ext>
            </a:extLst>
          </p:cNvPr>
          <p:cNvSpPr>
            <a:spLocks xmlns:a="http://schemas.openxmlformats.org/drawingml/2006/main" noGrp="1"/>
          </p:cNvSpPr>
          <p:nvPr/>
        </p:nvSpPr>
        <p:spPr>
          <a:xfrm xmlns:a="http://schemas.openxmlformats.org/drawingml/2006/main">
            <a:off x="1563624" y="2244852"/>
            <a:ext cx="25054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[Rule text summarized]</a:t>
            </a:r>
            <a:endParaRPr sz="830" b="0" i="0" u="none" cap="none">
              <a:solidFill>
                <a:schemeClr val="dk1"/>
              </a:solidFill>
              <a:latin typeface="Arial"/>
              <a:ea typeface="Arial"/>
              <a:cs typeface="Arial"/>
            </a:endParaRPr>
          </a:p>
        </p:txBody>
      </p:sp>
      <p:sp>
        <p:nvSpPr>
          <p:cNvPr id="1087" name="Google Shape;1087;p17">
            <a:extLst xmlns:a="http://schemas.openxmlformats.org/drawingml/2006/main">
              <a:ext uri="{FF2B5EF4-FFF2-40B4-BE49-F238E27FC236}">
                <a16:creationId xmlns:a16="http://schemas.microsoft.com/office/drawing/2014/main" id="{01D16B26-EEE9-47A2-94DE-B97BFFF19B0B}"/>
              </a:ext>
            </a:extLst>
          </p:cNvPr>
          <p:cNvSpPr>
            <a:spLocks xmlns:a="http://schemas.openxmlformats.org/drawingml/2006/main" noGrp="1"/>
          </p:cNvSpPr>
          <p:nvPr/>
        </p:nvSpPr>
        <p:spPr>
          <a:xfrm xmlns:a="http://schemas.openxmlformats.org/drawingml/2006/main">
            <a:off x="4123944" y="2244852"/>
            <a:ext cx="232257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[Design constraint or opportunity it creates]</a:t>
            </a:r>
            <a:endParaRPr sz="830" b="0" i="0" u="none" cap="none">
              <a:solidFill>
                <a:schemeClr val="dk1"/>
              </a:solidFill>
              <a:latin typeface="Arial"/>
              <a:ea typeface="Arial"/>
              <a:cs typeface="Arial"/>
            </a:endParaRPr>
          </a:p>
        </p:txBody>
      </p:sp>
      <p:sp>
        <p:nvSpPr>
          <p:cNvPr id="1088" name="Google Shape;1088;p17">
            <a:extLst xmlns:a="http://schemas.openxmlformats.org/drawingml/2006/main">
              <a:ext uri="{FF2B5EF4-FFF2-40B4-BE49-F238E27FC236}">
                <a16:creationId xmlns:a16="http://schemas.microsoft.com/office/drawing/2014/main" id="{ECB8F682-D378-4082-B3A6-8B6CF3B7988D}"/>
              </a:ext>
            </a:extLst>
          </p:cNvPr>
          <p:cNvSpPr>
            <a:spLocks xmlns:a="http://schemas.openxmlformats.org/drawingml/2006/main" noGrp="1"/>
          </p:cNvSpPr>
          <p:nvPr/>
        </p:nvSpPr>
        <p:spPr>
          <a:xfrm xmlns:a="http://schemas.openxmlformats.org/drawingml/2006/main">
            <a:off x="6501384" y="2244852"/>
            <a:ext cx="259689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[Our chosen approach]</a:t>
            </a:r>
            <a:endParaRPr sz="830" b="0" i="0" u="none" cap="none">
              <a:solidFill>
                <a:schemeClr val="dk1"/>
              </a:solidFill>
              <a:latin typeface="Arial"/>
              <a:ea typeface="Arial"/>
              <a:cs typeface="Arial"/>
            </a:endParaRPr>
          </a:p>
        </p:txBody>
      </p:sp>
      <p:sp>
        <p:nvSpPr>
          <p:cNvPr id="1089" name="Google Shape;1089;p17">
            <a:extLst xmlns:a="http://schemas.openxmlformats.org/drawingml/2006/main">
              <a:ext uri="{FF2B5EF4-FFF2-40B4-BE49-F238E27FC236}">
                <a16:creationId xmlns:a16="http://schemas.microsoft.com/office/drawing/2014/main" id="{741BB907-B37C-453A-B34F-FB2A5C5A330B}"/>
              </a:ext>
            </a:extLst>
          </p:cNvPr>
          <p:cNvSpPr>
            <a:spLocks xmlns:a="http://schemas.openxmlformats.org/drawingml/2006/main" noGrp="1"/>
          </p:cNvSpPr>
          <p:nvPr/>
        </p:nvSpPr>
        <p:spPr>
          <a:xfrm xmlns:a="http://schemas.openxmlformats.org/drawingml/2006/main">
            <a:off x="320040" y="2697480"/>
            <a:ext cx="8503920" cy="45262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225" name="Google Shape;1090;p17"/>
          <p:cNvCxnSpPr/>
          <p:nvPr/>
        </p:nvCxnSpPr>
        <p:spPr>
          <a:xfrm xmlns:a="http://schemas.openxmlformats.org/drawingml/2006/main">
            <a:off x="320040" y="31501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91" name="Google Shape;1091;p17">
            <a:extLst xmlns:a="http://schemas.openxmlformats.org/drawingml/2006/main">
              <a:ext uri="{FF2B5EF4-FFF2-40B4-BE49-F238E27FC236}">
                <a16:creationId xmlns:a16="http://schemas.microsoft.com/office/drawing/2014/main" id="{23A6D51D-32A5-4202-8B33-D4104EB75786}"/>
              </a:ext>
            </a:extLst>
          </p:cNvPr>
          <p:cNvSpPr>
            <a:spLocks xmlns:a="http://schemas.openxmlformats.org/drawingml/2006/main" noGrp="1"/>
          </p:cNvSpPr>
          <p:nvPr/>
        </p:nvSpPr>
        <p:spPr>
          <a:xfrm xmlns:a="http://schemas.openxmlformats.org/drawingml/2006/main">
            <a:off x="374904" y="2697480"/>
            <a:ext cx="11338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[&lt;SC#&gt; or &lt;GG#&gt;]</a:t>
            </a:r>
            <a:endParaRPr sz="830" b="0" i="0" u="none" cap="none">
              <a:solidFill>
                <a:schemeClr val="dk1"/>
              </a:solidFill>
              <a:latin typeface="Arial"/>
              <a:ea typeface="Arial"/>
              <a:cs typeface="Arial"/>
            </a:endParaRPr>
          </a:p>
        </p:txBody>
      </p:sp>
      <p:sp>
        <p:nvSpPr>
          <p:cNvPr id="1092" name="Google Shape;1092;p17">
            <a:extLst xmlns:a="http://schemas.openxmlformats.org/drawingml/2006/main">
              <a:ext uri="{FF2B5EF4-FFF2-40B4-BE49-F238E27FC236}">
                <a16:creationId xmlns:a16="http://schemas.microsoft.com/office/drawing/2014/main" id="{7E964981-F8B0-4E4D-8D4B-EE1E5744C8C1}"/>
              </a:ext>
            </a:extLst>
          </p:cNvPr>
          <p:cNvSpPr>
            <a:spLocks xmlns:a="http://schemas.openxmlformats.org/drawingml/2006/main" noGrp="1"/>
          </p:cNvSpPr>
          <p:nvPr/>
        </p:nvSpPr>
        <p:spPr>
          <a:xfrm xmlns:a="http://schemas.openxmlformats.org/drawingml/2006/main">
            <a:off x="1563624" y="2697480"/>
            <a:ext cx="25054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[Rule text]</a:t>
            </a:r>
            <a:endParaRPr sz="830" b="0" i="0" u="none" cap="none">
              <a:solidFill>
                <a:schemeClr val="dk1"/>
              </a:solidFill>
              <a:latin typeface="Arial"/>
              <a:ea typeface="Arial"/>
              <a:cs typeface="Arial"/>
            </a:endParaRPr>
          </a:p>
        </p:txBody>
      </p:sp>
      <p:sp>
        <p:nvSpPr>
          <p:cNvPr id="1093" name="Google Shape;1093;p17">
            <a:extLst xmlns:a="http://schemas.openxmlformats.org/drawingml/2006/main">
              <a:ext uri="{FF2B5EF4-FFF2-40B4-BE49-F238E27FC236}">
                <a16:creationId xmlns:a16="http://schemas.microsoft.com/office/drawing/2014/main" id="{9A023701-ECC2-46EF-B522-1B4A6A77FC8C}"/>
              </a:ext>
            </a:extLst>
          </p:cNvPr>
          <p:cNvSpPr>
            <a:spLocks xmlns:a="http://schemas.openxmlformats.org/drawingml/2006/main" noGrp="1"/>
          </p:cNvSpPr>
          <p:nvPr/>
        </p:nvSpPr>
        <p:spPr>
          <a:xfrm xmlns:a="http://schemas.openxmlformats.org/drawingml/2006/main">
            <a:off x="4123944" y="2697480"/>
            <a:ext cx="232257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[Design impact]</a:t>
            </a:r>
            <a:endParaRPr sz="830" b="0" i="0" u="none" cap="none">
              <a:solidFill>
                <a:schemeClr val="dk1"/>
              </a:solidFill>
              <a:latin typeface="Arial"/>
              <a:ea typeface="Arial"/>
              <a:cs typeface="Arial"/>
            </a:endParaRPr>
          </a:p>
        </p:txBody>
      </p:sp>
      <p:sp>
        <p:nvSpPr>
          <p:cNvPr id="1094" name="Google Shape;1094;p17">
            <a:extLst xmlns:a="http://schemas.openxmlformats.org/drawingml/2006/main">
              <a:ext uri="{FF2B5EF4-FFF2-40B4-BE49-F238E27FC236}">
                <a16:creationId xmlns:a16="http://schemas.microsoft.com/office/drawing/2014/main" id="{41C36EE7-61C0-4528-94F2-2B44FA2A55D9}"/>
              </a:ext>
            </a:extLst>
          </p:cNvPr>
          <p:cNvSpPr>
            <a:spLocks xmlns:a="http://schemas.openxmlformats.org/drawingml/2006/main" noGrp="1"/>
          </p:cNvSpPr>
          <p:nvPr/>
        </p:nvSpPr>
        <p:spPr>
          <a:xfrm xmlns:a="http://schemas.openxmlformats.org/drawingml/2006/main">
            <a:off x="6501384" y="2697480"/>
            <a:ext cx="259689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[Response / strategy]</a:t>
            </a:r>
            <a:endParaRPr sz="830" b="0" i="0" u="none" cap="none">
              <a:solidFill>
                <a:schemeClr val="dk1"/>
              </a:solidFill>
              <a:latin typeface="Arial"/>
              <a:ea typeface="Arial"/>
              <a:cs typeface="Arial"/>
            </a:endParaRPr>
          </a:p>
        </p:txBody>
      </p:sp>
      <p:cxnSp>
        <p:nvCxnSpPr>
          <p:cNvPr id="1230" name="Google Shape;1095;p17"/>
          <p:cNvCxnSpPr/>
          <p:nvPr/>
        </p:nvCxnSpPr>
        <p:spPr>
          <a:xfrm xmlns:a="http://schemas.openxmlformats.org/drawingml/2006/main">
            <a:off x="320040" y="360273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096" name="Google Shape;1096;p17">
            <a:extLst xmlns:a="http://schemas.openxmlformats.org/drawingml/2006/main">
              <a:ext uri="{FF2B5EF4-FFF2-40B4-BE49-F238E27FC236}">
                <a16:creationId xmlns:a16="http://schemas.microsoft.com/office/drawing/2014/main" id="{F5C4C83D-13FD-4B79-9EA5-CE23A367DC50}"/>
              </a:ext>
            </a:extLst>
          </p:cNvPr>
          <p:cNvSpPr>
            <a:spLocks xmlns:a="http://schemas.openxmlformats.org/drawingml/2006/main" noGrp="1"/>
          </p:cNvSpPr>
          <p:nvPr/>
        </p:nvSpPr>
        <p:spPr>
          <a:xfrm xmlns:a="http://schemas.openxmlformats.org/drawingml/2006/main">
            <a:off x="374904" y="3150108"/>
            <a:ext cx="11338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[SG#]</a:t>
            </a:r>
            <a:endParaRPr sz="830" b="0" i="0" u="none" cap="none">
              <a:solidFill>
                <a:schemeClr val="dk1"/>
              </a:solidFill>
              <a:latin typeface="Arial"/>
              <a:ea typeface="Arial"/>
              <a:cs typeface="Arial"/>
            </a:endParaRPr>
          </a:p>
        </p:txBody>
      </p:sp>
      <p:sp>
        <p:nvSpPr>
          <p:cNvPr id="1097" name="Google Shape;1097;p17">
            <a:extLst xmlns:a="http://schemas.openxmlformats.org/drawingml/2006/main">
              <a:ext uri="{FF2B5EF4-FFF2-40B4-BE49-F238E27FC236}">
                <a16:creationId xmlns:a16="http://schemas.microsoft.com/office/drawing/2014/main" id="{BF2D54BC-1D50-4CAB-8A4D-80F265AA1603}"/>
              </a:ext>
            </a:extLst>
          </p:cNvPr>
          <p:cNvSpPr>
            <a:spLocks xmlns:a="http://schemas.openxmlformats.org/drawingml/2006/main" noGrp="1"/>
          </p:cNvSpPr>
          <p:nvPr/>
        </p:nvSpPr>
        <p:spPr>
          <a:xfrm xmlns:a="http://schemas.openxmlformats.org/drawingml/2006/main">
            <a:off x="1563624" y="3150108"/>
            <a:ext cx="25054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[Rule text]</a:t>
            </a:r>
            <a:endParaRPr sz="830" b="0" i="0" u="none" cap="none">
              <a:solidFill>
                <a:schemeClr val="dk1"/>
              </a:solidFill>
              <a:latin typeface="Arial"/>
              <a:ea typeface="Arial"/>
              <a:cs typeface="Arial"/>
            </a:endParaRPr>
          </a:p>
        </p:txBody>
      </p:sp>
      <p:sp>
        <p:nvSpPr>
          <p:cNvPr id="1098" name="Google Shape;1098;p17">
            <a:extLst xmlns:a="http://schemas.openxmlformats.org/drawingml/2006/main">
              <a:ext uri="{FF2B5EF4-FFF2-40B4-BE49-F238E27FC236}">
                <a16:creationId xmlns:a16="http://schemas.microsoft.com/office/drawing/2014/main" id="{6EF63730-1985-4D8E-A3D9-58C3CBCA4537}"/>
              </a:ext>
            </a:extLst>
          </p:cNvPr>
          <p:cNvSpPr>
            <a:spLocks xmlns:a="http://schemas.openxmlformats.org/drawingml/2006/main" noGrp="1"/>
          </p:cNvSpPr>
          <p:nvPr/>
        </p:nvSpPr>
        <p:spPr>
          <a:xfrm xmlns:a="http://schemas.openxmlformats.org/drawingml/2006/main">
            <a:off x="4123944" y="3150108"/>
            <a:ext cx="232257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[Design impact]</a:t>
            </a:r>
            <a:endParaRPr sz="830" b="0" i="0" u="none" cap="none">
              <a:solidFill>
                <a:schemeClr val="dk1"/>
              </a:solidFill>
              <a:latin typeface="Arial"/>
              <a:ea typeface="Arial"/>
              <a:cs typeface="Arial"/>
            </a:endParaRPr>
          </a:p>
        </p:txBody>
      </p:sp>
      <p:sp>
        <p:nvSpPr>
          <p:cNvPr id="1099" name="Google Shape;1099;p17">
            <a:extLst xmlns:a="http://schemas.openxmlformats.org/drawingml/2006/main">
              <a:ext uri="{FF2B5EF4-FFF2-40B4-BE49-F238E27FC236}">
                <a16:creationId xmlns:a16="http://schemas.microsoft.com/office/drawing/2014/main" id="{A464ADE4-E790-4513-86E1-BEFC799EDE7B}"/>
              </a:ext>
            </a:extLst>
          </p:cNvPr>
          <p:cNvSpPr>
            <a:spLocks xmlns:a="http://schemas.openxmlformats.org/drawingml/2006/main" noGrp="1"/>
          </p:cNvSpPr>
          <p:nvPr/>
        </p:nvSpPr>
        <p:spPr>
          <a:xfrm xmlns:a="http://schemas.openxmlformats.org/drawingml/2006/main">
            <a:off x="6501384" y="3150108"/>
            <a:ext cx="259689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[Response / strategy]</a:t>
            </a:r>
            <a:endParaRPr sz="830" b="0" i="0" u="none" cap="none">
              <a:solidFill>
                <a:schemeClr val="dk1"/>
              </a:solidFill>
              <a:latin typeface="Arial"/>
              <a:ea typeface="Arial"/>
              <a:cs typeface="Arial"/>
            </a:endParaRPr>
          </a:p>
        </p:txBody>
      </p:sp>
      <p:sp>
        <p:nvSpPr>
          <p:cNvPr id="1100" name="Google Shape;1100;p17">
            <a:extLst xmlns:a="http://schemas.openxmlformats.org/drawingml/2006/main">
              <a:ext uri="{FF2B5EF4-FFF2-40B4-BE49-F238E27FC236}">
                <a16:creationId xmlns:a16="http://schemas.microsoft.com/office/drawing/2014/main" id="{46CF66F5-776E-4A18-B024-78193D23C97A}"/>
              </a:ext>
            </a:extLst>
          </p:cNvPr>
          <p:cNvSpPr>
            <a:spLocks xmlns:a="http://schemas.openxmlformats.org/drawingml/2006/main" noGrp="1"/>
          </p:cNvSpPr>
          <p:nvPr/>
        </p:nvSpPr>
        <p:spPr>
          <a:xfrm xmlns:a="http://schemas.openxmlformats.org/drawingml/2006/main">
            <a:off x="320040" y="3602736"/>
            <a:ext cx="8503920" cy="45262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236" name="Google Shape;1101;p17"/>
          <p:cNvCxnSpPr/>
          <p:nvPr/>
        </p:nvCxnSpPr>
        <p:spPr>
          <a:xfrm xmlns:a="http://schemas.openxmlformats.org/drawingml/2006/main">
            <a:off x="320040" y="40553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02" name="Google Shape;1102;p17">
            <a:extLst xmlns:a="http://schemas.openxmlformats.org/drawingml/2006/main">
              <a:ext uri="{FF2B5EF4-FFF2-40B4-BE49-F238E27FC236}">
                <a16:creationId xmlns:a16="http://schemas.microsoft.com/office/drawing/2014/main" id="{A78D2AB7-EBF6-4898-92DC-675A51DF69CB}"/>
              </a:ext>
            </a:extLst>
          </p:cNvPr>
          <p:cNvSpPr>
            <a:spLocks xmlns:a="http://schemas.openxmlformats.org/drawingml/2006/main" noGrp="1"/>
          </p:cNvSpPr>
          <p:nvPr/>
        </p:nvSpPr>
        <p:spPr>
          <a:xfrm xmlns:a="http://schemas.openxmlformats.org/drawingml/2006/main">
            <a:off x="374904" y="3602736"/>
            <a:ext cx="11338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[G#]</a:t>
            </a:r>
            <a:endParaRPr sz="830" b="0" i="0" u="none" cap="none">
              <a:solidFill>
                <a:schemeClr val="dk1"/>
              </a:solidFill>
              <a:latin typeface="Arial"/>
              <a:ea typeface="Arial"/>
              <a:cs typeface="Arial"/>
            </a:endParaRPr>
          </a:p>
        </p:txBody>
      </p:sp>
      <p:sp>
        <p:nvSpPr>
          <p:cNvPr id="1103" name="Google Shape;1103;p17">
            <a:extLst xmlns:a="http://schemas.openxmlformats.org/drawingml/2006/main">
              <a:ext uri="{FF2B5EF4-FFF2-40B4-BE49-F238E27FC236}">
                <a16:creationId xmlns:a16="http://schemas.microsoft.com/office/drawing/2014/main" id="{FA874A25-40EA-45D5-9806-9CF229388D82}"/>
              </a:ext>
            </a:extLst>
          </p:cNvPr>
          <p:cNvSpPr>
            <a:spLocks xmlns:a="http://schemas.openxmlformats.org/drawingml/2006/main" noGrp="1"/>
          </p:cNvSpPr>
          <p:nvPr/>
        </p:nvSpPr>
        <p:spPr>
          <a:xfrm xmlns:a="http://schemas.openxmlformats.org/drawingml/2006/main">
            <a:off x="1563624" y="3602736"/>
            <a:ext cx="25054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[Rule text]</a:t>
            </a:r>
            <a:endParaRPr sz="830" b="0" i="0" u="none" cap="none">
              <a:solidFill>
                <a:schemeClr val="dk1"/>
              </a:solidFill>
              <a:latin typeface="Arial"/>
              <a:ea typeface="Arial"/>
              <a:cs typeface="Arial"/>
            </a:endParaRPr>
          </a:p>
        </p:txBody>
      </p:sp>
      <p:sp>
        <p:nvSpPr>
          <p:cNvPr id="1104" name="Google Shape;1104;p17">
            <a:extLst xmlns:a="http://schemas.openxmlformats.org/drawingml/2006/main">
              <a:ext uri="{FF2B5EF4-FFF2-40B4-BE49-F238E27FC236}">
                <a16:creationId xmlns:a16="http://schemas.microsoft.com/office/drawing/2014/main" id="{D1382E4F-7E15-4CE8-B14E-FFEAFBFFF2F6}"/>
              </a:ext>
            </a:extLst>
          </p:cNvPr>
          <p:cNvSpPr>
            <a:spLocks xmlns:a="http://schemas.openxmlformats.org/drawingml/2006/main" noGrp="1"/>
          </p:cNvSpPr>
          <p:nvPr/>
        </p:nvSpPr>
        <p:spPr>
          <a:xfrm xmlns:a="http://schemas.openxmlformats.org/drawingml/2006/main">
            <a:off x="4123944" y="3602736"/>
            <a:ext cx="232257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[Design impact]</a:t>
            </a:r>
            <a:endParaRPr sz="830" b="0" i="0" u="none" cap="none">
              <a:solidFill>
                <a:schemeClr val="dk1"/>
              </a:solidFill>
              <a:latin typeface="Arial"/>
              <a:ea typeface="Arial"/>
              <a:cs typeface="Arial"/>
            </a:endParaRPr>
          </a:p>
        </p:txBody>
      </p:sp>
      <p:sp>
        <p:nvSpPr>
          <p:cNvPr id="1105" name="Google Shape;1105;p17">
            <a:extLst xmlns:a="http://schemas.openxmlformats.org/drawingml/2006/main">
              <a:ext uri="{FF2B5EF4-FFF2-40B4-BE49-F238E27FC236}">
                <a16:creationId xmlns:a16="http://schemas.microsoft.com/office/drawing/2014/main" id="{6AD57179-F10F-48B0-B7BA-522FFB7E4FA0}"/>
              </a:ext>
            </a:extLst>
          </p:cNvPr>
          <p:cNvSpPr>
            <a:spLocks xmlns:a="http://schemas.openxmlformats.org/drawingml/2006/main" noGrp="1"/>
          </p:cNvSpPr>
          <p:nvPr/>
        </p:nvSpPr>
        <p:spPr>
          <a:xfrm xmlns:a="http://schemas.openxmlformats.org/drawingml/2006/main">
            <a:off x="6501384" y="3602736"/>
            <a:ext cx="259689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[Response / strategy]</a:t>
            </a:r>
            <a:endParaRPr sz="830" b="0" i="0" u="none" cap="none">
              <a:solidFill>
                <a:schemeClr val="dk1"/>
              </a:solidFill>
              <a:latin typeface="Arial"/>
              <a:ea typeface="Arial"/>
              <a:cs typeface="Arial"/>
            </a:endParaRPr>
          </a:p>
        </p:txBody>
      </p:sp>
      <p:cxnSp>
        <p:nvCxnSpPr>
          <p:cNvPr id="1241" name="Google Shape;1106;p17"/>
          <p:cNvCxnSpPr/>
          <p:nvPr/>
        </p:nvCxnSpPr>
        <p:spPr>
          <a:xfrm xmlns:a="http://schemas.openxmlformats.org/drawingml/2006/main">
            <a:off x="320040" y="45079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07" name="Google Shape;1107;p17">
            <a:extLst xmlns:a="http://schemas.openxmlformats.org/drawingml/2006/main">
              <a:ext uri="{FF2B5EF4-FFF2-40B4-BE49-F238E27FC236}">
                <a16:creationId xmlns:a16="http://schemas.microsoft.com/office/drawing/2014/main" id="{FE6B5969-A32B-4C35-A1CC-CAB9B70DD2C9}"/>
              </a:ext>
            </a:extLst>
          </p:cNvPr>
          <p:cNvSpPr>
            <a:spLocks xmlns:a="http://schemas.openxmlformats.org/drawingml/2006/main" noGrp="1"/>
          </p:cNvSpPr>
          <p:nvPr/>
        </p:nvSpPr>
        <p:spPr>
          <a:xfrm xmlns:a="http://schemas.openxmlformats.org/drawingml/2006/main">
            <a:off x="374904" y="4055364"/>
            <a:ext cx="11338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a:t>
            </a:r>
            <a:endParaRPr sz="830" b="0" i="0" u="none" cap="none">
              <a:solidFill>
                <a:schemeClr val="dk1"/>
              </a:solidFill>
              <a:latin typeface="Arial"/>
              <a:ea typeface="Arial"/>
              <a:cs typeface="Arial"/>
            </a:endParaRPr>
          </a:p>
        </p:txBody>
      </p:sp>
      <p:sp>
        <p:nvSpPr>
          <p:cNvPr id="1108" name="Google Shape;1108;p17">
            <a:extLst xmlns:a="http://schemas.openxmlformats.org/drawingml/2006/main">
              <a:ext uri="{FF2B5EF4-FFF2-40B4-BE49-F238E27FC236}">
                <a16:creationId xmlns:a16="http://schemas.microsoft.com/office/drawing/2014/main" id="{A7730A9C-8E3D-4709-984E-073507BFE379}"/>
              </a:ext>
            </a:extLst>
          </p:cNvPr>
          <p:cNvSpPr>
            <a:spLocks xmlns:a="http://schemas.openxmlformats.org/drawingml/2006/main" noGrp="1"/>
          </p:cNvSpPr>
          <p:nvPr/>
        </p:nvSpPr>
        <p:spPr>
          <a:xfrm xmlns:a="http://schemas.openxmlformats.org/drawingml/2006/main">
            <a:off x="1563624" y="4055364"/>
            <a:ext cx="250545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[Rule text]</a:t>
            </a:r>
            <a:endParaRPr sz="830" b="0" i="0" u="none" cap="none">
              <a:solidFill>
                <a:schemeClr val="dk1"/>
              </a:solidFill>
              <a:latin typeface="Arial"/>
              <a:ea typeface="Arial"/>
              <a:cs typeface="Arial"/>
            </a:endParaRPr>
          </a:p>
        </p:txBody>
      </p:sp>
      <p:sp>
        <p:nvSpPr>
          <p:cNvPr id="1109" name="Google Shape;1109;p17">
            <a:extLst xmlns:a="http://schemas.openxmlformats.org/drawingml/2006/main">
              <a:ext uri="{FF2B5EF4-FFF2-40B4-BE49-F238E27FC236}">
                <a16:creationId xmlns:a16="http://schemas.microsoft.com/office/drawing/2014/main" id="{31FD680D-C3BC-4AB9-9F1E-79CBDE0A1313}"/>
              </a:ext>
            </a:extLst>
          </p:cNvPr>
          <p:cNvSpPr>
            <a:spLocks xmlns:a="http://schemas.openxmlformats.org/drawingml/2006/main" noGrp="1"/>
          </p:cNvSpPr>
          <p:nvPr/>
        </p:nvSpPr>
        <p:spPr>
          <a:xfrm xmlns:a="http://schemas.openxmlformats.org/drawingml/2006/main">
            <a:off x="4123944" y="4055364"/>
            <a:ext cx="232257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[Design impact]</a:t>
            </a:r>
            <a:endParaRPr sz="830" b="0" i="0" u="none" cap="none">
              <a:solidFill>
                <a:schemeClr val="dk1"/>
              </a:solidFill>
              <a:latin typeface="Arial"/>
              <a:ea typeface="Arial"/>
              <a:cs typeface="Arial"/>
            </a:endParaRPr>
          </a:p>
        </p:txBody>
      </p:sp>
      <p:sp>
        <p:nvSpPr>
          <p:cNvPr id="1110" name="Google Shape;1110;p17">
            <a:extLst xmlns:a="http://schemas.openxmlformats.org/drawingml/2006/main">
              <a:ext uri="{FF2B5EF4-FFF2-40B4-BE49-F238E27FC236}">
                <a16:creationId xmlns:a16="http://schemas.microsoft.com/office/drawing/2014/main" id="{0BDA21EE-BB00-4272-AE85-FC12C6B51031}"/>
              </a:ext>
            </a:extLst>
          </p:cNvPr>
          <p:cNvSpPr>
            <a:spLocks xmlns:a="http://schemas.openxmlformats.org/drawingml/2006/main" noGrp="1"/>
          </p:cNvSpPr>
          <p:nvPr/>
        </p:nvSpPr>
        <p:spPr>
          <a:xfrm xmlns:a="http://schemas.openxmlformats.org/drawingml/2006/main">
            <a:off x="6501384" y="4055364"/>
            <a:ext cx="2596896" cy="4526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[Response / strategy]</a:t>
            </a:r>
            <a:endParaRPr sz="830" b="0" i="0" u="none" cap="none">
              <a:solidFill>
                <a:schemeClr val="dk1"/>
              </a:solidFill>
              <a:latin typeface="Arial"/>
              <a:ea typeface="Arial"/>
              <a:cs typeface="Arial"/>
            </a:endParaRPr>
          </a:p>
        </p:txBody>
      </p:sp>
      <p:sp>
        <p:nvSpPr>
          <p:cNvPr id="1111" name="Google Shape;1111;p17">
            <a:extLst xmlns:a="http://schemas.openxmlformats.org/drawingml/2006/main">
              <a:ext uri="{FF2B5EF4-FFF2-40B4-BE49-F238E27FC236}">
                <a16:creationId xmlns:a16="http://schemas.microsoft.com/office/drawing/2014/main" id="{58284850-D4E2-461A-907F-31D4E8BA52B5}"/>
              </a:ext>
            </a:extLst>
          </p:cNvPr>
          <p:cNvSpPr>
            <a:spLocks xmlns:a="http://schemas.openxmlformats.org/drawingml/2006/main" noGrp="1"/>
          </p:cNvSpPr>
          <p:nvPr/>
        </p:nvSpPr>
        <p:spPr>
          <a:xfrm xmlns:a="http://schemas.openxmlformats.org/drawingml/2006/main">
            <a:off x="320040" y="1536192"/>
            <a:ext cx="8503920" cy="29718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12" name="Google Shape;1112;p17">
            <a:extLst xmlns:a="http://schemas.openxmlformats.org/drawingml/2006/main">
              <a:ext uri="{FF2B5EF4-FFF2-40B4-BE49-F238E27FC236}">
                <a16:creationId xmlns:a16="http://schemas.microsoft.com/office/drawing/2014/main" id="{47F913AF-EB17-441B-BAF8-404CC11A2ADB}"/>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d786fb6f3a374d6f"/>
              </a:rPr>
              <a:t>game-manual</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54dd1c0057db41eb"/>
              </a:rPr>
              <a:t>game-analysis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42070424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118" name="Google Shape;1118;p18">
            <a:extLst xmlns:a="http://schemas.openxmlformats.org/drawingml/2006/main">
              <a:ext uri="{FF2B5EF4-FFF2-40B4-BE49-F238E27FC236}">
                <a16:creationId xmlns:a16="http://schemas.microsoft.com/office/drawing/2014/main" id="{191F7C44-0871-4367-BED2-41A0FFC7C33B}"/>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19" name="Google Shape;1119;p18">
            <a:extLst xmlns:a="http://schemas.openxmlformats.org/drawingml/2006/main">
              <a:ext uri="{FF2B5EF4-FFF2-40B4-BE49-F238E27FC236}">
                <a16:creationId xmlns:a16="http://schemas.microsoft.com/office/drawing/2014/main" id="{8D21B2D5-384D-45CC-8C38-6F4FF57C0C60}"/>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1120" name="Google Shape;1120;p18">
            <a:extLst xmlns:a="http://schemas.openxmlformats.org/drawingml/2006/main">
              <a:ext uri="{FF2B5EF4-FFF2-40B4-BE49-F238E27FC236}">
                <a16:creationId xmlns:a16="http://schemas.microsoft.com/office/drawing/2014/main" id="{54E25E3E-4EB6-44F3-97A5-D440EED493C2}"/>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121" name="Google Shape;1121;p18">
            <a:extLst xmlns:a="http://schemas.openxmlformats.org/drawingml/2006/main">
              <a:ext uri="{FF2B5EF4-FFF2-40B4-BE49-F238E27FC236}">
                <a16:creationId xmlns:a16="http://schemas.microsoft.com/office/drawing/2014/main" id="{8EF1359A-6812-43F1-8078-580A923C1BAD}"/>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Scoring Analysis</a:t>
            </a:r>
            <a:endParaRPr sz="2200" b="0" i="0" u="none" cap="none">
              <a:solidFill>
                <a:schemeClr val="dk1"/>
              </a:solidFill>
              <a:latin typeface="Arial"/>
              <a:ea typeface="Arial"/>
              <a:cs typeface="Arial"/>
            </a:endParaRPr>
          </a:p>
        </p:txBody>
      </p:sp>
      <p:sp>
        <p:nvSpPr>
          <p:cNvPr id="1122" name="Google Shape;1122;p18">
            <a:extLst xmlns:a="http://schemas.openxmlformats.org/drawingml/2006/main">
              <a:ext uri="{FF2B5EF4-FFF2-40B4-BE49-F238E27FC236}">
                <a16:creationId xmlns:a16="http://schemas.microsoft.com/office/drawing/2014/main" id="{8098337F-991F-4264-B68B-9DE3DB719069}"/>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123" name="Google Shape;1123;p18">
            <a:extLst xmlns:a="http://schemas.openxmlformats.org/drawingml/2006/main">
              <a:ext uri="{FF2B5EF4-FFF2-40B4-BE49-F238E27FC236}">
                <a16:creationId xmlns:a16="http://schemas.microsoft.com/office/drawing/2014/main" id="{6DEB324A-23A6-43C3-AA33-B4D3F0DCFC22}"/>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24" name="Google Shape;1124;p18">
            <a:extLst xmlns:a="http://schemas.openxmlformats.org/drawingml/2006/main">
              <a:ext uri="{FF2B5EF4-FFF2-40B4-BE49-F238E27FC236}">
                <a16:creationId xmlns:a16="http://schemas.microsoft.com/office/drawing/2014/main" id="{7B53B39D-9D57-4D24-A8C4-1323E2DF132E}"/>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16 / 61</a:t>
            </a:r>
            <a:endParaRPr sz="900" b="0" i="0" u="none" cap="none">
              <a:solidFill>
                <a:schemeClr val="dk1"/>
              </a:solidFill>
              <a:latin typeface="Arial"/>
              <a:ea typeface="Arial"/>
              <a:cs typeface="Arial"/>
            </a:endParaRPr>
          </a:p>
        </p:txBody>
      </p:sp>
      <p:sp>
        <p:nvSpPr>
          <p:cNvPr id="1125" name="Google Shape;1125;p18">
            <a:extLst xmlns:a="http://schemas.openxmlformats.org/drawingml/2006/main">
              <a:ext uri="{FF2B5EF4-FFF2-40B4-BE49-F238E27FC236}">
                <a16:creationId xmlns:a16="http://schemas.microsoft.com/office/drawing/2014/main" id="{1B1797D9-65DB-4BB5-9248-1C7C67CF2F75}"/>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126" name="Google Shape;1126;p18">
            <a:extLst xmlns:a="http://schemas.openxmlformats.org/drawingml/2006/main">
              <a:ext uri="{FF2B5EF4-FFF2-40B4-BE49-F238E27FC236}">
                <a16:creationId xmlns:a16="http://schemas.microsoft.com/office/drawing/2014/main" id="{E99146B3-3632-4228-9CC5-6A8A5712D689}"/>
              </a:ext>
            </a:extLst>
          </p:cNvPr>
          <p:cNvSpPr>
            <a:spLocks xmlns:a="http://schemas.openxmlformats.org/drawingml/2006/main" noGrp="1"/>
          </p:cNvSpPr>
          <p:nvPr/>
        </p:nvSpPr>
        <p:spPr>
          <a:xfrm xmlns:a="http://schemas.openxmlformats.org/drawingml/2006/main">
            <a:off x="320040" y="1078992"/>
            <a:ext cx="8503920" cy="219456"/>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27" name="Google Shape;1127;p18">
            <a:extLst xmlns:a="http://schemas.openxmlformats.org/drawingml/2006/main">
              <a:ext uri="{FF2B5EF4-FFF2-40B4-BE49-F238E27FC236}">
                <a16:creationId xmlns:a16="http://schemas.microsoft.com/office/drawing/2014/main" id="{898013F5-C685-4ABB-B3CA-F7C8630ABB8C}"/>
              </a:ext>
            </a:extLst>
          </p:cNvPr>
          <p:cNvSpPr>
            <a:spLocks xmlns:a="http://schemas.openxmlformats.org/drawingml/2006/main" noGrp="1"/>
          </p:cNvSpPr>
          <p:nvPr/>
        </p:nvSpPr>
        <p:spPr>
          <a:xfrm xmlns:a="http://schemas.openxmlformats.org/drawingml/2006/main">
            <a:off x="374904" y="1078992"/>
            <a:ext cx="195681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Game Element</a:t>
            </a:r>
            <a:endParaRPr sz="900" b="0" i="0" u="none" cap="none">
              <a:solidFill>
                <a:schemeClr val="dk1"/>
              </a:solidFill>
              <a:latin typeface="Arial"/>
              <a:ea typeface="Arial"/>
              <a:cs typeface="Arial"/>
            </a:endParaRPr>
          </a:p>
        </p:txBody>
      </p:sp>
      <p:sp>
        <p:nvSpPr>
          <p:cNvPr id="1128" name="Google Shape;1128;p18">
            <a:extLst xmlns:a="http://schemas.openxmlformats.org/drawingml/2006/main">
              <a:ext uri="{FF2B5EF4-FFF2-40B4-BE49-F238E27FC236}">
                <a16:creationId xmlns:a16="http://schemas.microsoft.com/office/drawing/2014/main" id="{F77CEC2A-2F94-4771-9F21-3FF8D684A8F9}"/>
              </a:ext>
            </a:extLst>
          </p:cNvPr>
          <p:cNvSpPr>
            <a:spLocks xmlns:a="http://schemas.openxmlformats.org/drawingml/2006/main" noGrp="1"/>
          </p:cNvSpPr>
          <p:nvPr/>
        </p:nvSpPr>
        <p:spPr>
          <a:xfrm xmlns:a="http://schemas.openxmlformats.org/drawingml/2006/main">
            <a:off x="2386584" y="1078992"/>
            <a:ext cx="7680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Points</a:t>
            </a:r>
            <a:endParaRPr sz="900" b="0" i="0" u="none" cap="none">
              <a:solidFill>
                <a:schemeClr val="dk1"/>
              </a:solidFill>
              <a:latin typeface="Arial"/>
              <a:ea typeface="Arial"/>
              <a:cs typeface="Arial"/>
            </a:endParaRPr>
          </a:p>
        </p:txBody>
      </p:sp>
      <p:sp>
        <p:nvSpPr>
          <p:cNvPr id="1129" name="Google Shape;1129;p18">
            <a:extLst xmlns:a="http://schemas.openxmlformats.org/drawingml/2006/main">
              <a:ext uri="{FF2B5EF4-FFF2-40B4-BE49-F238E27FC236}">
                <a16:creationId xmlns:a16="http://schemas.microsoft.com/office/drawing/2014/main" id="{BD32B16E-AF69-4465-830E-C3EA1FC396E5}"/>
              </a:ext>
            </a:extLst>
          </p:cNvPr>
          <p:cNvSpPr>
            <a:spLocks xmlns:a="http://schemas.openxmlformats.org/drawingml/2006/main" noGrp="1"/>
          </p:cNvSpPr>
          <p:nvPr/>
        </p:nvSpPr>
        <p:spPr>
          <a:xfrm xmlns:a="http://schemas.openxmlformats.org/drawingml/2006/main">
            <a:off x="3209544" y="1078992"/>
            <a:ext cx="45171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Scoring Condition</a:t>
            </a:r>
            <a:endParaRPr sz="900" b="0" i="0" u="none" cap="none">
              <a:solidFill>
                <a:schemeClr val="dk1"/>
              </a:solidFill>
              <a:latin typeface="Arial"/>
              <a:ea typeface="Arial"/>
              <a:cs typeface="Arial"/>
            </a:endParaRPr>
          </a:p>
        </p:txBody>
      </p:sp>
      <p:sp>
        <p:nvSpPr>
          <p:cNvPr id="1130" name="Google Shape;1130;p18">
            <a:extLst xmlns:a="http://schemas.openxmlformats.org/drawingml/2006/main">
              <a:ext uri="{FF2B5EF4-FFF2-40B4-BE49-F238E27FC236}">
                <a16:creationId xmlns:a16="http://schemas.microsoft.com/office/drawing/2014/main" id="{7EF80DA5-C826-43F5-9203-00E319853FB1}"/>
              </a:ext>
            </a:extLst>
          </p:cNvPr>
          <p:cNvSpPr>
            <a:spLocks xmlns:a="http://schemas.openxmlformats.org/drawingml/2006/main" noGrp="1"/>
          </p:cNvSpPr>
          <p:nvPr/>
        </p:nvSpPr>
        <p:spPr>
          <a:xfrm xmlns:a="http://schemas.openxmlformats.org/drawingml/2006/main">
            <a:off x="7781544" y="1078992"/>
            <a:ext cx="104241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Priority</a:t>
            </a:r>
            <a:endParaRPr sz="900" b="0" i="0" u="none" cap="none">
              <a:solidFill>
                <a:schemeClr val="dk1"/>
              </a:solidFill>
              <a:latin typeface="Arial"/>
              <a:ea typeface="Arial"/>
              <a:cs typeface="Arial"/>
            </a:endParaRPr>
          </a:p>
        </p:txBody>
      </p:sp>
      <p:sp>
        <p:nvSpPr>
          <p:cNvPr id="1131" name="Google Shape;1131;p18">
            <a:extLst xmlns:a="http://schemas.openxmlformats.org/drawingml/2006/main">
              <a:ext uri="{FF2B5EF4-FFF2-40B4-BE49-F238E27FC236}">
                <a16:creationId xmlns:a16="http://schemas.microsoft.com/office/drawing/2014/main" id="{C3BDE601-CE56-49E9-A38B-A74CE53E92BF}"/>
              </a:ext>
            </a:extLst>
          </p:cNvPr>
          <p:cNvSpPr>
            <a:spLocks xmlns:a="http://schemas.openxmlformats.org/drawingml/2006/main" noGrp="1"/>
          </p:cNvSpPr>
          <p:nvPr/>
        </p:nvSpPr>
        <p:spPr>
          <a:xfrm xmlns:a="http://schemas.openxmlformats.org/drawingml/2006/main">
            <a:off x="320040" y="1298448"/>
            <a:ext cx="8503920" cy="22128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259" name="Google Shape;1132;p18"/>
          <p:cNvCxnSpPr/>
          <p:nvPr/>
        </p:nvCxnSpPr>
        <p:spPr>
          <a:xfrm xmlns:a="http://schemas.openxmlformats.org/drawingml/2006/main">
            <a:off x="320040" y="151973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33" name="Google Shape;1133;p18">
            <a:extLst xmlns:a="http://schemas.openxmlformats.org/drawingml/2006/main">
              <a:ext uri="{FF2B5EF4-FFF2-40B4-BE49-F238E27FC236}">
                <a16:creationId xmlns:a16="http://schemas.microsoft.com/office/drawing/2014/main" id="{44049B15-6B7A-480C-9884-FB9871CCE468}"/>
              </a:ext>
            </a:extLst>
          </p:cNvPr>
          <p:cNvSpPr>
            <a:spLocks xmlns:a="http://schemas.openxmlformats.org/drawingml/2006/main" noGrp="1"/>
          </p:cNvSpPr>
          <p:nvPr/>
        </p:nvSpPr>
        <p:spPr>
          <a:xfrm xmlns:a="http://schemas.openxmlformats.org/drawingml/2006/main">
            <a:off x="374904" y="1298448"/>
            <a:ext cx="19568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Floor Goal</a:t>
            </a:r>
            <a:endParaRPr sz="850" b="0" i="0" u="none" cap="none">
              <a:solidFill>
                <a:schemeClr val="dk1"/>
              </a:solidFill>
              <a:latin typeface="Arial"/>
              <a:ea typeface="Arial"/>
              <a:cs typeface="Arial"/>
            </a:endParaRPr>
          </a:p>
        </p:txBody>
      </p:sp>
      <p:sp>
        <p:nvSpPr>
          <p:cNvPr id="1134" name="Google Shape;1134;p18">
            <a:extLst xmlns:a="http://schemas.openxmlformats.org/drawingml/2006/main">
              <a:ext uri="{FF2B5EF4-FFF2-40B4-BE49-F238E27FC236}">
                <a16:creationId xmlns:a16="http://schemas.microsoft.com/office/drawing/2014/main" id="{8B260BB0-49AC-4C76-9177-D30760A71A18}"/>
              </a:ext>
            </a:extLst>
          </p:cNvPr>
          <p:cNvSpPr>
            <a:spLocks xmlns:a="http://schemas.openxmlformats.org/drawingml/2006/main" noGrp="1"/>
          </p:cNvSpPr>
          <p:nvPr/>
        </p:nvSpPr>
        <p:spPr>
          <a:xfrm xmlns:a="http://schemas.openxmlformats.org/drawingml/2006/main">
            <a:off x="2386584" y="1298448"/>
            <a:ext cx="76809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a:t>
            </a:r>
            <a:endParaRPr sz="850" b="0" i="0" u="none" cap="none">
              <a:solidFill>
                <a:schemeClr val="dk1"/>
              </a:solidFill>
              <a:latin typeface="Arial"/>
              <a:ea typeface="Arial"/>
              <a:cs typeface="Arial"/>
            </a:endParaRPr>
          </a:p>
        </p:txBody>
      </p:sp>
      <p:sp>
        <p:nvSpPr>
          <p:cNvPr id="1135" name="Google Shape;1135;p18">
            <a:extLst xmlns:a="http://schemas.openxmlformats.org/drawingml/2006/main">
              <a:ext uri="{FF2B5EF4-FFF2-40B4-BE49-F238E27FC236}">
                <a16:creationId xmlns:a16="http://schemas.microsoft.com/office/drawing/2014/main" id="{15B9CCF6-5AE9-4F89-96A8-BB8AA55E5D05}"/>
              </a:ext>
            </a:extLst>
          </p:cNvPr>
          <p:cNvSpPr>
            <a:spLocks xmlns:a="http://schemas.openxmlformats.org/drawingml/2006/main" noGrp="1"/>
          </p:cNvSpPr>
          <p:nvPr/>
        </p:nvSpPr>
        <p:spPr>
          <a:xfrm xmlns:a="http://schemas.openxmlformats.org/drawingml/2006/main">
            <a:off x="3209544" y="1298448"/>
            <a:ext cx="451713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Entirely in Floor Goal; yellow or matching color (&lt;SC3&gt;)</a:t>
            </a:r>
            <a:endParaRPr sz="850" b="0" i="0" u="none" cap="none">
              <a:solidFill>
                <a:schemeClr val="dk1"/>
              </a:solidFill>
              <a:latin typeface="Arial"/>
              <a:ea typeface="Arial"/>
              <a:cs typeface="Arial"/>
            </a:endParaRPr>
          </a:p>
        </p:txBody>
      </p:sp>
      <p:sp>
        <p:nvSpPr>
          <p:cNvPr id="1136" name="Google Shape;1136;p18">
            <a:extLst xmlns:a="http://schemas.openxmlformats.org/drawingml/2006/main">
              <a:ext uri="{FF2B5EF4-FFF2-40B4-BE49-F238E27FC236}">
                <a16:creationId xmlns:a16="http://schemas.microsoft.com/office/drawing/2014/main" id="{FC5DF670-E4A0-4AD8-B74E-4DFC36472BF3}"/>
              </a:ext>
            </a:extLst>
          </p:cNvPr>
          <p:cNvSpPr>
            <a:spLocks xmlns:a="http://schemas.openxmlformats.org/drawingml/2006/main" noGrp="1"/>
          </p:cNvSpPr>
          <p:nvPr/>
        </p:nvSpPr>
        <p:spPr>
          <a:xfrm xmlns:a="http://schemas.openxmlformats.org/drawingml/2006/main">
            <a:off x="7781544" y="1298448"/>
            <a:ext cx="10424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[1–5]</a:t>
            </a:r>
            <a:endParaRPr sz="850" b="0" i="0" u="none" cap="none">
              <a:solidFill>
                <a:schemeClr val="dk1"/>
              </a:solidFill>
              <a:latin typeface="Arial"/>
              <a:ea typeface="Arial"/>
              <a:cs typeface="Arial"/>
            </a:endParaRPr>
          </a:p>
        </p:txBody>
      </p:sp>
      <p:cxnSp>
        <p:nvCxnSpPr>
          <p:cNvPr id="1264" name="Google Shape;1137;p18"/>
          <p:cNvCxnSpPr/>
          <p:nvPr/>
        </p:nvCxnSpPr>
        <p:spPr>
          <a:xfrm xmlns:a="http://schemas.openxmlformats.org/drawingml/2006/main">
            <a:off x="320040" y="174101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38" name="Google Shape;1138;p18">
            <a:extLst xmlns:a="http://schemas.openxmlformats.org/drawingml/2006/main">
              <a:ext uri="{FF2B5EF4-FFF2-40B4-BE49-F238E27FC236}">
                <a16:creationId xmlns:a16="http://schemas.microsoft.com/office/drawing/2014/main" id="{1AFF4B2F-794B-4122-A627-2C56F624D03C}"/>
              </a:ext>
            </a:extLst>
          </p:cNvPr>
          <p:cNvSpPr>
            <a:spLocks xmlns:a="http://schemas.openxmlformats.org/drawingml/2006/main" noGrp="1"/>
          </p:cNvSpPr>
          <p:nvPr/>
        </p:nvSpPr>
        <p:spPr>
          <a:xfrm xmlns:a="http://schemas.openxmlformats.org/drawingml/2006/main">
            <a:off x="374904" y="1519733"/>
            <a:ext cx="19568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Level 1</a:t>
            </a:r>
            <a:endParaRPr sz="850" b="0" i="0" u="none" cap="none">
              <a:solidFill>
                <a:schemeClr val="dk1"/>
              </a:solidFill>
              <a:latin typeface="Arial"/>
              <a:ea typeface="Arial"/>
              <a:cs typeface="Arial"/>
            </a:endParaRPr>
          </a:p>
        </p:txBody>
      </p:sp>
      <p:sp>
        <p:nvSpPr>
          <p:cNvPr id="1139" name="Google Shape;1139;p18">
            <a:extLst xmlns:a="http://schemas.openxmlformats.org/drawingml/2006/main">
              <a:ext uri="{FF2B5EF4-FFF2-40B4-BE49-F238E27FC236}">
                <a16:creationId xmlns:a16="http://schemas.microsoft.com/office/drawing/2014/main" id="{A6BBE320-F79C-471D-9D03-467751B0FC49}"/>
              </a:ext>
            </a:extLst>
          </p:cNvPr>
          <p:cNvSpPr>
            <a:spLocks xmlns:a="http://schemas.openxmlformats.org/drawingml/2006/main" noGrp="1"/>
          </p:cNvSpPr>
          <p:nvPr/>
        </p:nvSpPr>
        <p:spPr>
          <a:xfrm xmlns:a="http://schemas.openxmlformats.org/drawingml/2006/main">
            <a:off x="2386584" y="1519733"/>
            <a:ext cx="76809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3</a:t>
            </a:r>
            <a:endParaRPr sz="850" b="0" i="0" u="none" cap="none">
              <a:solidFill>
                <a:schemeClr val="dk1"/>
              </a:solidFill>
              <a:latin typeface="Arial"/>
              <a:ea typeface="Arial"/>
              <a:cs typeface="Arial"/>
            </a:endParaRPr>
          </a:p>
        </p:txBody>
      </p:sp>
      <p:sp>
        <p:nvSpPr>
          <p:cNvPr id="1140" name="Google Shape;1140;p18">
            <a:extLst xmlns:a="http://schemas.openxmlformats.org/drawingml/2006/main">
              <a:ext uri="{FF2B5EF4-FFF2-40B4-BE49-F238E27FC236}">
                <a16:creationId xmlns:a16="http://schemas.microsoft.com/office/drawing/2014/main" id="{31ECA080-7965-4683-824B-5A003CEC35B4}"/>
              </a:ext>
            </a:extLst>
          </p:cNvPr>
          <p:cNvSpPr>
            <a:spLocks xmlns:a="http://schemas.openxmlformats.org/drawingml/2006/main" noGrp="1"/>
          </p:cNvSpPr>
          <p:nvPr/>
        </p:nvSpPr>
        <p:spPr>
          <a:xfrm xmlns:a="http://schemas.openxmlformats.org/drawingml/2006/main">
            <a:off x="3209544" y="1519733"/>
            <a:ext cx="451713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Supported by level/bag; yellow or matching color (&lt;SC4&gt;)</a:t>
            </a:r>
            <a:endParaRPr sz="850" b="0" i="0" u="none" cap="none">
              <a:solidFill>
                <a:schemeClr val="dk1"/>
              </a:solidFill>
              <a:latin typeface="Arial"/>
              <a:ea typeface="Arial"/>
              <a:cs typeface="Arial"/>
            </a:endParaRPr>
          </a:p>
        </p:txBody>
      </p:sp>
      <p:sp>
        <p:nvSpPr>
          <p:cNvPr id="1141" name="Google Shape;1141;p18">
            <a:extLst xmlns:a="http://schemas.openxmlformats.org/drawingml/2006/main">
              <a:ext uri="{FF2B5EF4-FFF2-40B4-BE49-F238E27FC236}">
                <a16:creationId xmlns:a16="http://schemas.microsoft.com/office/drawing/2014/main" id="{B055E410-2AE2-45B5-8038-641971008F4C}"/>
              </a:ext>
            </a:extLst>
          </p:cNvPr>
          <p:cNvSpPr>
            <a:spLocks xmlns:a="http://schemas.openxmlformats.org/drawingml/2006/main" noGrp="1"/>
          </p:cNvSpPr>
          <p:nvPr/>
        </p:nvSpPr>
        <p:spPr>
          <a:xfrm xmlns:a="http://schemas.openxmlformats.org/drawingml/2006/main">
            <a:off x="7781544" y="1519733"/>
            <a:ext cx="10424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[1–5]</a:t>
            </a:r>
            <a:endParaRPr sz="850" b="0" i="0" u="none" cap="none">
              <a:solidFill>
                <a:schemeClr val="dk1"/>
              </a:solidFill>
              <a:latin typeface="Arial"/>
              <a:ea typeface="Arial"/>
              <a:cs typeface="Arial"/>
            </a:endParaRPr>
          </a:p>
        </p:txBody>
      </p:sp>
      <p:sp>
        <p:nvSpPr>
          <p:cNvPr id="1142" name="Google Shape;1142;p18">
            <a:extLst xmlns:a="http://schemas.openxmlformats.org/drawingml/2006/main">
              <a:ext uri="{FF2B5EF4-FFF2-40B4-BE49-F238E27FC236}">
                <a16:creationId xmlns:a16="http://schemas.microsoft.com/office/drawing/2014/main" id="{980AA6BE-C459-4FE1-911C-9BA59BA54FAA}"/>
              </a:ext>
            </a:extLst>
          </p:cNvPr>
          <p:cNvSpPr>
            <a:spLocks xmlns:a="http://schemas.openxmlformats.org/drawingml/2006/main" noGrp="1"/>
          </p:cNvSpPr>
          <p:nvPr/>
        </p:nvSpPr>
        <p:spPr>
          <a:xfrm xmlns:a="http://schemas.openxmlformats.org/drawingml/2006/main">
            <a:off x="320040" y="1741018"/>
            <a:ext cx="8503920" cy="22128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270" name="Google Shape;1143;p18"/>
          <p:cNvCxnSpPr/>
          <p:nvPr/>
        </p:nvCxnSpPr>
        <p:spPr>
          <a:xfrm xmlns:a="http://schemas.openxmlformats.org/drawingml/2006/main">
            <a:off x="320040" y="196230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44" name="Google Shape;1144;p18">
            <a:extLst xmlns:a="http://schemas.openxmlformats.org/drawingml/2006/main">
              <a:ext uri="{FF2B5EF4-FFF2-40B4-BE49-F238E27FC236}">
                <a16:creationId xmlns:a16="http://schemas.microsoft.com/office/drawing/2014/main" id="{9A760980-0D99-4002-8A97-B857EE148603}"/>
              </a:ext>
            </a:extLst>
          </p:cNvPr>
          <p:cNvSpPr>
            <a:spLocks xmlns:a="http://schemas.openxmlformats.org/drawingml/2006/main" noGrp="1"/>
          </p:cNvSpPr>
          <p:nvPr/>
        </p:nvSpPr>
        <p:spPr>
          <a:xfrm xmlns:a="http://schemas.openxmlformats.org/drawingml/2006/main">
            <a:off x="374904" y="1741018"/>
            <a:ext cx="19568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Level 2</a:t>
            </a:r>
            <a:endParaRPr sz="850" b="0" i="0" u="none" cap="none">
              <a:solidFill>
                <a:schemeClr val="dk1"/>
              </a:solidFill>
              <a:latin typeface="Arial"/>
              <a:ea typeface="Arial"/>
              <a:cs typeface="Arial"/>
            </a:endParaRPr>
          </a:p>
        </p:txBody>
      </p:sp>
      <p:sp>
        <p:nvSpPr>
          <p:cNvPr id="1145" name="Google Shape;1145;p18">
            <a:extLst xmlns:a="http://schemas.openxmlformats.org/drawingml/2006/main">
              <a:ext uri="{FF2B5EF4-FFF2-40B4-BE49-F238E27FC236}">
                <a16:creationId xmlns:a16="http://schemas.microsoft.com/office/drawing/2014/main" id="{21C90841-5897-452D-B928-623411ACF317}"/>
              </a:ext>
            </a:extLst>
          </p:cNvPr>
          <p:cNvSpPr>
            <a:spLocks xmlns:a="http://schemas.openxmlformats.org/drawingml/2006/main" noGrp="1"/>
          </p:cNvSpPr>
          <p:nvPr/>
        </p:nvSpPr>
        <p:spPr>
          <a:xfrm xmlns:a="http://schemas.openxmlformats.org/drawingml/2006/main">
            <a:off x="2386584" y="1741018"/>
            <a:ext cx="76809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6</a:t>
            </a:r>
            <a:endParaRPr sz="850" b="0" i="0" u="none" cap="none">
              <a:solidFill>
                <a:schemeClr val="dk1"/>
              </a:solidFill>
              <a:latin typeface="Arial"/>
              <a:ea typeface="Arial"/>
              <a:cs typeface="Arial"/>
            </a:endParaRPr>
          </a:p>
        </p:txBody>
      </p:sp>
      <p:sp>
        <p:nvSpPr>
          <p:cNvPr id="1146" name="Google Shape;1146;p18">
            <a:extLst xmlns:a="http://schemas.openxmlformats.org/drawingml/2006/main">
              <a:ext uri="{FF2B5EF4-FFF2-40B4-BE49-F238E27FC236}">
                <a16:creationId xmlns:a16="http://schemas.microsoft.com/office/drawing/2014/main" id="{39C6AE9E-BB91-4A47-8131-3AD502EBF8EC}"/>
              </a:ext>
            </a:extLst>
          </p:cNvPr>
          <p:cNvSpPr>
            <a:spLocks xmlns:a="http://schemas.openxmlformats.org/drawingml/2006/main" noGrp="1"/>
          </p:cNvSpPr>
          <p:nvPr/>
        </p:nvSpPr>
        <p:spPr>
          <a:xfrm xmlns:a="http://schemas.openxmlformats.org/drawingml/2006/main">
            <a:off x="3209544" y="1741018"/>
            <a:ext cx="451713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Supported by level/bag; yellow or matching color (&lt;SC4&gt;)</a:t>
            </a:r>
            <a:endParaRPr sz="850" b="0" i="0" u="none" cap="none">
              <a:solidFill>
                <a:schemeClr val="dk1"/>
              </a:solidFill>
              <a:latin typeface="Arial"/>
              <a:ea typeface="Arial"/>
              <a:cs typeface="Arial"/>
            </a:endParaRPr>
          </a:p>
        </p:txBody>
      </p:sp>
      <p:sp>
        <p:nvSpPr>
          <p:cNvPr id="1147" name="Google Shape;1147;p18">
            <a:extLst xmlns:a="http://schemas.openxmlformats.org/drawingml/2006/main">
              <a:ext uri="{FF2B5EF4-FFF2-40B4-BE49-F238E27FC236}">
                <a16:creationId xmlns:a16="http://schemas.microsoft.com/office/drawing/2014/main" id="{D257F9DC-B676-4FD6-8A98-2C5EB45C1EFE}"/>
              </a:ext>
            </a:extLst>
          </p:cNvPr>
          <p:cNvSpPr>
            <a:spLocks xmlns:a="http://schemas.openxmlformats.org/drawingml/2006/main" noGrp="1"/>
          </p:cNvSpPr>
          <p:nvPr/>
        </p:nvSpPr>
        <p:spPr>
          <a:xfrm xmlns:a="http://schemas.openxmlformats.org/drawingml/2006/main">
            <a:off x="7781544" y="1741018"/>
            <a:ext cx="10424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[1–5]</a:t>
            </a:r>
            <a:endParaRPr sz="850" b="0" i="0" u="none" cap="none">
              <a:solidFill>
                <a:schemeClr val="dk1"/>
              </a:solidFill>
              <a:latin typeface="Arial"/>
              <a:ea typeface="Arial"/>
              <a:cs typeface="Arial"/>
            </a:endParaRPr>
          </a:p>
        </p:txBody>
      </p:sp>
      <p:cxnSp>
        <p:nvCxnSpPr>
          <p:cNvPr id="1275" name="Google Shape;1148;p18"/>
          <p:cNvCxnSpPr/>
          <p:nvPr/>
        </p:nvCxnSpPr>
        <p:spPr>
          <a:xfrm xmlns:a="http://schemas.openxmlformats.org/drawingml/2006/main">
            <a:off x="320040" y="2183587"/>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49" name="Google Shape;1149;p18">
            <a:extLst xmlns:a="http://schemas.openxmlformats.org/drawingml/2006/main">
              <a:ext uri="{FF2B5EF4-FFF2-40B4-BE49-F238E27FC236}">
                <a16:creationId xmlns:a16="http://schemas.microsoft.com/office/drawing/2014/main" id="{429E62F6-9694-44E9-93BD-CC552C28F70A}"/>
              </a:ext>
            </a:extLst>
          </p:cNvPr>
          <p:cNvSpPr>
            <a:spLocks xmlns:a="http://schemas.openxmlformats.org/drawingml/2006/main" noGrp="1"/>
          </p:cNvSpPr>
          <p:nvPr/>
        </p:nvSpPr>
        <p:spPr>
          <a:xfrm xmlns:a="http://schemas.openxmlformats.org/drawingml/2006/main">
            <a:off x="374904" y="1962302"/>
            <a:ext cx="19568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Level 3</a:t>
            </a:r>
            <a:endParaRPr sz="850" b="0" i="0" u="none" cap="none">
              <a:solidFill>
                <a:schemeClr val="dk1"/>
              </a:solidFill>
              <a:latin typeface="Arial"/>
              <a:ea typeface="Arial"/>
              <a:cs typeface="Arial"/>
            </a:endParaRPr>
          </a:p>
        </p:txBody>
      </p:sp>
      <p:sp>
        <p:nvSpPr>
          <p:cNvPr id="1150" name="Google Shape;1150;p18">
            <a:extLst xmlns:a="http://schemas.openxmlformats.org/drawingml/2006/main">
              <a:ext uri="{FF2B5EF4-FFF2-40B4-BE49-F238E27FC236}">
                <a16:creationId xmlns:a16="http://schemas.microsoft.com/office/drawing/2014/main" id="{7E943B13-CB69-46A3-94C9-AC21BA9BCAC5}"/>
              </a:ext>
            </a:extLst>
          </p:cNvPr>
          <p:cNvSpPr>
            <a:spLocks xmlns:a="http://schemas.openxmlformats.org/drawingml/2006/main" noGrp="1"/>
          </p:cNvSpPr>
          <p:nvPr/>
        </p:nvSpPr>
        <p:spPr>
          <a:xfrm xmlns:a="http://schemas.openxmlformats.org/drawingml/2006/main">
            <a:off x="2386584" y="1962302"/>
            <a:ext cx="76809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12</a:t>
            </a:r>
            <a:endParaRPr sz="850" b="0" i="0" u="none" cap="none">
              <a:solidFill>
                <a:schemeClr val="dk1"/>
              </a:solidFill>
              <a:latin typeface="Arial"/>
              <a:ea typeface="Arial"/>
              <a:cs typeface="Arial"/>
            </a:endParaRPr>
          </a:p>
        </p:txBody>
      </p:sp>
      <p:sp>
        <p:nvSpPr>
          <p:cNvPr id="1151" name="Google Shape;1151;p18">
            <a:extLst xmlns:a="http://schemas.openxmlformats.org/drawingml/2006/main">
              <a:ext uri="{FF2B5EF4-FFF2-40B4-BE49-F238E27FC236}">
                <a16:creationId xmlns:a16="http://schemas.microsoft.com/office/drawing/2014/main" id="{71906469-3356-4367-83F6-79997F828536}"/>
              </a:ext>
            </a:extLst>
          </p:cNvPr>
          <p:cNvSpPr>
            <a:spLocks xmlns:a="http://schemas.openxmlformats.org/drawingml/2006/main" noGrp="1"/>
          </p:cNvSpPr>
          <p:nvPr/>
        </p:nvSpPr>
        <p:spPr>
          <a:xfrm xmlns:a="http://schemas.openxmlformats.org/drawingml/2006/main">
            <a:off x="3209544" y="1962302"/>
            <a:ext cx="451713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Supported by level/bag; yellow or matching color (&lt;SC4&gt;)</a:t>
            </a:r>
            <a:endParaRPr sz="850" b="0" i="0" u="none" cap="none">
              <a:solidFill>
                <a:schemeClr val="dk1"/>
              </a:solidFill>
              <a:latin typeface="Arial"/>
              <a:ea typeface="Arial"/>
              <a:cs typeface="Arial"/>
            </a:endParaRPr>
          </a:p>
        </p:txBody>
      </p:sp>
      <p:sp>
        <p:nvSpPr>
          <p:cNvPr id="1152" name="Google Shape;1152;p18">
            <a:extLst xmlns:a="http://schemas.openxmlformats.org/drawingml/2006/main">
              <a:ext uri="{FF2B5EF4-FFF2-40B4-BE49-F238E27FC236}">
                <a16:creationId xmlns:a16="http://schemas.microsoft.com/office/drawing/2014/main" id="{6492CB05-740C-47B8-8333-9C565EFA9D33}"/>
              </a:ext>
            </a:extLst>
          </p:cNvPr>
          <p:cNvSpPr>
            <a:spLocks xmlns:a="http://schemas.openxmlformats.org/drawingml/2006/main" noGrp="1"/>
          </p:cNvSpPr>
          <p:nvPr/>
        </p:nvSpPr>
        <p:spPr>
          <a:xfrm xmlns:a="http://schemas.openxmlformats.org/drawingml/2006/main">
            <a:off x="7781544" y="1962302"/>
            <a:ext cx="10424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[1–5]</a:t>
            </a:r>
            <a:endParaRPr sz="850" b="0" i="0" u="none" cap="none">
              <a:solidFill>
                <a:schemeClr val="dk1"/>
              </a:solidFill>
              <a:latin typeface="Arial"/>
              <a:ea typeface="Arial"/>
              <a:cs typeface="Arial"/>
            </a:endParaRPr>
          </a:p>
        </p:txBody>
      </p:sp>
      <p:sp>
        <p:nvSpPr>
          <p:cNvPr id="1153" name="Google Shape;1153;p18">
            <a:extLst xmlns:a="http://schemas.openxmlformats.org/drawingml/2006/main">
              <a:ext uri="{FF2B5EF4-FFF2-40B4-BE49-F238E27FC236}">
                <a16:creationId xmlns:a16="http://schemas.microsoft.com/office/drawing/2014/main" id="{710B4B01-298D-4221-814F-551D2B137724}"/>
              </a:ext>
            </a:extLst>
          </p:cNvPr>
          <p:cNvSpPr>
            <a:spLocks xmlns:a="http://schemas.openxmlformats.org/drawingml/2006/main" noGrp="1"/>
          </p:cNvSpPr>
          <p:nvPr/>
        </p:nvSpPr>
        <p:spPr>
          <a:xfrm xmlns:a="http://schemas.openxmlformats.org/drawingml/2006/main">
            <a:off x="320040" y="2183587"/>
            <a:ext cx="8503920" cy="221285"/>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281" name="Google Shape;1154;p18"/>
          <p:cNvCxnSpPr/>
          <p:nvPr/>
        </p:nvCxnSpPr>
        <p:spPr>
          <a:xfrm xmlns:a="http://schemas.openxmlformats.org/drawingml/2006/main">
            <a:off x="320040" y="240487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55" name="Google Shape;1155;p18">
            <a:extLst xmlns:a="http://schemas.openxmlformats.org/drawingml/2006/main">
              <a:ext uri="{FF2B5EF4-FFF2-40B4-BE49-F238E27FC236}">
                <a16:creationId xmlns:a16="http://schemas.microsoft.com/office/drawing/2014/main" id="{49448BA2-B780-4C83-B2EC-F792B3756A0B}"/>
              </a:ext>
            </a:extLst>
          </p:cNvPr>
          <p:cNvSpPr>
            <a:spLocks xmlns:a="http://schemas.openxmlformats.org/drawingml/2006/main" noGrp="1"/>
          </p:cNvSpPr>
          <p:nvPr/>
        </p:nvSpPr>
        <p:spPr>
          <a:xfrm xmlns:a="http://schemas.openxmlformats.org/drawingml/2006/main">
            <a:off x="374904" y="2183587"/>
            <a:ext cx="19568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Level 4</a:t>
            </a:r>
            <a:endParaRPr sz="850" b="0" i="0" u="none" cap="none">
              <a:solidFill>
                <a:schemeClr val="dk1"/>
              </a:solidFill>
              <a:latin typeface="Arial"/>
              <a:ea typeface="Arial"/>
              <a:cs typeface="Arial"/>
            </a:endParaRPr>
          </a:p>
        </p:txBody>
      </p:sp>
      <p:sp>
        <p:nvSpPr>
          <p:cNvPr id="1156" name="Google Shape;1156;p18">
            <a:extLst xmlns:a="http://schemas.openxmlformats.org/drawingml/2006/main">
              <a:ext uri="{FF2B5EF4-FFF2-40B4-BE49-F238E27FC236}">
                <a16:creationId xmlns:a16="http://schemas.microsoft.com/office/drawing/2014/main" id="{F1E8931F-CB80-49A9-A272-F517616D402F}"/>
              </a:ext>
            </a:extLst>
          </p:cNvPr>
          <p:cNvSpPr>
            <a:spLocks xmlns:a="http://schemas.openxmlformats.org/drawingml/2006/main" noGrp="1"/>
          </p:cNvSpPr>
          <p:nvPr/>
        </p:nvSpPr>
        <p:spPr>
          <a:xfrm xmlns:a="http://schemas.openxmlformats.org/drawingml/2006/main">
            <a:off x="2386584" y="2183587"/>
            <a:ext cx="76809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16</a:t>
            </a:r>
            <a:endParaRPr sz="850" b="0" i="0" u="none" cap="none">
              <a:solidFill>
                <a:schemeClr val="dk1"/>
              </a:solidFill>
              <a:latin typeface="Arial"/>
              <a:ea typeface="Arial"/>
              <a:cs typeface="Arial"/>
            </a:endParaRPr>
          </a:p>
        </p:txBody>
      </p:sp>
      <p:sp>
        <p:nvSpPr>
          <p:cNvPr id="1157" name="Google Shape;1157;p18">
            <a:extLst xmlns:a="http://schemas.openxmlformats.org/drawingml/2006/main">
              <a:ext uri="{FF2B5EF4-FFF2-40B4-BE49-F238E27FC236}">
                <a16:creationId xmlns:a16="http://schemas.microsoft.com/office/drawing/2014/main" id="{32E2E7D5-5954-4752-A623-C71B75C0284E}"/>
              </a:ext>
            </a:extLst>
          </p:cNvPr>
          <p:cNvSpPr>
            <a:spLocks xmlns:a="http://schemas.openxmlformats.org/drawingml/2006/main" noGrp="1"/>
          </p:cNvSpPr>
          <p:nvPr/>
        </p:nvSpPr>
        <p:spPr>
          <a:xfrm xmlns:a="http://schemas.openxmlformats.org/drawingml/2006/main">
            <a:off x="3209544" y="2183587"/>
            <a:ext cx="451713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Yellow Bean Bags only; supported by Level 4/bag (&lt;SC5&gt;)</a:t>
            </a:r>
            <a:endParaRPr sz="850" b="0" i="0" u="none" cap="none">
              <a:solidFill>
                <a:schemeClr val="dk1"/>
              </a:solidFill>
              <a:latin typeface="Arial"/>
              <a:ea typeface="Arial"/>
              <a:cs typeface="Arial"/>
            </a:endParaRPr>
          </a:p>
        </p:txBody>
      </p:sp>
      <p:sp>
        <p:nvSpPr>
          <p:cNvPr id="1158" name="Google Shape;1158;p18">
            <a:extLst xmlns:a="http://schemas.openxmlformats.org/drawingml/2006/main">
              <a:ext uri="{FF2B5EF4-FFF2-40B4-BE49-F238E27FC236}">
                <a16:creationId xmlns:a16="http://schemas.microsoft.com/office/drawing/2014/main" id="{2BA07111-9376-4C16-9BCE-7C6C25731A45}"/>
              </a:ext>
            </a:extLst>
          </p:cNvPr>
          <p:cNvSpPr>
            <a:spLocks xmlns:a="http://schemas.openxmlformats.org/drawingml/2006/main" noGrp="1"/>
          </p:cNvSpPr>
          <p:nvPr/>
        </p:nvSpPr>
        <p:spPr>
          <a:xfrm xmlns:a="http://schemas.openxmlformats.org/drawingml/2006/main">
            <a:off x="7781544" y="2183587"/>
            <a:ext cx="1042416" cy="2212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[1–5]</a:t>
            </a:r>
            <a:endParaRPr sz="850" b="0" i="0" u="none" cap="none">
              <a:solidFill>
                <a:schemeClr val="dk1"/>
              </a:solidFill>
              <a:latin typeface="Arial"/>
              <a:ea typeface="Arial"/>
              <a:cs typeface="Arial"/>
            </a:endParaRPr>
          </a:p>
        </p:txBody>
      </p:sp>
      <p:sp>
        <p:nvSpPr>
          <p:cNvPr id="1159" name="Google Shape;1159;p18">
            <a:extLst xmlns:a="http://schemas.openxmlformats.org/drawingml/2006/main">
              <a:ext uri="{FF2B5EF4-FFF2-40B4-BE49-F238E27FC236}">
                <a16:creationId xmlns:a16="http://schemas.microsoft.com/office/drawing/2014/main" id="{CB73B374-B4B4-4366-B508-D91BEAA39AD6}"/>
              </a:ext>
            </a:extLst>
          </p:cNvPr>
          <p:cNvSpPr>
            <a:spLocks xmlns:a="http://schemas.openxmlformats.org/drawingml/2006/main" noGrp="1"/>
          </p:cNvSpPr>
          <p:nvPr/>
        </p:nvSpPr>
        <p:spPr>
          <a:xfrm xmlns:a="http://schemas.openxmlformats.org/drawingml/2006/main">
            <a:off x="320040" y="1078992"/>
            <a:ext cx="8503920" cy="1325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60" name="Google Shape;1160;p18">
            <a:extLst xmlns:a="http://schemas.openxmlformats.org/drawingml/2006/main">
              <a:ext uri="{FF2B5EF4-FFF2-40B4-BE49-F238E27FC236}">
                <a16:creationId xmlns:a16="http://schemas.microsoft.com/office/drawing/2014/main" id="{F41B4C9C-F8DA-47FA-9F3B-496951A4B841}"/>
              </a:ext>
            </a:extLst>
          </p:cNvPr>
          <p:cNvSpPr>
            <a:spLocks xmlns:a="http://schemas.openxmlformats.org/drawingml/2006/main" noGrp="1"/>
          </p:cNvSpPr>
          <p:nvPr/>
        </p:nvSpPr>
        <p:spPr>
          <a:xfrm xmlns:a="http://schemas.openxmlformats.org/drawingml/2006/main">
            <a:off x="320040" y="249631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EXPECTED-VALUE / CYCLE-TIME ANALYSIS</a:t>
            </a:r>
            <a:endParaRPr sz="950" b="0" i="0" u="none" cap="none">
              <a:solidFill>
                <a:schemeClr val="dk1"/>
              </a:solidFill>
              <a:latin typeface="Arial"/>
              <a:ea typeface="Arial"/>
              <a:cs typeface="Arial"/>
            </a:endParaRPr>
          </a:p>
        </p:txBody>
      </p:sp>
      <p:sp>
        <p:nvSpPr>
          <p:cNvPr id="1161" name="Google Shape;1161;p18">
            <a:extLst xmlns:a="http://schemas.openxmlformats.org/drawingml/2006/main">
              <a:ext uri="{FF2B5EF4-FFF2-40B4-BE49-F238E27FC236}">
                <a16:creationId xmlns:a16="http://schemas.microsoft.com/office/drawing/2014/main" id="{75B0500C-E989-422E-B12D-3FBE22436171}"/>
              </a:ext>
            </a:extLst>
          </p:cNvPr>
          <p:cNvSpPr>
            <a:spLocks xmlns:a="http://schemas.openxmlformats.org/drawingml/2006/main" noGrp="1"/>
          </p:cNvSpPr>
          <p:nvPr/>
        </p:nvSpPr>
        <p:spPr>
          <a:xfrm xmlns:a="http://schemas.openxmlformats.org/drawingml/2006/main">
            <a:off x="320040" y="2706624"/>
            <a:ext cx="8503920" cy="475488"/>
          </a:xfrm>
          <a:prstGeom xmlns:a="http://schemas.openxmlformats.org/drawingml/2006/main" prst="rect">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62" name="Google Shape;1162;p18">
            <a:extLst xmlns:a="http://schemas.openxmlformats.org/drawingml/2006/main">
              <a:ext uri="{FF2B5EF4-FFF2-40B4-BE49-F238E27FC236}">
                <a16:creationId xmlns:a16="http://schemas.microsoft.com/office/drawing/2014/main" id="{20AF8224-FC4A-4047-AE40-2E8FCAAA5847}"/>
              </a:ext>
            </a:extLst>
          </p:cNvPr>
          <p:cNvSpPr>
            <a:spLocks xmlns:a="http://schemas.openxmlformats.org/drawingml/2006/main" noGrp="1"/>
          </p:cNvSpPr>
          <p:nvPr/>
        </p:nvSpPr>
        <p:spPr>
          <a:xfrm xmlns:a="http://schemas.openxmlformats.org/drawingml/2006/main">
            <a:off x="429768" y="2706624"/>
            <a:ext cx="832104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[Element] = ___ pts  ÷  ___ sec  =  ___ pts/sec</a:t>
            </a:r>
            <a:endParaRPr sz="95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[Write points-per-second calculations. Show math. Cite manual page for each point value.]</a:t>
            </a:r>
            <a:endParaRPr sz="950" b="0" i="0" u="none" cap="none">
              <a:solidFill>
                <a:schemeClr val="dk1"/>
              </a:solidFill>
              <a:latin typeface="Arial"/>
              <a:ea typeface="Arial"/>
              <a:cs typeface="Arial"/>
            </a:endParaRPr>
          </a:p>
        </p:txBody>
      </p:sp>
      <p:sp>
        <p:nvSpPr>
          <p:cNvPr id="1163" name="Google Shape;1163;p18">
            <a:extLst xmlns:a="http://schemas.openxmlformats.org/drawingml/2006/main">
              <a:ext uri="{FF2B5EF4-FFF2-40B4-BE49-F238E27FC236}">
                <a16:creationId xmlns:a16="http://schemas.microsoft.com/office/drawing/2014/main" id="{7BF8BF87-1B0E-443F-8552-582016D01C1E}"/>
              </a:ext>
            </a:extLst>
          </p:cNvPr>
          <p:cNvSpPr>
            <a:spLocks xmlns:a="http://schemas.openxmlformats.org/drawingml/2006/main" noGrp="1"/>
          </p:cNvSpPr>
          <p:nvPr/>
        </p:nvSpPr>
        <p:spPr>
          <a:xfrm xmlns:a="http://schemas.openxmlformats.org/drawingml/2006/main">
            <a:off x="320040" y="3310128"/>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SCORING PRIORITY RANKING</a:t>
            </a:r>
            <a:endParaRPr sz="950" b="0" i="0" u="none" cap="none">
              <a:solidFill>
                <a:schemeClr val="dk1"/>
              </a:solidFill>
              <a:latin typeface="Arial"/>
              <a:ea typeface="Arial"/>
              <a:cs typeface="Arial"/>
            </a:endParaRPr>
          </a:p>
        </p:txBody>
      </p:sp>
      <p:sp>
        <p:nvSpPr>
          <p:cNvPr id="1164" name="Google Shape;1164;p18">
            <a:extLst xmlns:a="http://schemas.openxmlformats.org/drawingml/2006/main">
              <a:ext uri="{FF2B5EF4-FFF2-40B4-BE49-F238E27FC236}">
                <a16:creationId xmlns:a16="http://schemas.microsoft.com/office/drawing/2014/main" id="{F9825753-8FD4-4BB4-8F63-06997FE487C1}"/>
              </a:ext>
            </a:extLst>
          </p:cNvPr>
          <p:cNvSpPr>
            <a:spLocks xmlns:a="http://schemas.openxmlformats.org/drawingml/2006/main" noGrp="1"/>
          </p:cNvSpPr>
          <p:nvPr/>
        </p:nvSpPr>
        <p:spPr>
          <a:xfrm xmlns:a="http://schemas.openxmlformats.org/drawingml/2006/main">
            <a:off x="320040" y="3538728"/>
            <a:ext cx="4160520" cy="457200"/>
          </a:xfrm>
          <a:prstGeom xmlns:a="http://schemas.openxmlformats.org/drawingml/2006/main" prst="rect">
            <a:avLst/>
          </a:prstGeom>
          <a:solidFill xmlns:a="http://schemas.openxmlformats.org/drawingml/2006/main">
            <a:srgbClr val="F0FDF4"/>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65" name="Google Shape;1165;p18">
            <a:extLst xmlns:a="http://schemas.openxmlformats.org/drawingml/2006/main">
              <a:ext uri="{FF2B5EF4-FFF2-40B4-BE49-F238E27FC236}">
                <a16:creationId xmlns:a16="http://schemas.microsoft.com/office/drawing/2014/main" id="{4B2BFB73-4E26-4642-A7AA-A8669D37A694}"/>
              </a:ext>
            </a:extLst>
          </p:cNvPr>
          <p:cNvSpPr>
            <a:spLocks xmlns:a="http://schemas.openxmlformats.org/drawingml/2006/main" noGrp="1"/>
          </p:cNvSpPr>
          <p:nvPr/>
        </p:nvSpPr>
        <p:spPr>
          <a:xfrm xmlns:a="http://schemas.openxmlformats.org/drawingml/2006/main">
            <a:off x="411480" y="3538728"/>
            <a:ext cx="39776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900"/>
              <a:buFont typeface="Arial"/>
              <a:buNone/>
            </a:pPr>
            <a:r>
              <a:rPr sz="900" b="1" i="0" u="none" cap="none">
                <a:solidFill>
                  <a:srgbClr val="16A34A"/>
                </a:solidFill>
                <a:latin typeface="Arial"/>
                <a:ea typeface="Arial"/>
                <a:cs typeface="Arial"/>
              </a:rPr>
              <a:t>Priority 1 — highest pts/sec:</a:t>
            </a:r>
            <a:endParaRPr sz="900" b="0" i="0" u="none" cap="none">
              <a:solidFill>
                <a:schemeClr val="dk1"/>
              </a:solidFill>
              <a:latin typeface="Arial"/>
              <a:ea typeface="Arial"/>
              <a:cs typeface="Arial"/>
            </a:endParaRPr>
          </a:p>
        </p:txBody>
      </p:sp>
      <p:sp>
        <p:nvSpPr>
          <p:cNvPr id="1166" name="Google Shape;1166;p18">
            <a:extLst xmlns:a="http://schemas.openxmlformats.org/drawingml/2006/main">
              <a:ext uri="{FF2B5EF4-FFF2-40B4-BE49-F238E27FC236}">
                <a16:creationId xmlns:a16="http://schemas.microsoft.com/office/drawing/2014/main" id="{B9462275-F81A-440D-99D3-C6BE2079C70B}"/>
              </a:ext>
            </a:extLst>
          </p:cNvPr>
          <p:cNvSpPr>
            <a:spLocks xmlns:a="http://schemas.openxmlformats.org/drawingml/2006/main" noGrp="1"/>
          </p:cNvSpPr>
          <p:nvPr/>
        </p:nvSpPr>
        <p:spPr>
          <a:xfrm xmlns:a="http://schemas.openxmlformats.org/drawingml/2006/main">
            <a:off x="411480" y="3730752"/>
            <a:ext cx="397764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[Element name, pts/sec, strategic note]</a:t>
            </a:r>
            <a:endParaRPr sz="900" b="0" i="0" u="none" cap="none">
              <a:solidFill>
                <a:schemeClr val="dk1"/>
              </a:solidFill>
              <a:latin typeface="Arial"/>
              <a:ea typeface="Arial"/>
              <a:cs typeface="Arial"/>
            </a:endParaRPr>
          </a:p>
        </p:txBody>
      </p:sp>
      <p:sp>
        <p:nvSpPr>
          <p:cNvPr id="1167" name="Google Shape;1167;p18">
            <a:extLst xmlns:a="http://schemas.openxmlformats.org/drawingml/2006/main">
              <a:ext uri="{FF2B5EF4-FFF2-40B4-BE49-F238E27FC236}">
                <a16:creationId xmlns:a16="http://schemas.microsoft.com/office/drawing/2014/main" id="{EC43831C-E6CE-4CE5-A351-9D4346F3AFDF}"/>
              </a:ext>
            </a:extLst>
          </p:cNvPr>
          <p:cNvSpPr>
            <a:spLocks xmlns:a="http://schemas.openxmlformats.org/drawingml/2006/main" noGrp="1"/>
          </p:cNvSpPr>
          <p:nvPr/>
        </p:nvSpPr>
        <p:spPr>
          <a:xfrm xmlns:a="http://schemas.openxmlformats.org/drawingml/2006/main">
            <a:off x="4663440" y="3538728"/>
            <a:ext cx="4160520" cy="457200"/>
          </a:xfrm>
          <a:prstGeom xmlns:a="http://schemas.openxmlformats.org/drawingml/2006/main" prst="rect">
            <a:avLst/>
          </a:prstGeom>
          <a:solidFill xmlns:a="http://schemas.openxmlformats.org/drawingml/2006/main">
            <a:srgbClr val="F0FDF4"/>
          </a:solidFill>
          <a:ln xmlns:a="http://schemas.openxmlformats.org/drawingml/2006/main" w="9525"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68" name="Google Shape;1168;p18">
            <a:extLst xmlns:a="http://schemas.openxmlformats.org/drawingml/2006/main">
              <a:ext uri="{FF2B5EF4-FFF2-40B4-BE49-F238E27FC236}">
                <a16:creationId xmlns:a16="http://schemas.microsoft.com/office/drawing/2014/main" id="{FA0D5DAF-1239-47AA-BD52-E1D72BAB83E1}"/>
              </a:ext>
            </a:extLst>
          </p:cNvPr>
          <p:cNvSpPr>
            <a:spLocks xmlns:a="http://schemas.openxmlformats.org/drawingml/2006/main" noGrp="1"/>
          </p:cNvSpPr>
          <p:nvPr/>
        </p:nvSpPr>
        <p:spPr>
          <a:xfrm xmlns:a="http://schemas.openxmlformats.org/drawingml/2006/main">
            <a:off x="4754880" y="3538728"/>
            <a:ext cx="39776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6A34A"/>
              </a:buClr>
              <a:buSzPts val="900"/>
              <a:buFont typeface="Arial"/>
              <a:buNone/>
            </a:pPr>
            <a:r>
              <a:rPr sz="900" b="1" i="0" u="none" cap="none">
                <a:solidFill>
                  <a:srgbClr val="16A34A"/>
                </a:solidFill>
                <a:latin typeface="Arial"/>
                <a:ea typeface="Arial"/>
                <a:cs typeface="Arial"/>
              </a:rPr>
              <a:t>Priority 2 — second priority:</a:t>
            </a:r>
            <a:endParaRPr sz="900" b="0" i="0" u="none" cap="none">
              <a:solidFill>
                <a:schemeClr val="dk1"/>
              </a:solidFill>
              <a:latin typeface="Arial"/>
              <a:ea typeface="Arial"/>
              <a:cs typeface="Arial"/>
            </a:endParaRPr>
          </a:p>
        </p:txBody>
      </p:sp>
      <p:sp>
        <p:nvSpPr>
          <p:cNvPr id="1169" name="Google Shape;1169;p18">
            <a:extLst xmlns:a="http://schemas.openxmlformats.org/drawingml/2006/main">
              <a:ext uri="{FF2B5EF4-FFF2-40B4-BE49-F238E27FC236}">
                <a16:creationId xmlns:a16="http://schemas.microsoft.com/office/drawing/2014/main" id="{5CECDF15-01AA-43FF-A86E-5090BA0A974A}"/>
              </a:ext>
            </a:extLst>
          </p:cNvPr>
          <p:cNvSpPr>
            <a:spLocks xmlns:a="http://schemas.openxmlformats.org/drawingml/2006/main" noGrp="1"/>
          </p:cNvSpPr>
          <p:nvPr/>
        </p:nvSpPr>
        <p:spPr>
          <a:xfrm xmlns:a="http://schemas.openxmlformats.org/drawingml/2006/main">
            <a:off x="4754880" y="3730752"/>
            <a:ext cx="397764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[Element name, pts/sec, strategic note]</a:t>
            </a:r>
            <a:endParaRPr sz="900" b="0" i="0" u="none" cap="none">
              <a:solidFill>
                <a:schemeClr val="dk1"/>
              </a:solidFill>
              <a:latin typeface="Arial"/>
              <a:ea typeface="Arial"/>
              <a:cs typeface="Arial"/>
            </a:endParaRPr>
          </a:p>
        </p:txBody>
      </p:sp>
      <p:sp>
        <p:nvSpPr>
          <p:cNvPr id="1170" name="Google Shape;1170;p18">
            <a:extLst xmlns:a="http://schemas.openxmlformats.org/drawingml/2006/main">
              <a:ext uri="{FF2B5EF4-FFF2-40B4-BE49-F238E27FC236}">
                <a16:creationId xmlns:a16="http://schemas.microsoft.com/office/drawing/2014/main" id="{4F5F3FC1-6C19-418C-817A-27D17E24DD84}"/>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26a00324140244d9"/>
              </a:rPr>
              <a:t>game-analysis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fe1a3d78593746a7"/>
              </a:rPr>
              <a:t>ev-calculator</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321fe31781654564"/>
              </a:rPr>
              <a:t>score-predictor</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42000410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176" name="Google Shape;1176;p19">
            <a:extLst xmlns:a="http://schemas.openxmlformats.org/drawingml/2006/main">
              <a:ext uri="{FF2B5EF4-FFF2-40B4-BE49-F238E27FC236}">
                <a16:creationId xmlns:a16="http://schemas.microsoft.com/office/drawing/2014/main" id="{379CD1D9-C1CC-43C3-8CCC-4389F125644A}"/>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77" name="Google Shape;1177;p19">
            <a:extLst xmlns:a="http://schemas.openxmlformats.org/drawingml/2006/main">
              <a:ext uri="{FF2B5EF4-FFF2-40B4-BE49-F238E27FC236}">
                <a16:creationId xmlns:a16="http://schemas.microsoft.com/office/drawing/2014/main" id="{89C56B1D-6B27-4F2C-A1D5-FDB53186A5E9}"/>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IDENTIFY PROBLEM  ·  EDP STEP 1</a:t>
            </a:r>
            <a:endParaRPr sz="1050" b="0" i="0" u="none" cap="none">
              <a:solidFill>
                <a:schemeClr val="dk1"/>
              </a:solidFill>
              <a:latin typeface="Arial"/>
              <a:ea typeface="Arial"/>
              <a:cs typeface="Arial"/>
            </a:endParaRPr>
          </a:p>
        </p:txBody>
      </p:sp>
      <p:sp>
        <p:nvSpPr>
          <p:cNvPr id="1178" name="Google Shape;1178;p19">
            <a:extLst xmlns:a="http://schemas.openxmlformats.org/drawingml/2006/main">
              <a:ext uri="{FF2B5EF4-FFF2-40B4-BE49-F238E27FC236}">
                <a16:creationId xmlns:a16="http://schemas.microsoft.com/office/drawing/2014/main" id="{FA4C4276-8BE6-4F41-9FDA-1324C837012C}"/>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179" name="Google Shape;1179;p19">
            <a:extLst xmlns:a="http://schemas.openxmlformats.org/drawingml/2006/main">
              <a:ext uri="{FF2B5EF4-FFF2-40B4-BE49-F238E27FC236}">
                <a16:creationId xmlns:a16="http://schemas.microsoft.com/office/drawing/2014/main" id="{DF95D1B6-5D34-4D6D-9AE5-16C197ADB2F1}"/>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VIQRC Design Criteria &amp; Constraints</a:t>
            </a:r>
            <a:endParaRPr sz="2200" b="0" i="0" u="none" cap="none">
              <a:solidFill>
                <a:schemeClr val="dk1"/>
              </a:solidFill>
              <a:latin typeface="Arial"/>
              <a:ea typeface="Arial"/>
              <a:cs typeface="Arial"/>
            </a:endParaRPr>
          </a:p>
        </p:txBody>
      </p:sp>
      <p:sp>
        <p:nvSpPr>
          <p:cNvPr id="1180" name="Google Shape;1180;p19">
            <a:extLst xmlns:a="http://schemas.openxmlformats.org/drawingml/2006/main">
              <a:ext uri="{FF2B5EF4-FFF2-40B4-BE49-F238E27FC236}">
                <a16:creationId xmlns:a16="http://schemas.microsoft.com/office/drawing/2014/main" id="{C6619D9F-493F-412D-9414-74B1D919583C}"/>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181" name="Google Shape;1181;p19">
            <a:extLst xmlns:a="http://schemas.openxmlformats.org/drawingml/2006/main">
              <a:ext uri="{FF2B5EF4-FFF2-40B4-BE49-F238E27FC236}">
                <a16:creationId xmlns:a16="http://schemas.microsoft.com/office/drawing/2014/main" id="{D1BAF514-62F0-405A-8E61-A2125974A2CE}"/>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82" name="Google Shape;1182;p19">
            <a:extLst xmlns:a="http://schemas.openxmlformats.org/drawingml/2006/main">
              <a:ext uri="{FF2B5EF4-FFF2-40B4-BE49-F238E27FC236}">
                <a16:creationId xmlns:a16="http://schemas.microsoft.com/office/drawing/2014/main" id="{117EE9B2-89AD-4E11-AE8B-536A38E4BEB2}"/>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17 / 61</a:t>
            </a:r>
            <a:endParaRPr sz="900" b="0" i="0" u="none" cap="none">
              <a:solidFill>
                <a:schemeClr val="dk1"/>
              </a:solidFill>
              <a:latin typeface="Arial"/>
              <a:ea typeface="Arial"/>
              <a:cs typeface="Arial"/>
            </a:endParaRPr>
          </a:p>
        </p:txBody>
      </p:sp>
      <p:sp>
        <p:nvSpPr>
          <p:cNvPr id="1183" name="Google Shape;1183;p19">
            <a:extLst xmlns:a="http://schemas.openxmlformats.org/drawingml/2006/main">
              <a:ext uri="{FF2B5EF4-FFF2-40B4-BE49-F238E27FC236}">
                <a16:creationId xmlns:a16="http://schemas.microsoft.com/office/drawing/2014/main" id="{B48F49E8-E22F-455C-83A4-6DABE18423CD}"/>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184" name="Google Shape;1184;p19">
            <a:extLst xmlns:a="http://schemas.openxmlformats.org/drawingml/2006/main">
              <a:ext uri="{FF2B5EF4-FFF2-40B4-BE49-F238E27FC236}">
                <a16:creationId xmlns:a16="http://schemas.microsoft.com/office/drawing/2014/main" id="{73831B1B-274F-430C-9F5B-CD147A67D97B}"/>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Every decision matrix criterion must trace back to one defined here. Write this before brainstorming begins.</a:t>
            </a:r>
            <a:endParaRPr sz="1000" b="0" i="0" u="none" cap="none">
              <a:solidFill>
                <a:schemeClr val="dk1"/>
              </a:solidFill>
              <a:latin typeface="Arial"/>
              <a:ea typeface="Arial"/>
              <a:cs typeface="Arial"/>
            </a:endParaRPr>
          </a:p>
        </p:txBody>
      </p:sp>
      <p:sp>
        <p:nvSpPr>
          <p:cNvPr id="1185" name="Google Shape;1185;p19">
            <a:extLst xmlns:a="http://schemas.openxmlformats.org/drawingml/2006/main">
              <a:ext uri="{FF2B5EF4-FFF2-40B4-BE49-F238E27FC236}">
                <a16:creationId xmlns:a16="http://schemas.microsoft.com/office/drawing/2014/main" id="{7FCC74C2-21D5-4A2D-848E-1CABFDFF36C4}"/>
              </a:ext>
            </a:extLst>
          </p:cNvPr>
          <p:cNvSpPr>
            <a:spLocks xmlns:a="http://schemas.openxmlformats.org/drawingml/2006/main" noGrp="1"/>
          </p:cNvSpPr>
          <p:nvPr/>
        </p:nvSpPr>
        <p:spPr>
          <a:xfrm xmlns:a="http://schemas.openxmlformats.org/drawingml/2006/main">
            <a:off x="320040" y="1399032"/>
            <a:ext cx="4160520" cy="20116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186" name="Google Shape;1186;p19">
            <a:extLst xmlns:a="http://schemas.openxmlformats.org/drawingml/2006/main">
              <a:ext uri="{FF2B5EF4-FFF2-40B4-BE49-F238E27FC236}">
                <a16:creationId xmlns:a16="http://schemas.microsoft.com/office/drawing/2014/main" id="{A0D156C1-DF36-4A90-B53E-AE85AE17C61D}"/>
              </a:ext>
            </a:extLst>
          </p:cNvPr>
          <p:cNvSpPr>
            <a:spLocks xmlns:a="http://schemas.openxmlformats.org/drawingml/2006/main" noGrp="1"/>
          </p:cNvSpPr>
          <p:nvPr/>
        </p:nvSpPr>
        <p:spPr>
          <a:xfrm xmlns:a="http://schemas.openxmlformats.org/drawingml/2006/main">
            <a:off x="374904" y="1399032"/>
            <a:ext cx="2779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Criterion</a:t>
            </a:r>
            <a:endParaRPr sz="900" b="0" i="0" u="none" cap="none">
              <a:solidFill>
                <a:schemeClr val="dk1"/>
              </a:solidFill>
              <a:latin typeface="Arial"/>
              <a:ea typeface="Arial"/>
              <a:cs typeface="Arial"/>
            </a:endParaRPr>
          </a:p>
        </p:txBody>
      </p:sp>
      <p:sp>
        <p:nvSpPr>
          <p:cNvPr id="1187" name="Google Shape;1187;p19">
            <a:extLst xmlns:a="http://schemas.openxmlformats.org/drawingml/2006/main">
              <a:ext uri="{FF2B5EF4-FFF2-40B4-BE49-F238E27FC236}">
                <a16:creationId xmlns:a16="http://schemas.microsoft.com/office/drawing/2014/main" id="{B9D0D188-D03D-4D5C-8EB3-18ECECA470FE}"/>
              </a:ext>
            </a:extLst>
          </p:cNvPr>
          <p:cNvSpPr>
            <a:spLocks xmlns:a="http://schemas.openxmlformats.org/drawingml/2006/main" noGrp="1"/>
          </p:cNvSpPr>
          <p:nvPr/>
        </p:nvSpPr>
        <p:spPr>
          <a:xfrm xmlns:a="http://schemas.openxmlformats.org/drawingml/2006/main">
            <a:off x="3209544" y="1399032"/>
            <a:ext cx="12710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Target</a:t>
            </a:r>
            <a:endParaRPr sz="900" b="0" i="0" u="none" cap="none">
              <a:solidFill>
                <a:schemeClr val="dk1"/>
              </a:solidFill>
              <a:latin typeface="Arial"/>
              <a:ea typeface="Arial"/>
              <a:cs typeface="Arial"/>
            </a:endParaRPr>
          </a:p>
        </p:txBody>
      </p:sp>
      <p:sp>
        <p:nvSpPr>
          <p:cNvPr id="1188" name="Google Shape;1188;p19">
            <a:extLst xmlns:a="http://schemas.openxmlformats.org/drawingml/2006/main">
              <a:ext uri="{FF2B5EF4-FFF2-40B4-BE49-F238E27FC236}">
                <a16:creationId xmlns:a16="http://schemas.microsoft.com/office/drawing/2014/main" id="{4D593188-A2C3-44DA-AAB7-00B05AB61038}"/>
              </a:ext>
            </a:extLst>
          </p:cNvPr>
          <p:cNvSpPr>
            <a:spLocks xmlns:a="http://schemas.openxmlformats.org/drawingml/2006/main" noGrp="1"/>
          </p:cNvSpPr>
          <p:nvPr/>
        </p:nvSpPr>
        <p:spPr>
          <a:xfrm xmlns:a="http://schemas.openxmlformats.org/drawingml/2006/main">
            <a:off x="320040" y="1600200"/>
            <a:ext cx="4160520" cy="2157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10" name="Google Shape;1189;p19"/>
          <p:cNvCxnSpPr/>
          <p:nvPr/>
        </p:nvCxnSpPr>
        <p:spPr>
          <a:xfrm xmlns:a="http://schemas.openxmlformats.org/drawingml/2006/main">
            <a:off x="320040" y="181599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90" name="Google Shape;1190;p19">
            <a:extLst xmlns:a="http://schemas.openxmlformats.org/drawingml/2006/main">
              <a:ext uri="{FF2B5EF4-FFF2-40B4-BE49-F238E27FC236}">
                <a16:creationId xmlns:a16="http://schemas.microsoft.com/office/drawing/2014/main" id="{0BD14BC2-536D-42ED-A05C-00F55C581367}"/>
              </a:ext>
            </a:extLst>
          </p:cNvPr>
          <p:cNvSpPr>
            <a:spLocks xmlns:a="http://schemas.openxmlformats.org/drawingml/2006/main" noGrp="1"/>
          </p:cNvSpPr>
          <p:nvPr/>
        </p:nvSpPr>
        <p:spPr>
          <a:xfrm xmlns:a="http://schemas.openxmlformats.org/drawingml/2006/main">
            <a:off x="374904" y="1600200"/>
            <a:ext cx="277977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Cycle time]</a:t>
            </a:r>
            <a:endParaRPr sz="850" b="0" i="0" u="none" cap="none">
              <a:solidFill>
                <a:schemeClr val="dk1"/>
              </a:solidFill>
              <a:latin typeface="Arial"/>
              <a:ea typeface="Arial"/>
              <a:cs typeface="Arial"/>
            </a:endParaRPr>
          </a:p>
        </p:txBody>
      </p:sp>
      <p:sp>
        <p:nvSpPr>
          <p:cNvPr id="1191" name="Google Shape;1191;p19">
            <a:extLst xmlns:a="http://schemas.openxmlformats.org/drawingml/2006/main">
              <a:ext uri="{FF2B5EF4-FFF2-40B4-BE49-F238E27FC236}">
                <a16:creationId xmlns:a16="http://schemas.microsoft.com/office/drawing/2014/main" id="{0C39A5E8-9CB1-4039-94A6-D59B3D8B82A0}"/>
              </a:ext>
            </a:extLst>
          </p:cNvPr>
          <p:cNvSpPr>
            <a:spLocks xmlns:a="http://schemas.openxmlformats.org/drawingml/2006/main" noGrp="1"/>
          </p:cNvSpPr>
          <p:nvPr/>
        </p:nvSpPr>
        <p:spPr>
          <a:xfrm xmlns:a="http://schemas.openxmlformats.org/drawingml/2006/main">
            <a:off x="3209544" y="1600200"/>
            <a:ext cx="127101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413" name="Google Shape;1192;p19"/>
          <p:cNvCxnSpPr/>
          <p:nvPr/>
        </p:nvCxnSpPr>
        <p:spPr>
          <a:xfrm xmlns:a="http://schemas.openxmlformats.org/drawingml/2006/main">
            <a:off x="320040" y="2031797"/>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93" name="Google Shape;1193;p19">
            <a:extLst xmlns:a="http://schemas.openxmlformats.org/drawingml/2006/main">
              <a:ext uri="{FF2B5EF4-FFF2-40B4-BE49-F238E27FC236}">
                <a16:creationId xmlns:a16="http://schemas.microsoft.com/office/drawing/2014/main" id="{55470935-53F4-41C5-BA54-04CC8ADA5D1F}"/>
              </a:ext>
            </a:extLst>
          </p:cNvPr>
          <p:cNvSpPr>
            <a:spLocks xmlns:a="http://schemas.openxmlformats.org/drawingml/2006/main" noGrp="1"/>
          </p:cNvSpPr>
          <p:nvPr/>
        </p:nvSpPr>
        <p:spPr>
          <a:xfrm xmlns:a="http://schemas.openxmlformats.org/drawingml/2006/main">
            <a:off x="374904" y="1815998"/>
            <a:ext cx="277977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Auton consistency]</a:t>
            </a:r>
            <a:endParaRPr sz="850" b="0" i="0" u="none" cap="none">
              <a:solidFill>
                <a:schemeClr val="dk1"/>
              </a:solidFill>
              <a:latin typeface="Arial"/>
              <a:ea typeface="Arial"/>
              <a:cs typeface="Arial"/>
            </a:endParaRPr>
          </a:p>
        </p:txBody>
      </p:sp>
      <p:sp>
        <p:nvSpPr>
          <p:cNvPr id="1194" name="Google Shape;1194;p19">
            <a:extLst xmlns:a="http://schemas.openxmlformats.org/drawingml/2006/main">
              <a:ext uri="{FF2B5EF4-FFF2-40B4-BE49-F238E27FC236}">
                <a16:creationId xmlns:a16="http://schemas.microsoft.com/office/drawing/2014/main" id="{EBC56B13-DA2A-4850-80E2-AD88F66653E3}"/>
              </a:ext>
            </a:extLst>
          </p:cNvPr>
          <p:cNvSpPr>
            <a:spLocks xmlns:a="http://schemas.openxmlformats.org/drawingml/2006/main" noGrp="1"/>
          </p:cNvSpPr>
          <p:nvPr/>
        </p:nvSpPr>
        <p:spPr>
          <a:xfrm xmlns:a="http://schemas.openxmlformats.org/drawingml/2006/main">
            <a:off x="3209544" y="1815998"/>
            <a:ext cx="127101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195" name="Google Shape;1195;p19">
            <a:extLst xmlns:a="http://schemas.openxmlformats.org/drawingml/2006/main">
              <a:ext uri="{FF2B5EF4-FFF2-40B4-BE49-F238E27FC236}">
                <a16:creationId xmlns:a16="http://schemas.microsoft.com/office/drawing/2014/main" id="{FCBA2995-86CC-437B-BBD4-745B7B47898B}"/>
              </a:ext>
            </a:extLst>
          </p:cNvPr>
          <p:cNvSpPr>
            <a:spLocks xmlns:a="http://schemas.openxmlformats.org/drawingml/2006/main" noGrp="1"/>
          </p:cNvSpPr>
          <p:nvPr/>
        </p:nvSpPr>
        <p:spPr>
          <a:xfrm xmlns:a="http://schemas.openxmlformats.org/drawingml/2006/main">
            <a:off x="320040" y="2031797"/>
            <a:ext cx="4160520" cy="2157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17" name="Google Shape;1196;p19"/>
          <p:cNvCxnSpPr/>
          <p:nvPr/>
        </p:nvCxnSpPr>
        <p:spPr>
          <a:xfrm xmlns:a="http://schemas.openxmlformats.org/drawingml/2006/main">
            <a:off x="320040" y="2247595"/>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197" name="Google Shape;1197;p19">
            <a:extLst xmlns:a="http://schemas.openxmlformats.org/drawingml/2006/main">
              <a:ext uri="{FF2B5EF4-FFF2-40B4-BE49-F238E27FC236}">
                <a16:creationId xmlns:a16="http://schemas.microsoft.com/office/drawing/2014/main" id="{6961D3D1-B1A7-43D1-AA17-9EAA1DDFE718}"/>
              </a:ext>
            </a:extLst>
          </p:cNvPr>
          <p:cNvSpPr>
            <a:spLocks xmlns:a="http://schemas.openxmlformats.org/drawingml/2006/main" noGrp="1"/>
          </p:cNvSpPr>
          <p:nvPr/>
        </p:nvSpPr>
        <p:spPr>
          <a:xfrm xmlns:a="http://schemas.openxmlformats.org/drawingml/2006/main">
            <a:off x="374904" y="2031797"/>
            <a:ext cx="277977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Reliability rate]</a:t>
            </a:r>
            <a:endParaRPr sz="850" b="0" i="0" u="none" cap="none">
              <a:solidFill>
                <a:schemeClr val="dk1"/>
              </a:solidFill>
              <a:latin typeface="Arial"/>
              <a:ea typeface="Arial"/>
              <a:cs typeface="Arial"/>
            </a:endParaRPr>
          </a:p>
        </p:txBody>
      </p:sp>
      <p:sp>
        <p:nvSpPr>
          <p:cNvPr id="1198" name="Google Shape;1198;p19">
            <a:extLst xmlns:a="http://schemas.openxmlformats.org/drawingml/2006/main">
              <a:ext uri="{FF2B5EF4-FFF2-40B4-BE49-F238E27FC236}">
                <a16:creationId xmlns:a16="http://schemas.microsoft.com/office/drawing/2014/main" id="{60C0ACDE-D7D1-4AEB-9344-FE2FB2E931AF}"/>
              </a:ext>
            </a:extLst>
          </p:cNvPr>
          <p:cNvSpPr>
            <a:spLocks xmlns:a="http://schemas.openxmlformats.org/drawingml/2006/main" noGrp="1"/>
          </p:cNvSpPr>
          <p:nvPr/>
        </p:nvSpPr>
        <p:spPr>
          <a:xfrm xmlns:a="http://schemas.openxmlformats.org/drawingml/2006/main">
            <a:off x="3209544" y="2031797"/>
            <a:ext cx="127101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cxnSp>
        <p:nvCxnSpPr>
          <p:cNvPr id="1420" name="Google Shape;1199;p19"/>
          <p:cNvCxnSpPr/>
          <p:nvPr/>
        </p:nvCxnSpPr>
        <p:spPr>
          <a:xfrm xmlns:a="http://schemas.openxmlformats.org/drawingml/2006/main">
            <a:off x="320040" y="2463394"/>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00" name="Google Shape;1200;p19">
            <a:extLst xmlns:a="http://schemas.openxmlformats.org/drawingml/2006/main">
              <a:ext uri="{FF2B5EF4-FFF2-40B4-BE49-F238E27FC236}">
                <a16:creationId xmlns:a16="http://schemas.microsoft.com/office/drawing/2014/main" id="{A85D3245-A48E-48CB-A8E1-F71B6CBB5CDA}"/>
              </a:ext>
            </a:extLst>
          </p:cNvPr>
          <p:cNvSpPr>
            <a:spLocks xmlns:a="http://schemas.openxmlformats.org/drawingml/2006/main" noGrp="1"/>
          </p:cNvSpPr>
          <p:nvPr/>
        </p:nvSpPr>
        <p:spPr>
          <a:xfrm xmlns:a="http://schemas.openxmlformats.org/drawingml/2006/main">
            <a:off x="374904" y="2247595"/>
            <a:ext cx="277977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[Criterion 4]</a:t>
            </a:r>
            <a:endParaRPr sz="850" b="0" i="0" u="none" cap="none">
              <a:solidFill>
                <a:schemeClr val="dk1"/>
              </a:solidFill>
              <a:latin typeface="Arial"/>
              <a:ea typeface="Arial"/>
              <a:cs typeface="Arial"/>
            </a:endParaRPr>
          </a:p>
        </p:txBody>
      </p:sp>
      <p:sp>
        <p:nvSpPr>
          <p:cNvPr id="1201" name="Google Shape;1201;p19">
            <a:extLst xmlns:a="http://schemas.openxmlformats.org/drawingml/2006/main">
              <a:ext uri="{FF2B5EF4-FFF2-40B4-BE49-F238E27FC236}">
                <a16:creationId xmlns:a16="http://schemas.microsoft.com/office/drawing/2014/main" id="{F00610F3-3E9F-47F4-B0C9-4C877421384A}"/>
              </a:ext>
            </a:extLst>
          </p:cNvPr>
          <p:cNvSpPr>
            <a:spLocks xmlns:a="http://schemas.openxmlformats.org/drawingml/2006/main" noGrp="1"/>
          </p:cNvSpPr>
          <p:nvPr/>
        </p:nvSpPr>
        <p:spPr>
          <a:xfrm xmlns:a="http://schemas.openxmlformats.org/drawingml/2006/main">
            <a:off x="3209544" y="2247595"/>
            <a:ext cx="127101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02" name="Google Shape;1202;p19">
            <a:extLst xmlns:a="http://schemas.openxmlformats.org/drawingml/2006/main">
              <a:ext uri="{FF2B5EF4-FFF2-40B4-BE49-F238E27FC236}">
                <a16:creationId xmlns:a16="http://schemas.microsoft.com/office/drawing/2014/main" id="{56162DEE-F575-418D-84E8-7B7730ABFEA8}"/>
              </a:ext>
            </a:extLst>
          </p:cNvPr>
          <p:cNvSpPr>
            <a:spLocks xmlns:a="http://schemas.openxmlformats.org/drawingml/2006/main" noGrp="1"/>
          </p:cNvSpPr>
          <p:nvPr/>
        </p:nvSpPr>
        <p:spPr>
          <a:xfrm xmlns:a="http://schemas.openxmlformats.org/drawingml/2006/main">
            <a:off x="320040" y="2463394"/>
            <a:ext cx="4160520" cy="2157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24" name="Google Shape;1203;p19"/>
          <p:cNvCxnSpPr/>
          <p:nvPr/>
        </p:nvCxnSpPr>
        <p:spPr>
          <a:xfrm xmlns:a="http://schemas.openxmlformats.org/drawingml/2006/main">
            <a:off x="320040" y="2679192"/>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04" name="Google Shape;1204;p19">
            <a:extLst xmlns:a="http://schemas.openxmlformats.org/drawingml/2006/main">
              <a:ext uri="{FF2B5EF4-FFF2-40B4-BE49-F238E27FC236}">
                <a16:creationId xmlns:a16="http://schemas.microsoft.com/office/drawing/2014/main" id="{9779288A-DF92-435D-9DC4-16B792CC5451}"/>
              </a:ext>
            </a:extLst>
          </p:cNvPr>
          <p:cNvSpPr>
            <a:spLocks xmlns:a="http://schemas.openxmlformats.org/drawingml/2006/main" noGrp="1"/>
          </p:cNvSpPr>
          <p:nvPr/>
        </p:nvSpPr>
        <p:spPr>
          <a:xfrm xmlns:a="http://schemas.openxmlformats.org/drawingml/2006/main">
            <a:off x="374904" y="2463394"/>
            <a:ext cx="277977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[Criterion 5]</a:t>
            </a:r>
            <a:endParaRPr sz="850" b="0" i="0" u="none" cap="none">
              <a:solidFill>
                <a:schemeClr val="dk1"/>
              </a:solidFill>
              <a:latin typeface="Arial"/>
              <a:ea typeface="Arial"/>
              <a:cs typeface="Arial"/>
            </a:endParaRPr>
          </a:p>
        </p:txBody>
      </p:sp>
      <p:sp>
        <p:nvSpPr>
          <p:cNvPr id="1205" name="Google Shape;1205;p19">
            <a:extLst xmlns:a="http://schemas.openxmlformats.org/drawingml/2006/main">
              <a:ext uri="{FF2B5EF4-FFF2-40B4-BE49-F238E27FC236}">
                <a16:creationId xmlns:a16="http://schemas.microsoft.com/office/drawing/2014/main" id="{B8566D91-844A-4D4D-8C7D-8618772C5AAD}"/>
              </a:ext>
            </a:extLst>
          </p:cNvPr>
          <p:cNvSpPr>
            <a:spLocks xmlns:a="http://schemas.openxmlformats.org/drawingml/2006/main" noGrp="1"/>
          </p:cNvSpPr>
          <p:nvPr/>
        </p:nvSpPr>
        <p:spPr>
          <a:xfrm xmlns:a="http://schemas.openxmlformats.org/drawingml/2006/main">
            <a:off x="3209544" y="2463394"/>
            <a:ext cx="127101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06" name="Google Shape;1206;p19">
            <a:extLst xmlns:a="http://schemas.openxmlformats.org/drawingml/2006/main">
              <a:ext uri="{FF2B5EF4-FFF2-40B4-BE49-F238E27FC236}">
                <a16:creationId xmlns:a16="http://schemas.microsoft.com/office/drawing/2014/main" id="{1650FFAC-A757-40D1-B0C3-A0E97C6E5E64}"/>
              </a:ext>
            </a:extLst>
          </p:cNvPr>
          <p:cNvSpPr>
            <a:spLocks xmlns:a="http://schemas.openxmlformats.org/drawingml/2006/main" noGrp="1"/>
          </p:cNvSpPr>
          <p:nvPr/>
        </p:nvSpPr>
        <p:spPr>
          <a:xfrm xmlns:a="http://schemas.openxmlformats.org/drawingml/2006/main">
            <a:off x="320040" y="1399032"/>
            <a:ext cx="4160520" cy="12801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07" name="Google Shape;1207;p19">
            <a:extLst xmlns:a="http://schemas.openxmlformats.org/drawingml/2006/main">
              <a:ext uri="{FF2B5EF4-FFF2-40B4-BE49-F238E27FC236}">
                <a16:creationId xmlns:a16="http://schemas.microsoft.com/office/drawing/2014/main" id="{F36E769A-60B9-41ED-9AF8-A032304F7025}"/>
              </a:ext>
            </a:extLst>
          </p:cNvPr>
          <p:cNvSpPr>
            <a:spLocks xmlns:a="http://schemas.openxmlformats.org/drawingml/2006/main" noGrp="1"/>
          </p:cNvSpPr>
          <p:nvPr/>
        </p:nvSpPr>
        <p:spPr>
          <a:xfrm xmlns:a="http://schemas.openxmlformats.org/drawingml/2006/main">
            <a:off x="4663440" y="1399032"/>
            <a:ext cx="4160520" cy="20116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08" name="Google Shape;1208;p19">
            <a:extLst xmlns:a="http://schemas.openxmlformats.org/drawingml/2006/main">
              <a:ext uri="{FF2B5EF4-FFF2-40B4-BE49-F238E27FC236}">
                <a16:creationId xmlns:a16="http://schemas.microsoft.com/office/drawing/2014/main" id="{30B19DCE-3331-41B8-B31B-7C3CA24BF86E}"/>
              </a:ext>
            </a:extLst>
          </p:cNvPr>
          <p:cNvSpPr>
            <a:spLocks xmlns:a="http://schemas.openxmlformats.org/drawingml/2006/main" noGrp="1"/>
          </p:cNvSpPr>
          <p:nvPr/>
        </p:nvSpPr>
        <p:spPr>
          <a:xfrm xmlns:a="http://schemas.openxmlformats.org/drawingml/2006/main">
            <a:off x="4718304" y="1399032"/>
            <a:ext cx="4105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Constraint</a:t>
            </a:r>
            <a:endParaRPr sz="900" b="0" i="0" u="none" cap="none">
              <a:solidFill>
                <a:schemeClr val="dk1"/>
              </a:solidFill>
              <a:latin typeface="Arial"/>
              <a:ea typeface="Arial"/>
              <a:cs typeface="Arial"/>
            </a:endParaRPr>
          </a:p>
        </p:txBody>
      </p:sp>
      <p:sp>
        <p:nvSpPr>
          <p:cNvPr id="1209" name="Google Shape;1209;p19">
            <a:extLst xmlns:a="http://schemas.openxmlformats.org/drawingml/2006/main">
              <a:ext uri="{FF2B5EF4-FFF2-40B4-BE49-F238E27FC236}">
                <a16:creationId xmlns:a16="http://schemas.microsoft.com/office/drawing/2014/main" id="{940838C1-0B4C-47EB-9A3C-B26D77E9805A}"/>
              </a:ext>
            </a:extLst>
          </p:cNvPr>
          <p:cNvSpPr>
            <a:spLocks xmlns:a="http://schemas.openxmlformats.org/drawingml/2006/main" noGrp="1"/>
          </p:cNvSpPr>
          <p:nvPr/>
        </p:nvSpPr>
        <p:spPr>
          <a:xfrm xmlns:a="http://schemas.openxmlformats.org/drawingml/2006/main">
            <a:off x="4663440" y="1600200"/>
            <a:ext cx="4160520" cy="2157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31" name="Google Shape;1210;p19"/>
          <p:cNvCxnSpPr/>
          <p:nvPr/>
        </p:nvCxnSpPr>
        <p:spPr>
          <a:xfrm xmlns:a="http://schemas.openxmlformats.org/drawingml/2006/main">
            <a:off x="4663440" y="181599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11" name="Google Shape;1211;p19">
            <a:extLst xmlns:a="http://schemas.openxmlformats.org/drawingml/2006/main">
              <a:ext uri="{FF2B5EF4-FFF2-40B4-BE49-F238E27FC236}">
                <a16:creationId xmlns:a16="http://schemas.microsoft.com/office/drawing/2014/main" id="{20847C35-7304-46DE-B747-3BC8F3FDBF80}"/>
              </a:ext>
            </a:extLst>
          </p:cNvPr>
          <p:cNvSpPr>
            <a:spLocks xmlns:a="http://schemas.openxmlformats.org/drawingml/2006/main" noGrp="1"/>
          </p:cNvSpPr>
          <p:nvPr/>
        </p:nvSpPr>
        <p:spPr>
          <a:xfrm xmlns:a="http://schemas.openxmlformats.org/drawingml/2006/main">
            <a:off x="4718304" y="1600200"/>
            <a:ext cx="410565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Size: 11" W × 20" L × 15" H (&lt;R3&gt;)</a:t>
            </a:r>
            <a:endParaRPr sz="850" b="0" i="0" u="none" cap="none">
              <a:solidFill>
                <a:schemeClr val="dk1"/>
              </a:solidFill>
              <a:latin typeface="Arial"/>
              <a:ea typeface="Arial"/>
              <a:cs typeface="Arial"/>
            </a:endParaRPr>
          </a:p>
        </p:txBody>
      </p:sp>
      <p:cxnSp>
        <p:nvCxnSpPr>
          <p:cNvPr id="1433" name="Google Shape;1212;p19"/>
          <p:cNvCxnSpPr/>
          <p:nvPr/>
        </p:nvCxnSpPr>
        <p:spPr>
          <a:xfrm xmlns:a="http://schemas.openxmlformats.org/drawingml/2006/main">
            <a:off x="4663440" y="2031797"/>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13" name="Google Shape;1213;p19">
            <a:extLst xmlns:a="http://schemas.openxmlformats.org/drawingml/2006/main">
              <a:ext uri="{FF2B5EF4-FFF2-40B4-BE49-F238E27FC236}">
                <a16:creationId xmlns:a16="http://schemas.microsoft.com/office/drawing/2014/main" id="{75F7515F-4E4D-4DEE-8D6C-A134C5574ED8}"/>
              </a:ext>
            </a:extLst>
          </p:cNvPr>
          <p:cNvSpPr>
            <a:spLocks xmlns:a="http://schemas.openxmlformats.org/drawingml/2006/main" noGrp="1"/>
          </p:cNvSpPr>
          <p:nvPr/>
        </p:nvSpPr>
        <p:spPr>
          <a:xfrm xmlns:a="http://schemas.openxmlformats.org/drawingml/2006/main">
            <a:off x="4718304" y="1815998"/>
            <a:ext cx="410565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Motors: 6 VEX IQ Smart Motors maximum (&lt;R9&gt;)</a:t>
            </a:r>
            <a:endParaRPr sz="850" b="0" i="0" u="none" cap="none">
              <a:solidFill>
                <a:schemeClr val="dk1"/>
              </a:solidFill>
              <a:latin typeface="Arial"/>
              <a:ea typeface="Arial"/>
              <a:cs typeface="Arial"/>
            </a:endParaRPr>
          </a:p>
        </p:txBody>
      </p:sp>
      <p:sp>
        <p:nvSpPr>
          <p:cNvPr id="1214" name="Google Shape;1214;p19">
            <a:extLst xmlns:a="http://schemas.openxmlformats.org/drawingml/2006/main">
              <a:ext uri="{FF2B5EF4-FFF2-40B4-BE49-F238E27FC236}">
                <a16:creationId xmlns:a16="http://schemas.microsoft.com/office/drawing/2014/main" id="{BACE2A1E-192C-48E0-AA3C-43F311419F72}"/>
              </a:ext>
            </a:extLst>
          </p:cNvPr>
          <p:cNvSpPr>
            <a:spLocks xmlns:a="http://schemas.openxmlformats.org/drawingml/2006/main" noGrp="1"/>
          </p:cNvSpPr>
          <p:nvPr/>
        </p:nvSpPr>
        <p:spPr>
          <a:xfrm xmlns:a="http://schemas.openxmlformats.org/drawingml/2006/main">
            <a:off x="4663440" y="2031797"/>
            <a:ext cx="4160520" cy="2157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36" name="Google Shape;1215;p19"/>
          <p:cNvCxnSpPr/>
          <p:nvPr/>
        </p:nvCxnSpPr>
        <p:spPr>
          <a:xfrm xmlns:a="http://schemas.openxmlformats.org/drawingml/2006/main">
            <a:off x="4663440" y="2247595"/>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16" name="Google Shape;1216;p19">
            <a:extLst xmlns:a="http://schemas.openxmlformats.org/drawingml/2006/main">
              <a:ext uri="{FF2B5EF4-FFF2-40B4-BE49-F238E27FC236}">
                <a16:creationId xmlns:a16="http://schemas.microsoft.com/office/drawing/2014/main" id="{3F7EE6F6-D356-486C-A8F2-F699290EA3D3}"/>
              </a:ext>
            </a:extLst>
          </p:cNvPr>
          <p:cNvSpPr>
            <a:spLocks xmlns:a="http://schemas.openxmlformats.org/drawingml/2006/main" noGrp="1"/>
          </p:cNvSpPr>
          <p:nvPr/>
        </p:nvSpPr>
        <p:spPr>
          <a:xfrm xmlns:a="http://schemas.openxmlformats.org/drawingml/2006/main">
            <a:off x="4718304" y="2031797"/>
            <a:ext cx="410565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Expansion: horizontal limited; vertical unlimited (&lt;SG2&gt;, &lt;SG3&gt;)</a:t>
            </a:r>
            <a:endParaRPr sz="850" b="0" i="0" u="none" cap="none">
              <a:solidFill>
                <a:schemeClr val="dk1"/>
              </a:solidFill>
              <a:latin typeface="Arial"/>
              <a:ea typeface="Arial"/>
              <a:cs typeface="Arial"/>
            </a:endParaRPr>
          </a:p>
        </p:txBody>
      </p:sp>
      <p:cxnSp>
        <p:nvCxnSpPr>
          <p:cNvPr id="1438" name="Google Shape;1217;p19"/>
          <p:cNvCxnSpPr/>
          <p:nvPr/>
        </p:nvCxnSpPr>
        <p:spPr>
          <a:xfrm xmlns:a="http://schemas.openxmlformats.org/drawingml/2006/main">
            <a:off x="4663440" y="2463394"/>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18" name="Google Shape;1218;p19">
            <a:extLst xmlns:a="http://schemas.openxmlformats.org/drawingml/2006/main">
              <a:ext uri="{FF2B5EF4-FFF2-40B4-BE49-F238E27FC236}">
                <a16:creationId xmlns:a16="http://schemas.microsoft.com/office/drawing/2014/main" id="{ABCFAD2D-3E4B-4B5B-8AC6-0FDC665414A0}"/>
              </a:ext>
            </a:extLst>
          </p:cNvPr>
          <p:cNvSpPr>
            <a:spLocks xmlns:a="http://schemas.openxmlformats.org/drawingml/2006/main" noGrp="1"/>
          </p:cNvSpPr>
          <p:nvPr/>
        </p:nvSpPr>
        <p:spPr>
          <a:xfrm xmlns:a="http://schemas.openxmlformats.org/drawingml/2006/main">
            <a:off x="4718304" y="2247595"/>
            <a:ext cx="410565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Loading + possession: matching zone; one bag (&lt;SG6&gt;, &lt;SG7&gt;)</a:t>
            </a:r>
            <a:endParaRPr sz="850" b="0" i="0" u="none" cap="none">
              <a:solidFill>
                <a:schemeClr val="dk1"/>
              </a:solidFill>
              <a:latin typeface="Arial"/>
              <a:ea typeface="Arial"/>
              <a:cs typeface="Arial"/>
            </a:endParaRPr>
          </a:p>
        </p:txBody>
      </p:sp>
      <p:sp>
        <p:nvSpPr>
          <p:cNvPr id="1219" name="Google Shape;1219;p19">
            <a:extLst xmlns:a="http://schemas.openxmlformats.org/drawingml/2006/main">
              <a:ext uri="{FF2B5EF4-FFF2-40B4-BE49-F238E27FC236}">
                <a16:creationId xmlns:a16="http://schemas.microsoft.com/office/drawing/2014/main" id="{33EB37C6-DC2B-490B-865B-9EA608162901}"/>
              </a:ext>
            </a:extLst>
          </p:cNvPr>
          <p:cNvSpPr>
            <a:spLocks xmlns:a="http://schemas.openxmlformats.org/drawingml/2006/main" noGrp="1"/>
          </p:cNvSpPr>
          <p:nvPr/>
        </p:nvSpPr>
        <p:spPr>
          <a:xfrm xmlns:a="http://schemas.openxmlformats.org/drawingml/2006/main">
            <a:off x="4663440" y="2463394"/>
            <a:ext cx="4160520" cy="21579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41" name="Google Shape;1220;p19"/>
          <p:cNvCxnSpPr/>
          <p:nvPr/>
        </p:nvCxnSpPr>
        <p:spPr>
          <a:xfrm xmlns:a="http://schemas.openxmlformats.org/drawingml/2006/main">
            <a:off x="4663440" y="2679192"/>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21" name="Google Shape;1221;p19">
            <a:extLst xmlns:a="http://schemas.openxmlformats.org/drawingml/2006/main">
              <a:ext uri="{FF2B5EF4-FFF2-40B4-BE49-F238E27FC236}">
                <a16:creationId xmlns:a16="http://schemas.microsoft.com/office/drawing/2014/main" id="{EDB2ADEC-086C-4ECB-A7DE-BDF0C4E845CB}"/>
              </a:ext>
            </a:extLst>
          </p:cNvPr>
          <p:cNvSpPr>
            <a:spLocks xmlns:a="http://schemas.openxmlformats.org/drawingml/2006/main" noGrp="1"/>
          </p:cNvSpPr>
          <p:nvPr/>
        </p:nvSpPr>
        <p:spPr>
          <a:xfrm xmlns:a="http://schemas.openxmlformats.org/drawingml/2006/main">
            <a:off x="4718304" y="2463394"/>
            <a:ext cx="4105656" cy="2157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Budget / build time:  $___  /  ___ weeks</a:t>
            </a:r>
            <a:endParaRPr sz="850" b="0" i="0" u="none" cap="none">
              <a:solidFill>
                <a:schemeClr val="dk1"/>
              </a:solidFill>
              <a:latin typeface="Arial"/>
              <a:ea typeface="Arial"/>
              <a:cs typeface="Arial"/>
            </a:endParaRPr>
          </a:p>
        </p:txBody>
      </p:sp>
      <p:sp>
        <p:nvSpPr>
          <p:cNvPr id="1222" name="Google Shape;1222;p19">
            <a:extLst xmlns:a="http://schemas.openxmlformats.org/drawingml/2006/main">
              <a:ext uri="{FF2B5EF4-FFF2-40B4-BE49-F238E27FC236}">
                <a16:creationId xmlns:a16="http://schemas.microsoft.com/office/drawing/2014/main" id="{22B97813-5EFF-4F18-8880-F851DE034A29}"/>
              </a:ext>
            </a:extLst>
          </p:cNvPr>
          <p:cNvSpPr>
            <a:spLocks xmlns:a="http://schemas.openxmlformats.org/drawingml/2006/main" noGrp="1"/>
          </p:cNvSpPr>
          <p:nvPr/>
        </p:nvSpPr>
        <p:spPr>
          <a:xfrm xmlns:a="http://schemas.openxmlformats.org/drawingml/2006/main">
            <a:off x="4663440" y="1399032"/>
            <a:ext cx="4160520" cy="12801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23" name="Google Shape;1223;p19">
            <a:extLst xmlns:a="http://schemas.openxmlformats.org/drawingml/2006/main">
              <a:ext uri="{FF2B5EF4-FFF2-40B4-BE49-F238E27FC236}">
                <a16:creationId xmlns:a16="http://schemas.microsoft.com/office/drawing/2014/main" id="{149F37F3-100A-4AAB-8345-8D8DBA4C2D72}"/>
              </a:ext>
            </a:extLst>
          </p:cNvPr>
          <p:cNvSpPr>
            <a:spLocks xmlns:a="http://schemas.openxmlformats.org/drawingml/2006/main" noGrp="1"/>
          </p:cNvSpPr>
          <p:nvPr/>
        </p:nvSpPr>
        <p:spPr>
          <a:xfrm xmlns:a="http://schemas.openxmlformats.org/drawingml/2006/main">
            <a:off x="320040" y="27706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1" i="0" u="none" cap="none">
                <a:solidFill>
                  <a:srgbClr val="0F172A"/>
                </a:solidFill>
                <a:latin typeface="Arial"/>
                <a:ea typeface="Arial"/>
                <a:cs typeface="Arial"/>
              </a:rPr>
              <a:t>CRITERION PRIORITY WEIGHTS  (1=low, 5=critical)  —  feed into decision matrix</a:t>
            </a:r>
            <a:endParaRPr sz="950" b="0" i="0" u="none" cap="none">
              <a:solidFill>
                <a:schemeClr val="dk1"/>
              </a:solidFill>
              <a:latin typeface="Arial"/>
              <a:ea typeface="Arial"/>
              <a:cs typeface="Arial"/>
            </a:endParaRPr>
          </a:p>
        </p:txBody>
      </p:sp>
      <p:sp>
        <p:nvSpPr>
          <p:cNvPr id="1224" name="Google Shape;1224;p19">
            <a:extLst xmlns:a="http://schemas.openxmlformats.org/drawingml/2006/main">
              <a:ext uri="{FF2B5EF4-FFF2-40B4-BE49-F238E27FC236}">
                <a16:creationId xmlns:a16="http://schemas.microsoft.com/office/drawing/2014/main" id="{723A1084-F8DB-4345-8488-E4324C6D849D}"/>
              </a:ext>
            </a:extLst>
          </p:cNvPr>
          <p:cNvSpPr>
            <a:spLocks xmlns:a="http://schemas.openxmlformats.org/drawingml/2006/main" noGrp="1"/>
          </p:cNvSpPr>
          <p:nvPr/>
        </p:nvSpPr>
        <p:spPr>
          <a:xfrm xmlns:a="http://schemas.openxmlformats.org/drawingml/2006/main">
            <a:off x="320040" y="2999232"/>
            <a:ext cx="8503920" cy="201168"/>
          </a:xfrm>
          <a:prstGeom xmlns:a="http://schemas.openxmlformats.org/drawingml/2006/main" prst="rect">
            <a:avLst/>
          </a:prstGeom>
          <a:solidFill xmlns:a="http://schemas.openxmlformats.org/drawingml/2006/main">
            <a:srgbClr val="16A34A"/>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25" name="Google Shape;1225;p19">
            <a:extLst xmlns:a="http://schemas.openxmlformats.org/drawingml/2006/main">
              <a:ext uri="{FF2B5EF4-FFF2-40B4-BE49-F238E27FC236}">
                <a16:creationId xmlns:a16="http://schemas.microsoft.com/office/drawing/2014/main" id="{42C0CD3F-47EE-459E-8D7F-3A9B2CE2B84C}"/>
              </a:ext>
            </a:extLst>
          </p:cNvPr>
          <p:cNvSpPr>
            <a:spLocks xmlns:a="http://schemas.openxmlformats.org/drawingml/2006/main" noGrp="1"/>
          </p:cNvSpPr>
          <p:nvPr/>
        </p:nvSpPr>
        <p:spPr>
          <a:xfrm xmlns:a="http://schemas.openxmlformats.org/drawingml/2006/main">
            <a:off x="374904" y="2999232"/>
            <a:ext cx="19568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Criterion</a:t>
            </a:r>
            <a:endParaRPr sz="900" b="0" i="0" u="none" cap="none">
              <a:solidFill>
                <a:schemeClr val="dk1"/>
              </a:solidFill>
              <a:latin typeface="Arial"/>
              <a:ea typeface="Arial"/>
              <a:cs typeface="Arial"/>
            </a:endParaRPr>
          </a:p>
        </p:txBody>
      </p:sp>
      <p:sp>
        <p:nvSpPr>
          <p:cNvPr id="1226" name="Google Shape;1226;p19">
            <a:extLst xmlns:a="http://schemas.openxmlformats.org/drawingml/2006/main">
              <a:ext uri="{FF2B5EF4-FFF2-40B4-BE49-F238E27FC236}">
                <a16:creationId xmlns:a16="http://schemas.microsoft.com/office/drawing/2014/main" id="{DADE1FC9-1C89-45C9-9890-B968B1E338B1}"/>
              </a:ext>
            </a:extLst>
          </p:cNvPr>
          <p:cNvSpPr>
            <a:spLocks xmlns:a="http://schemas.openxmlformats.org/drawingml/2006/main" noGrp="1"/>
          </p:cNvSpPr>
          <p:nvPr/>
        </p:nvSpPr>
        <p:spPr>
          <a:xfrm xmlns:a="http://schemas.openxmlformats.org/drawingml/2006/main">
            <a:off x="2386584" y="2999232"/>
            <a:ext cx="12252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Weight (1–5)</a:t>
            </a:r>
            <a:endParaRPr sz="900" b="0" i="0" u="none" cap="none">
              <a:solidFill>
                <a:schemeClr val="dk1"/>
              </a:solidFill>
              <a:latin typeface="Arial"/>
              <a:ea typeface="Arial"/>
              <a:cs typeface="Arial"/>
            </a:endParaRPr>
          </a:p>
        </p:txBody>
      </p:sp>
      <p:sp>
        <p:nvSpPr>
          <p:cNvPr id="1227" name="Google Shape;1227;p19">
            <a:extLst xmlns:a="http://schemas.openxmlformats.org/drawingml/2006/main">
              <a:ext uri="{FF2B5EF4-FFF2-40B4-BE49-F238E27FC236}">
                <a16:creationId xmlns:a16="http://schemas.microsoft.com/office/drawing/2014/main" id="{9B1BEDA2-77CE-4EAE-A4AE-8D7E4B598E67}"/>
              </a:ext>
            </a:extLst>
          </p:cNvPr>
          <p:cNvSpPr>
            <a:spLocks xmlns:a="http://schemas.openxmlformats.org/drawingml/2006/main" noGrp="1"/>
          </p:cNvSpPr>
          <p:nvPr/>
        </p:nvSpPr>
        <p:spPr>
          <a:xfrm xmlns:a="http://schemas.openxmlformats.org/drawingml/2006/main">
            <a:off x="3666744" y="2999232"/>
            <a:ext cx="51572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Why this weight?</a:t>
            </a:r>
            <a:endParaRPr sz="900" b="0" i="0" u="none" cap="none">
              <a:solidFill>
                <a:schemeClr val="dk1"/>
              </a:solidFill>
              <a:latin typeface="Arial"/>
              <a:ea typeface="Arial"/>
              <a:cs typeface="Arial"/>
            </a:endParaRPr>
          </a:p>
        </p:txBody>
      </p:sp>
      <p:sp>
        <p:nvSpPr>
          <p:cNvPr id="1228" name="Google Shape;1228;p19">
            <a:extLst xmlns:a="http://schemas.openxmlformats.org/drawingml/2006/main">
              <a:ext uri="{FF2B5EF4-FFF2-40B4-BE49-F238E27FC236}">
                <a16:creationId xmlns:a16="http://schemas.microsoft.com/office/drawing/2014/main" id="{F11D1BA7-1FDF-4A0A-B07D-71355B76F82E}"/>
              </a:ext>
            </a:extLst>
          </p:cNvPr>
          <p:cNvSpPr>
            <a:spLocks xmlns:a="http://schemas.openxmlformats.org/drawingml/2006/main" noGrp="1"/>
          </p:cNvSpPr>
          <p:nvPr/>
        </p:nvSpPr>
        <p:spPr>
          <a:xfrm xmlns:a="http://schemas.openxmlformats.org/drawingml/2006/main">
            <a:off x="320040" y="3200400"/>
            <a:ext cx="8503920" cy="23408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50" name="Google Shape;1229;p19"/>
          <p:cNvCxnSpPr/>
          <p:nvPr/>
        </p:nvCxnSpPr>
        <p:spPr>
          <a:xfrm xmlns:a="http://schemas.openxmlformats.org/drawingml/2006/main">
            <a:off x="320040" y="343448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30" name="Google Shape;1230;p19">
            <a:extLst xmlns:a="http://schemas.openxmlformats.org/drawingml/2006/main">
              <a:ext uri="{FF2B5EF4-FFF2-40B4-BE49-F238E27FC236}">
                <a16:creationId xmlns:a16="http://schemas.microsoft.com/office/drawing/2014/main" id="{368B0CB3-6688-4AF3-BBE1-581C3D85D364}"/>
              </a:ext>
            </a:extLst>
          </p:cNvPr>
          <p:cNvSpPr>
            <a:spLocks xmlns:a="http://schemas.openxmlformats.org/drawingml/2006/main" noGrp="1"/>
          </p:cNvSpPr>
          <p:nvPr/>
        </p:nvSpPr>
        <p:spPr>
          <a:xfrm xmlns:a="http://schemas.openxmlformats.org/drawingml/2006/main">
            <a:off x="374904" y="3200400"/>
            <a:ext cx="19568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Criterion 1</a:t>
            </a:r>
            <a:endParaRPr sz="850" b="0" i="0" u="none" cap="none">
              <a:solidFill>
                <a:schemeClr val="dk1"/>
              </a:solidFill>
              <a:latin typeface="Arial"/>
              <a:ea typeface="Arial"/>
              <a:cs typeface="Arial"/>
            </a:endParaRPr>
          </a:p>
        </p:txBody>
      </p:sp>
      <p:sp>
        <p:nvSpPr>
          <p:cNvPr id="1231" name="Google Shape;1231;p19">
            <a:extLst xmlns:a="http://schemas.openxmlformats.org/drawingml/2006/main">
              <a:ext uri="{FF2B5EF4-FFF2-40B4-BE49-F238E27FC236}">
                <a16:creationId xmlns:a16="http://schemas.microsoft.com/office/drawing/2014/main" id="{B912AA72-256C-4AB0-BD22-7F483B3FBD51}"/>
              </a:ext>
            </a:extLst>
          </p:cNvPr>
          <p:cNvSpPr>
            <a:spLocks xmlns:a="http://schemas.openxmlformats.org/drawingml/2006/main" noGrp="1"/>
          </p:cNvSpPr>
          <p:nvPr/>
        </p:nvSpPr>
        <p:spPr>
          <a:xfrm xmlns:a="http://schemas.openxmlformats.org/drawingml/2006/main">
            <a:off x="2386584" y="3200400"/>
            <a:ext cx="122529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32" name="Google Shape;1232;p19">
            <a:extLst xmlns:a="http://schemas.openxmlformats.org/drawingml/2006/main">
              <a:ext uri="{FF2B5EF4-FFF2-40B4-BE49-F238E27FC236}">
                <a16:creationId xmlns:a16="http://schemas.microsoft.com/office/drawing/2014/main" id="{43FAABCF-CEA8-405C-982B-6E2627339C60}"/>
              </a:ext>
            </a:extLst>
          </p:cNvPr>
          <p:cNvSpPr>
            <a:spLocks xmlns:a="http://schemas.openxmlformats.org/drawingml/2006/main" noGrp="1"/>
          </p:cNvSpPr>
          <p:nvPr/>
        </p:nvSpPr>
        <p:spPr>
          <a:xfrm xmlns:a="http://schemas.openxmlformats.org/drawingml/2006/main">
            <a:off x="3666744" y="3200400"/>
            <a:ext cx="51572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 for weight]</a:t>
            </a:r>
            <a:endParaRPr sz="850" b="0" i="0" u="none" cap="none">
              <a:solidFill>
                <a:schemeClr val="dk1"/>
              </a:solidFill>
              <a:latin typeface="Arial"/>
              <a:ea typeface="Arial"/>
              <a:cs typeface="Arial"/>
            </a:endParaRPr>
          </a:p>
        </p:txBody>
      </p:sp>
      <p:cxnSp>
        <p:nvCxnSpPr>
          <p:cNvPr id="1454" name="Google Shape;1233;p19"/>
          <p:cNvCxnSpPr/>
          <p:nvPr/>
        </p:nvCxnSpPr>
        <p:spPr>
          <a:xfrm xmlns:a="http://schemas.openxmlformats.org/drawingml/2006/main">
            <a:off x="320040" y="366857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34" name="Google Shape;1234;p19">
            <a:extLst xmlns:a="http://schemas.openxmlformats.org/drawingml/2006/main">
              <a:ext uri="{FF2B5EF4-FFF2-40B4-BE49-F238E27FC236}">
                <a16:creationId xmlns:a16="http://schemas.microsoft.com/office/drawing/2014/main" id="{E1A2EAFD-ECB3-4186-81CE-5CE0EDE83D52}"/>
              </a:ext>
            </a:extLst>
          </p:cNvPr>
          <p:cNvSpPr>
            <a:spLocks xmlns:a="http://schemas.openxmlformats.org/drawingml/2006/main" noGrp="1"/>
          </p:cNvSpPr>
          <p:nvPr/>
        </p:nvSpPr>
        <p:spPr>
          <a:xfrm xmlns:a="http://schemas.openxmlformats.org/drawingml/2006/main">
            <a:off x="374904" y="3434486"/>
            <a:ext cx="19568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Criterion 2</a:t>
            </a:r>
            <a:endParaRPr sz="850" b="0" i="0" u="none" cap="none">
              <a:solidFill>
                <a:schemeClr val="dk1"/>
              </a:solidFill>
              <a:latin typeface="Arial"/>
              <a:ea typeface="Arial"/>
              <a:cs typeface="Arial"/>
            </a:endParaRPr>
          </a:p>
        </p:txBody>
      </p:sp>
      <p:sp>
        <p:nvSpPr>
          <p:cNvPr id="1235" name="Google Shape;1235;p19">
            <a:extLst xmlns:a="http://schemas.openxmlformats.org/drawingml/2006/main">
              <a:ext uri="{FF2B5EF4-FFF2-40B4-BE49-F238E27FC236}">
                <a16:creationId xmlns:a16="http://schemas.microsoft.com/office/drawing/2014/main" id="{2D341A1C-5E49-47DE-B03A-7C606B2F4D32}"/>
              </a:ext>
            </a:extLst>
          </p:cNvPr>
          <p:cNvSpPr>
            <a:spLocks xmlns:a="http://schemas.openxmlformats.org/drawingml/2006/main" noGrp="1"/>
          </p:cNvSpPr>
          <p:nvPr/>
        </p:nvSpPr>
        <p:spPr>
          <a:xfrm xmlns:a="http://schemas.openxmlformats.org/drawingml/2006/main">
            <a:off x="2386584" y="3434486"/>
            <a:ext cx="122529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36" name="Google Shape;1236;p19">
            <a:extLst xmlns:a="http://schemas.openxmlformats.org/drawingml/2006/main">
              <a:ext uri="{FF2B5EF4-FFF2-40B4-BE49-F238E27FC236}">
                <a16:creationId xmlns:a16="http://schemas.microsoft.com/office/drawing/2014/main" id="{536771BA-1347-4D40-84BA-9A738C34EEAD}"/>
              </a:ext>
            </a:extLst>
          </p:cNvPr>
          <p:cNvSpPr>
            <a:spLocks xmlns:a="http://schemas.openxmlformats.org/drawingml/2006/main" noGrp="1"/>
          </p:cNvSpPr>
          <p:nvPr/>
        </p:nvSpPr>
        <p:spPr>
          <a:xfrm xmlns:a="http://schemas.openxmlformats.org/drawingml/2006/main">
            <a:off x="3666744" y="3434486"/>
            <a:ext cx="51572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 for weight]</a:t>
            </a:r>
            <a:endParaRPr sz="850" b="0" i="0" u="none" cap="none">
              <a:solidFill>
                <a:schemeClr val="dk1"/>
              </a:solidFill>
              <a:latin typeface="Arial"/>
              <a:ea typeface="Arial"/>
              <a:cs typeface="Arial"/>
            </a:endParaRPr>
          </a:p>
        </p:txBody>
      </p:sp>
      <p:sp>
        <p:nvSpPr>
          <p:cNvPr id="1237" name="Google Shape;1237;p19">
            <a:extLst xmlns:a="http://schemas.openxmlformats.org/drawingml/2006/main">
              <a:ext uri="{FF2B5EF4-FFF2-40B4-BE49-F238E27FC236}">
                <a16:creationId xmlns:a16="http://schemas.microsoft.com/office/drawing/2014/main" id="{CB8D0244-7796-42F8-9E79-17F6F7C7DEA6}"/>
              </a:ext>
            </a:extLst>
          </p:cNvPr>
          <p:cNvSpPr>
            <a:spLocks xmlns:a="http://schemas.openxmlformats.org/drawingml/2006/main" noGrp="1"/>
          </p:cNvSpPr>
          <p:nvPr/>
        </p:nvSpPr>
        <p:spPr>
          <a:xfrm xmlns:a="http://schemas.openxmlformats.org/drawingml/2006/main">
            <a:off x="320040" y="3668573"/>
            <a:ext cx="8503920" cy="23408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59" name="Google Shape;1238;p19"/>
          <p:cNvCxnSpPr/>
          <p:nvPr/>
        </p:nvCxnSpPr>
        <p:spPr>
          <a:xfrm xmlns:a="http://schemas.openxmlformats.org/drawingml/2006/main">
            <a:off x="320040" y="3902659"/>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39" name="Google Shape;1239;p19">
            <a:extLst xmlns:a="http://schemas.openxmlformats.org/drawingml/2006/main">
              <a:ext uri="{FF2B5EF4-FFF2-40B4-BE49-F238E27FC236}">
                <a16:creationId xmlns:a16="http://schemas.microsoft.com/office/drawing/2014/main" id="{0D6FF38F-BC8F-4607-9DEC-44192DDF3529}"/>
              </a:ext>
            </a:extLst>
          </p:cNvPr>
          <p:cNvSpPr>
            <a:spLocks xmlns:a="http://schemas.openxmlformats.org/drawingml/2006/main" noGrp="1"/>
          </p:cNvSpPr>
          <p:nvPr/>
        </p:nvSpPr>
        <p:spPr>
          <a:xfrm xmlns:a="http://schemas.openxmlformats.org/drawingml/2006/main">
            <a:off x="374904" y="3668573"/>
            <a:ext cx="19568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Criterion 3</a:t>
            </a:r>
            <a:endParaRPr sz="850" b="0" i="0" u="none" cap="none">
              <a:solidFill>
                <a:schemeClr val="dk1"/>
              </a:solidFill>
              <a:latin typeface="Arial"/>
              <a:ea typeface="Arial"/>
              <a:cs typeface="Arial"/>
            </a:endParaRPr>
          </a:p>
        </p:txBody>
      </p:sp>
      <p:sp>
        <p:nvSpPr>
          <p:cNvPr id="1240" name="Google Shape;1240;p19">
            <a:extLst xmlns:a="http://schemas.openxmlformats.org/drawingml/2006/main">
              <a:ext uri="{FF2B5EF4-FFF2-40B4-BE49-F238E27FC236}">
                <a16:creationId xmlns:a16="http://schemas.microsoft.com/office/drawing/2014/main" id="{660587B5-C765-4E17-A51A-8029FA92B4F3}"/>
              </a:ext>
            </a:extLst>
          </p:cNvPr>
          <p:cNvSpPr>
            <a:spLocks xmlns:a="http://schemas.openxmlformats.org/drawingml/2006/main" noGrp="1"/>
          </p:cNvSpPr>
          <p:nvPr/>
        </p:nvSpPr>
        <p:spPr>
          <a:xfrm xmlns:a="http://schemas.openxmlformats.org/drawingml/2006/main">
            <a:off x="2386584" y="3668573"/>
            <a:ext cx="122529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41" name="Google Shape;1241;p19">
            <a:extLst xmlns:a="http://schemas.openxmlformats.org/drawingml/2006/main">
              <a:ext uri="{FF2B5EF4-FFF2-40B4-BE49-F238E27FC236}">
                <a16:creationId xmlns:a16="http://schemas.microsoft.com/office/drawing/2014/main" id="{7044817E-ED03-414D-B6A9-CF4965EBC60C}"/>
              </a:ext>
            </a:extLst>
          </p:cNvPr>
          <p:cNvSpPr>
            <a:spLocks xmlns:a="http://schemas.openxmlformats.org/drawingml/2006/main" noGrp="1"/>
          </p:cNvSpPr>
          <p:nvPr/>
        </p:nvSpPr>
        <p:spPr>
          <a:xfrm xmlns:a="http://schemas.openxmlformats.org/drawingml/2006/main">
            <a:off x="3666744" y="3668573"/>
            <a:ext cx="51572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 for weight]</a:t>
            </a:r>
            <a:endParaRPr sz="850" b="0" i="0" u="none" cap="none">
              <a:solidFill>
                <a:schemeClr val="dk1"/>
              </a:solidFill>
              <a:latin typeface="Arial"/>
              <a:ea typeface="Arial"/>
              <a:cs typeface="Arial"/>
            </a:endParaRPr>
          </a:p>
        </p:txBody>
      </p:sp>
      <p:cxnSp>
        <p:nvCxnSpPr>
          <p:cNvPr id="1463" name="Google Shape;1242;p19"/>
          <p:cNvCxnSpPr/>
          <p:nvPr/>
        </p:nvCxnSpPr>
        <p:spPr>
          <a:xfrm xmlns:a="http://schemas.openxmlformats.org/drawingml/2006/main">
            <a:off x="320040" y="413674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43" name="Google Shape;1243;p19">
            <a:extLst xmlns:a="http://schemas.openxmlformats.org/drawingml/2006/main">
              <a:ext uri="{FF2B5EF4-FFF2-40B4-BE49-F238E27FC236}">
                <a16:creationId xmlns:a16="http://schemas.microsoft.com/office/drawing/2014/main" id="{AFC8842E-6E3D-402C-B115-A4BBFA90944C}"/>
              </a:ext>
            </a:extLst>
          </p:cNvPr>
          <p:cNvSpPr>
            <a:spLocks xmlns:a="http://schemas.openxmlformats.org/drawingml/2006/main" noGrp="1"/>
          </p:cNvSpPr>
          <p:nvPr/>
        </p:nvSpPr>
        <p:spPr>
          <a:xfrm xmlns:a="http://schemas.openxmlformats.org/drawingml/2006/main">
            <a:off x="374904" y="3902659"/>
            <a:ext cx="19568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Criterion 4</a:t>
            </a:r>
            <a:endParaRPr sz="850" b="0" i="0" u="none" cap="none">
              <a:solidFill>
                <a:schemeClr val="dk1"/>
              </a:solidFill>
              <a:latin typeface="Arial"/>
              <a:ea typeface="Arial"/>
              <a:cs typeface="Arial"/>
            </a:endParaRPr>
          </a:p>
        </p:txBody>
      </p:sp>
      <p:sp>
        <p:nvSpPr>
          <p:cNvPr id="1244" name="Google Shape;1244;p19">
            <a:extLst xmlns:a="http://schemas.openxmlformats.org/drawingml/2006/main">
              <a:ext uri="{FF2B5EF4-FFF2-40B4-BE49-F238E27FC236}">
                <a16:creationId xmlns:a16="http://schemas.microsoft.com/office/drawing/2014/main" id="{DA132814-F40D-4934-A3A3-936EEBBCDEF9}"/>
              </a:ext>
            </a:extLst>
          </p:cNvPr>
          <p:cNvSpPr>
            <a:spLocks xmlns:a="http://schemas.openxmlformats.org/drawingml/2006/main" noGrp="1"/>
          </p:cNvSpPr>
          <p:nvPr/>
        </p:nvSpPr>
        <p:spPr>
          <a:xfrm xmlns:a="http://schemas.openxmlformats.org/drawingml/2006/main">
            <a:off x="2386584" y="3902659"/>
            <a:ext cx="122529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45" name="Google Shape;1245;p19">
            <a:extLst xmlns:a="http://schemas.openxmlformats.org/drawingml/2006/main">
              <a:ext uri="{FF2B5EF4-FFF2-40B4-BE49-F238E27FC236}">
                <a16:creationId xmlns:a16="http://schemas.microsoft.com/office/drawing/2014/main" id="{05757571-6D7E-4B65-9C44-0AC9C96F9F62}"/>
              </a:ext>
            </a:extLst>
          </p:cNvPr>
          <p:cNvSpPr>
            <a:spLocks xmlns:a="http://schemas.openxmlformats.org/drawingml/2006/main" noGrp="1"/>
          </p:cNvSpPr>
          <p:nvPr/>
        </p:nvSpPr>
        <p:spPr>
          <a:xfrm xmlns:a="http://schemas.openxmlformats.org/drawingml/2006/main">
            <a:off x="3666744" y="3902659"/>
            <a:ext cx="51572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 for weight]</a:t>
            </a:r>
            <a:endParaRPr sz="850" b="0" i="0" u="none" cap="none">
              <a:solidFill>
                <a:schemeClr val="dk1"/>
              </a:solidFill>
              <a:latin typeface="Arial"/>
              <a:ea typeface="Arial"/>
              <a:cs typeface="Arial"/>
            </a:endParaRPr>
          </a:p>
        </p:txBody>
      </p:sp>
      <p:sp>
        <p:nvSpPr>
          <p:cNvPr id="1246" name="Google Shape;1246;p19">
            <a:extLst xmlns:a="http://schemas.openxmlformats.org/drawingml/2006/main">
              <a:ext uri="{FF2B5EF4-FFF2-40B4-BE49-F238E27FC236}">
                <a16:creationId xmlns:a16="http://schemas.microsoft.com/office/drawing/2014/main" id="{5A17A1AB-740B-49B5-90F9-5AE03D26E13B}"/>
              </a:ext>
            </a:extLst>
          </p:cNvPr>
          <p:cNvSpPr>
            <a:spLocks xmlns:a="http://schemas.openxmlformats.org/drawingml/2006/main" noGrp="1"/>
          </p:cNvSpPr>
          <p:nvPr/>
        </p:nvSpPr>
        <p:spPr>
          <a:xfrm xmlns:a="http://schemas.openxmlformats.org/drawingml/2006/main">
            <a:off x="320040" y="4136746"/>
            <a:ext cx="8503920" cy="23408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468" name="Google Shape;1247;p19"/>
          <p:cNvCxnSpPr/>
          <p:nvPr/>
        </p:nvCxnSpPr>
        <p:spPr>
          <a:xfrm xmlns:a="http://schemas.openxmlformats.org/drawingml/2006/main">
            <a:off x="320040" y="437083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48" name="Google Shape;1248;p19">
            <a:extLst xmlns:a="http://schemas.openxmlformats.org/drawingml/2006/main">
              <a:ext uri="{FF2B5EF4-FFF2-40B4-BE49-F238E27FC236}">
                <a16:creationId xmlns:a16="http://schemas.microsoft.com/office/drawing/2014/main" id="{AECACD7C-6955-4E4A-B76B-7B42E188581C}"/>
              </a:ext>
            </a:extLst>
          </p:cNvPr>
          <p:cNvSpPr>
            <a:spLocks xmlns:a="http://schemas.openxmlformats.org/drawingml/2006/main" noGrp="1"/>
          </p:cNvSpPr>
          <p:nvPr/>
        </p:nvSpPr>
        <p:spPr>
          <a:xfrm xmlns:a="http://schemas.openxmlformats.org/drawingml/2006/main">
            <a:off x="374904" y="4136746"/>
            <a:ext cx="19568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Criterion 5</a:t>
            </a:r>
            <a:endParaRPr sz="850" b="0" i="0" u="none" cap="none">
              <a:solidFill>
                <a:schemeClr val="dk1"/>
              </a:solidFill>
              <a:latin typeface="Arial"/>
              <a:ea typeface="Arial"/>
              <a:cs typeface="Arial"/>
            </a:endParaRPr>
          </a:p>
        </p:txBody>
      </p:sp>
      <p:sp>
        <p:nvSpPr>
          <p:cNvPr id="1249" name="Google Shape;1249;p19">
            <a:extLst xmlns:a="http://schemas.openxmlformats.org/drawingml/2006/main">
              <a:ext uri="{FF2B5EF4-FFF2-40B4-BE49-F238E27FC236}">
                <a16:creationId xmlns:a16="http://schemas.microsoft.com/office/drawing/2014/main" id="{AE34E2D4-BB36-4696-B918-4BF8E1FE6D96}"/>
              </a:ext>
            </a:extLst>
          </p:cNvPr>
          <p:cNvSpPr>
            <a:spLocks xmlns:a="http://schemas.openxmlformats.org/drawingml/2006/main" noGrp="1"/>
          </p:cNvSpPr>
          <p:nvPr/>
        </p:nvSpPr>
        <p:spPr>
          <a:xfrm xmlns:a="http://schemas.openxmlformats.org/drawingml/2006/main">
            <a:off x="2386584" y="4136746"/>
            <a:ext cx="122529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___</a:t>
            </a:r>
            <a:endParaRPr sz="850" b="0" i="0" u="none" cap="none">
              <a:solidFill>
                <a:schemeClr val="dk1"/>
              </a:solidFill>
              <a:latin typeface="Arial"/>
              <a:ea typeface="Arial"/>
              <a:cs typeface="Arial"/>
            </a:endParaRPr>
          </a:p>
        </p:txBody>
      </p:sp>
      <p:sp>
        <p:nvSpPr>
          <p:cNvPr id="1250" name="Google Shape;1250;p19">
            <a:extLst xmlns:a="http://schemas.openxmlformats.org/drawingml/2006/main">
              <a:ext uri="{FF2B5EF4-FFF2-40B4-BE49-F238E27FC236}">
                <a16:creationId xmlns:a16="http://schemas.microsoft.com/office/drawing/2014/main" id="{4A7F3EC6-606E-4658-A7A1-573C54394AA3}"/>
              </a:ext>
            </a:extLst>
          </p:cNvPr>
          <p:cNvSpPr>
            <a:spLocks xmlns:a="http://schemas.openxmlformats.org/drawingml/2006/main" noGrp="1"/>
          </p:cNvSpPr>
          <p:nvPr/>
        </p:nvSpPr>
        <p:spPr>
          <a:xfrm xmlns:a="http://schemas.openxmlformats.org/drawingml/2006/main">
            <a:off x="3666744" y="4136746"/>
            <a:ext cx="5157216" cy="2340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 for weight]</a:t>
            </a:r>
            <a:endParaRPr sz="850" b="0" i="0" u="none" cap="none">
              <a:solidFill>
                <a:schemeClr val="dk1"/>
              </a:solidFill>
              <a:latin typeface="Arial"/>
              <a:ea typeface="Arial"/>
              <a:cs typeface="Arial"/>
            </a:endParaRPr>
          </a:p>
        </p:txBody>
      </p:sp>
      <p:sp>
        <p:nvSpPr>
          <p:cNvPr id="1251" name="Google Shape;1251;p19">
            <a:extLst xmlns:a="http://schemas.openxmlformats.org/drawingml/2006/main">
              <a:ext uri="{FF2B5EF4-FFF2-40B4-BE49-F238E27FC236}">
                <a16:creationId xmlns:a16="http://schemas.microsoft.com/office/drawing/2014/main" id="{5BBE5710-4146-4BC7-8FFE-52834AC167C9}"/>
              </a:ext>
            </a:extLst>
          </p:cNvPr>
          <p:cNvSpPr>
            <a:spLocks xmlns:a="http://schemas.openxmlformats.org/drawingml/2006/main" noGrp="1"/>
          </p:cNvSpPr>
          <p:nvPr/>
        </p:nvSpPr>
        <p:spPr>
          <a:xfrm xmlns:a="http://schemas.openxmlformats.org/drawingml/2006/main">
            <a:off x="320040" y="2999232"/>
            <a:ext cx="8503920" cy="13716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52" name="Google Shape;1252;p19">
            <a:extLst xmlns:a="http://schemas.openxmlformats.org/drawingml/2006/main">
              <a:ext uri="{FF2B5EF4-FFF2-40B4-BE49-F238E27FC236}">
                <a16:creationId xmlns:a16="http://schemas.microsoft.com/office/drawing/2014/main" id="{7B147EA0-3C2E-4BAD-BCE1-43380CE68FDA}"/>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191a6d521405428a"/>
              </a:rPr>
              <a:t>criteria-constraints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ace9914512d4491a"/>
              </a:rPr>
              <a:t>decision-matrix</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33226639"/>
      </p:ext>
    </p:extLst>
  </p:cSld>
</p:sld>
</file>

<file path=ppt/slides/slide18.xml><?xml version="1.0" encoding="utf-8"?>
<p:sld xmlns:p="http://schemas.openxmlformats.org/presentationml/2006/main">
  <p:cSld>
    <p:bg>
      <p:bgPr>
        <a:solidFill xmlns:a="http://schemas.openxmlformats.org/drawingml/2006/main">
          <a:srgbClr val="D97706"/>
        </a:solidFill>
      </p:bgPr>
    </p:bg>
    <p:spTree>
      <p:nvGrpSpPr>
        <p:cNvPr id="1" name=""/>
        <p:cNvGrpSpPr/>
        <p:nvPr/>
      </p:nvGrpSpPr>
      <p:grpSpPr>
        <a:xfrm xmlns:a="http://schemas.openxmlformats.org/drawingml/2006/main"/>
      </p:grpSpPr>
      <p:sp>
        <p:nvSpPr>
          <p:cNvPr id="1258" name="Google Shape;1258;p20">
            <a:extLst xmlns:a="http://schemas.openxmlformats.org/drawingml/2006/main">
              <a:ext uri="{FF2B5EF4-FFF2-40B4-BE49-F238E27FC236}">
                <a16:creationId xmlns:a16="http://schemas.microsoft.com/office/drawing/2014/main" id="{79D2F5E9-99BA-4A81-8779-4B2D0D9308E2}"/>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2</a:t>
            </a:r>
            <a:endParaRPr sz="15000" b="0" i="0" u="none" cap="none">
              <a:solidFill>
                <a:schemeClr val="dk1"/>
              </a:solidFill>
              <a:latin typeface="Arial"/>
              <a:ea typeface="Arial"/>
              <a:cs typeface="Arial"/>
            </a:endParaRPr>
          </a:p>
        </p:txBody>
      </p:sp>
      <p:sp>
        <p:nvSpPr>
          <p:cNvPr id="1259" name="Google Shape;1259;p20">
            <a:extLst xmlns:a="http://schemas.openxmlformats.org/drawingml/2006/main">
              <a:ext uri="{FF2B5EF4-FFF2-40B4-BE49-F238E27FC236}">
                <a16:creationId xmlns:a16="http://schemas.microsoft.com/office/drawing/2014/main" id="{987B90C4-DA8D-42A6-A829-1E1586297AF6}"/>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STEP 2</a:t>
            </a:r>
            <a:endParaRPr sz="1100" b="0" i="0" u="none" cap="none">
              <a:solidFill>
                <a:schemeClr val="dk1"/>
              </a:solidFill>
              <a:latin typeface="Arial"/>
              <a:ea typeface="Arial"/>
              <a:cs typeface="Arial"/>
            </a:endParaRPr>
          </a:p>
        </p:txBody>
      </p:sp>
      <p:sp>
        <p:nvSpPr>
          <p:cNvPr id="1260" name="Google Shape;1260;p20">
            <a:extLst xmlns:a="http://schemas.openxmlformats.org/drawingml/2006/main">
              <a:ext uri="{FF2B5EF4-FFF2-40B4-BE49-F238E27FC236}">
                <a16:creationId xmlns:a16="http://schemas.microsoft.com/office/drawing/2014/main" id="{B869B6B2-98E3-4F57-B022-FCDF3C43CAF5}"/>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BRAINSTORM &amp; RESEARCH</a:t>
            </a:r>
            <a:endParaRPr sz="3800" b="0" i="0" u="none" cap="none">
              <a:solidFill>
                <a:schemeClr val="dk1"/>
              </a:solidFill>
              <a:latin typeface="Arial"/>
              <a:ea typeface="Arial"/>
              <a:cs typeface="Arial"/>
            </a:endParaRPr>
          </a:p>
        </p:txBody>
      </p:sp>
      <p:sp>
        <p:nvSpPr>
          <p:cNvPr id="1261" name="Google Shape;1261;p20">
            <a:extLst xmlns:a="http://schemas.openxmlformats.org/drawingml/2006/main">
              <a:ext uri="{FF2B5EF4-FFF2-40B4-BE49-F238E27FC236}">
                <a16:creationId xmlns:a16="http://schemas.microsoft.com/office/drawing/2014/main" id="{5F42EB16-5A59-47B5-92EA-A0EB366DC41E}"/>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Multiple Concepts · Research Evidence · Historical Precedent</a:t>
            </a:r>
            <a:endParaRPr sz="1300" b="0" i="0" u="none" cap="none">
              <a:solidFill>
                <a:schemeClr val="dk1"/>
              </a:solidFill>
              <a:latin typeface="Arial"/>
              <a:ea typeface="Arial"/>
              <a:cs typeface="Arial"/>
            </a:endParaRPr>
          </a:p>
        </p:txBody>
      </p:sp>
      <p:sp>
        <p:nvSpPr>
          <p:cNvPr id="1262" name="Google Shape;1262;p20">
            <a:extLst xmlns:a="http://schemas.openxmlformats.org/drawingml/2006/main">
              <a:ext uri="{FF2B5EF4-FFF2-40B4-BE49-F238E27FC236}">
                <a16:creationId xmlns:a16="http://schemas.microsoft.com/office/drawing/2014/main" id="{00E7775B-6078-414F-BF2E-0A98619E3C54}"/>
              </a:ext>
            </a:extLst>
          </p:cNvPr>
          <p:cNvSpPr>
            <a:spLocks xmlns:a="http://schemas.openxmlformats.org/drawingml/2006/main" noGrp="1"/>
          </p:cNvSpPr>
          <p:nvPr/>
        </p:nvSpPr>
        <p:spPr>
          <a:xfrm xmlns:a="http://schemas.openxmlformats.org/drawingml/2006/main">
            <a:off x="2286000" y="27432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1" u="none" cap="none">
                <a:solidFill>
                  <a:srgbClr val="FFFFFF"/>
                </a:solidFill>
                <a:latin typeface="Arial"/>
                <a:ea typeface="Arial"/>
                <a:cs typeface="Arial"/>
              </a:rPr>
              <a:t>Minimum 3 concepts per subsystem for rubric credit. Research cited for each.</a:t>
            </a:r>
            <a:endParaRPr sz="1000" b="0" i="0" u="none" cap="none">
              <a:solidFill>
                <a:schemeClr val="dk1"/>
              </a:solidFill>
              <a:latin typeface="Arial"/>
              <a:ea typeface="Arial"/>
              <a:cs typeface="Arial"/>
            </a:endParaRPr>
          </a:p>
        </p:txBody>
      </p:sp>
      <p:sp>
        <p:nvSpPr>
          <p:cNvPr id="1263" name="Google Shape;1263;p20">
            <a:extLst xmlns:a="http://schemas.openxmlformats.org/drawingml/2006/main">
              <a:ext uri="{FF2B5EF4-FFF2-40B4-BE49-F238E27FC236}">
                <a16:creationId xmlns:a16="http://schemas.microsoft.com/office/drawing/2014/main" id="{BC5C5EB3-67D2-4272-8BD9-AE0F41927ED1}"/>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1264" name="Google Shape;1264;p20">
            <a:extLst xmlns:a="http://schemas.openxmlformats.org/drawingml/2006/main">
              <a:ext uri="{FF2B5EF4-FFF2-40B4-BE49-F238E27FC236}">
                <a16:creationId xmlns:a16="http://schemas.microsoft.com/office/drawing/2014/main" id="{6B097FA0-AD4F-4F18-98CE-C7CC9DF1FAC7}"/>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19:  Concept Brainstorm — Drivetrain</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20:  Concept Brainstorm — Intake</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21:  Concept Brainstorm — Scoring</a:t>
            </a:r>
            <a:endParaRPr sz="1100" b="0" i="0" u="none" cap="none">
              <a:solidFill>
                <a:schemeClr val="dk1"/>
              </a:solidFill>
              <a:latin typeface="Arial"/>
              <a:ea typeface="Arial"/>
              <a:cs typeface="Arial"/>
            </a:endParaRPr>
          </a:p>
        </p:txBody>
      </p:sp>
      <p:sp>
        <p:nvSpPr>
          <p:cNvPr id="1265" name="Google Shape;1265;p20">
            <a:extLst xmlns:a="http://schemas.openxmlformats.org/drawingml/2006/main">
              <a:ext uri="{FF2B5EF4-FFF2-40B4-BE49-F238E27FC236}">
                <a16:creationId xmlns:a16="http://schemas.microsoft.com/office/drawing/2014/main" id="{E674EAC1-665C-48A8-939C-E15F797AE6CC}"/>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22:  Concept Brainstorm — Defensive</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23:  Research Notes &amp; Historical Precedent</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Slides 24–27:  Subsystem Comparison Tables  (Drivetrain / Intake / Scoring / Defensive)</a:t>
            </a:r>
            <a:endParaRPr sz="1100" b="0" i="0" u="none" cap="none">
              <a:solidFill>
                <a:schemeClr val="dk1"/>
              </a:solidFill>
              <a:latin typeface="Arial"/>
              <a:ea typeface="Arial"/>
              <a:cs typeface="Arial"/>
            </a:endParaRPr>
          </a:p>
        </p:txBody>
      </p:sp>
      <p:sp>
        <p:nvSpPr>
          <p:cNvPr id="1266" name="Google Shape;1266;p20">
            <a:extLst xmlns:a="http://schemas.openxmlformats.org/drawingml/2006/main">
              <a:ext uri="{FF2B5EF4-FFF2-40B4-BE49-F238E27FC236}">
                <a16:creationId xmlns:a16="http://schemas.microsoft.com/office/drawing/2014/main" id="{7CD266C3-DF43-4F22-B0AF-8DF15584E4B6}"/>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18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193837062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72" name="Google Shape;1272;p21">
            <a:extLst xmlns:a="http://schemas.openxmlformats.org/drawingml/2006/main">
              <a:ext uri="{FF2B5EF4-FFF2-40B4-BE49-F238E27FC236}">
                <a16:creationId xmlns:a16="http://schemas.microsoft.com/office/drawing/2014/main" id="{A924C2DD-91D0-4813-90EB-BD87BE6F1EC4}"/>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73" name="Google Shape;1273;p21">
            <a:extLst xmlns:a="http://schemas.openxmlformats.org/drawingml/2006/main">
              <a:ext uri="{FF2B5EF4-FFF2-40B4-BE49-F238E27FC236}">
                <a16:creationId xmlns:a16="http://schemas.microsoft.com/office/drawing/2014/main" id="{8FFFE1B1-CCE9-4D44-9CBD-6FCE011AEFA6}"/>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DRIVETRAIN CONCEPTS</a:t>
            </a:r>
            <a:endParaRPr sz="1050" b="0" i="0" u="none" cap="none">
              <a:solidFill>
                <a:schemeClr val="dk1"/>
              </a:solidFill>
              <a:latin typeface="Arial"/>
              <a:ea typeface="Arial"/>
              <a:cs typeface="Arial"/>
            </a:endParaRPr>
          </a:p>
        </p:txBody>
      </p:sp>
      <p:sp>
        <p:nvSpPr>
          <p:cNvPr id="1274" name="Google Shape;1274;p21">
            <a:extLst xmlns:a="http://schemas.openxmlformats.org/drawingml/2006/main">
              <a:ext uri="{FF2B5EF4-FFF2-40B4-BE49-F238E27FC236}">
                <a16:creationId xmlns:a16="http://schemas.microsoft.com/office/drawing/2014/main" id="{F89A983C-5064-4199-B48C-E6AC0598EADA}"/>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275" name="Google Shape;1275;p21">
            <a:extLst xmlns:a="http://schemas.openxmlformats.org/drawingml/2006/main">
              <a:ext uri="{FF2B5EF4-FFF2-40B4-BE49-F238E27FC236}">
                <a16:creationId xmlns:a16="http://schemas.microsoft.com/office/drawing/2014/main" id="{3A273E47-8AB5-45D3-9AD2-D5143E44C613}"/>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Concept Brainstorm — Mobility &amp; Routing</a:t>
            </a:r>
            <a:endParaRPr sz="2200" b="0" i="0" u="none" cap="none">
              <a:solidFill>
                <a:schemeClr val="dk1"/>
              </a:solidFill>
              <a:latin typeface="Arial"/>
              <a:ea typeface="Arial"/>
              <a:cs typeface="Arial"/>
            </a:endParaRPr>
          </a:p>
        </p:txBody>
      </p:sp>
      <p:sp>
        <p:nvSpPr>
          <p:cNvPr id="1276" name="Google Shape;1276;p21">
            <a:extLst xmlns:a="http://schemas.openxmlformats.org/drawingml/2006/main">
              <a:ext uri="{FF2B5EF4-FFF2-40B4-BE49-F238E27FC236}">
                <a16:creationId xmlns:a16="http://schemas.microsoft.com/office/drawing/2014/main" id="{469CD24E-3328-4AB9-87B2-0F826FB740CA}"/>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Minimum 3 concepts for mobility base. Each concept: name · labeled sketch · 2+ pros · 2+ cons · historical precedent if known.</a:t>
            </a:r>
            <a:endParaRPr sz="900" b="0" i="0" u="none" cap="none">
              <a:solidFill>
                <a:schemeClr val="dk1"/>
              </a:solidFill>
              <a:latin typeface="Arial"/>
              <a:ea typeface="Arial"/>
              <a:cs typeface="Arial"/>
            </a:endParaRPr>
          </a:p>
        </p:txBody>
      </p:sp>
      <p:sp>
        <p:nvSpPr>
          <p:cNvPr id="1277" name="Google Shape;1277;p21">
            <a:extLst xmlns:a="http://schemas.openxmlformats.org/drawingml/2006/main">
              <a:ext uri="{FF2B5EF4-FFF2-40B4-BE49-F238E27FC236}">
                <a16:creationId xmlns:a16="http://schemas.microsoft.com/office/drawing/2014/main" id="{64A13012-3F78-4F3B-975D-A4CC2508EF3D}"/>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78" name="Google Shape;1278;p21">
            <a:extLst xmlns:a="http://schemas.openxmlformats.org/drawingml/2006/main">
              <a:ext uri="{FF2B5EF4-FFF2-40B4-BE49-F238E27FC236}">
                <a16:creationId xmlns:a16="http://schemas.microsoft.com/office/drawing/2014/main" id="{3CBF9E47-7531-4D05-8222-47683989726A}"/>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19 / 61</a:t>
            </a:r>
            <a:endParaRPr sz="900" b="0" i="0" u="none" cap="none">
              <a:solidFill>
                <a:schemeClr val="dk1"/>
              </a:solidFill>
              <a:latin typeface="Arial"/>
              <a:ea typeface="Arial"/>
              <a:cs typeface="Arial"/>
            </a:endParaRPr>
          </a:p>
        </p:txBody>
      </p:sp>
      <p:sp>
        <p:nvSpPr>
          <p:cNvPr id="1279" name="Google Shape;1279;p21">
            <a:extLst xmlns:a="http://schemas.openxmlformats.org/drawingml/2006/main">
              <a:ext uri="{FF2B5EF4-FFF2-40B4-BE49-F238E27FC236}">
                <a16:creationId xmlns:a16="http://schemas.microsoft.com/office/drawing/2014/main" id="{ACD8BA56-D962-45C3-9900-2660F403B576}"/>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280" name="Google Shape;1280;p21">
            <a:extLst xmlns:a="http://schemas.openxmlformats.org/drawingml/2006/main">
              <a:ext uri="{FF2B5EF4-FFF2-40B4-BE49-F238E27FC236}">
                <a16:creationId xmlns:a16="http://schemas.microsoft.com/office/drawing/2014/main" id="{C68B9BD2-27E4-4FE4-9C50-F7BB486CC875}"/>
              </a:ext>
            </a:extLst>
          </p:cNvPr>
          <p:cNvSpPr>
            <a:spLocks xmlns:a="http://schemas.openxmlformats.org/drawingml/2006/main" noGrp="1"/>
          </p:cNvSpPr>
          <p:nvPr/>
        </p:nvSpPr>
        <p:spPr>
          <a:xfrm xmlns:a="http://schemas.openxmlformats.org/drawingml/2006/main">
            <a:off x="32004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81" name="Google Shape;1281;p21">
            <a:extLst xmlns:a="http://schemas.openxmlformats.org/drawingml/2006/main">
              <a:ext uri="{FF2B5EF4-FFF2-40B4-BE49-F238E27FC236}">
                <a16:creationId xmlns:a16="http://schemas.microsoft.com/office/drawing/2014/main" id="{8A0D22AB-8895-49CA-A7CD-04E387EAB4D7}"/>
              </a:ext>
            </a:extLst>
          </p:cNvPr>
          <p:cNvSpPr>
            <a:spLocks xmlns:a="http://schemas.openxmlformats.org/drawingml/2006/main" noGrp="1"/>
          </p:cNvSpPr>
          <p:nvPr/>
        </p:nvSpPr>
        <p:spPr>
          <a:xfrm xmlns:a="http://schemas.openxmlformats.org/drawingml/2006/main">
            <a:off x="32004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82" name="Google Shape;1282;p21">
            <a:extLst xmlns:a="http://schemas.openxmlformats.org/drawingml/2006/main">
              <a:ext uri="{FF2B5EF4-FFF2-40B4-BE49-F238E27FC236}">
                <a16:creationId xmlns:a16="http://schemas.microsoft.com/office/drawing/2014/main" id="{95DA48EE-FB0D-4BBB-BBCE-EEB4E83EC10C}"/>
              </a:ext>
            </a:extLst>
          </p:cNvPr>
          <p:cNvSpPr>
            <a:spLocks xmlns:a="http://schemas.openxmlformats.org/drawingml/2006/main" noGrp="1"/>
          </p:cNvSpPr>
          <p:nvPr/>
        </p:nvSpPr>
        <p:spPr>
          <a:xfrm xmlns:a="http://schemas.openxmlformats.org/drawingml/2006/main">
            <a:off x="41148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1</a:t>
            </a:r>
            <a:endParaRPr sz="1000" b="0" i="0" u="none" cap="none">
              <a:solidFill>
                <a:schemeClr val="dk1"/>
              </a:solidFill>
              <a:latin typeface="Arial"/>
              <a:ea typeface="Arial"/>
              <a:cs typeface="Arial"/>
            </a:endParaRPr>
          </a:p>
        </p:txBody>
      </p:sp>
      <p:sp>
        <p:nvSpPr>
          <p:cNvPr id="1283" name="Google Shape;1283;p21">
            <a:extLst xmlns:a="http://schemas.openxmlformats.org/drawingml/2006/main">
              <a:ext uri="{FF2B5EF4-FFF2-40B4-BE49-F238E27FC236}">
                <a16:creationId xmlns:a16="http://schemas.microsoft.com/office/drawing/2014/main" id="{208BB2C0-3C36-45E5-99E9-6AFF21A8CE10}"/>
              </a:ext>
            </a:extLst>
          </p:cNvPr>
          <p:cNvSpPr>
            <a:spLocks xmlns:a="http://schemas.openxmlformats.org/drawingml/2006/main" noGrp="1"/>
          </p:cNvSpPr>
          <p:nvPr/>
        </p:nvSpPr>
        <p:spPr>
          <a:xfrm xmlns:a="http://schemas.openxmlformats.org/drawingml/2006/main">
            <a:off x="41148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410" name="Google Shape;1284;p21"/>
          <p:cNvCxnSpPr/>
          <p:nvPr/>
        </p:nvCxnSpPr>
        <p:spPr>
          <a:xfrm xmlns:a="http://schemas.openxmlformats.org/drawingml/2006/main">
            <a:off x="100584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85" name="Google Shape;1285;p21">
            <a:extLst xmlns:a="http://schemas.openxmlformats.org/drawingml/2006/main">
              <a:ext uri="{FF2B5EF4-FFF2-40B4-BE49-F238E27FC236}">
                <a16:creationId xmlns:a16="http://schemas.microsoft.com/office/drawing/2014/main" id="{71E6D969-E509-44AC-80C1-8AF961E6A964}"/>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86" name="Google Shape;1286;p21">
            <a:extLst xmlns:a="http://schemas.openxmlformats.org/drawingml/2006/main">
              <a:ext uri="{FF2B5EF4-FFF2-40B4-BE49-F238E27FC236}">
                <a16:creationId xmlns:a16="http://schemas.microsoft.com/office/drawing/2014/main" id="{915A0A0F-F77E-4877-8AE6-85E18909EAE5}"/>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287" name="Google Shape;1287;p21">
            <a:extLst xmlns:a="http://schemas.openxmlformats.org/drawingml/2006/main">
              <a:ext uri="{FF2B5EF4-FFF2-40B4-BE49-F238E27FC236}">
                <a16:creationId xmlns:a16="http://schemas.microsoft.com/office/drawing/2014/main" id="{B952DB5A-12F3-4000-9EBE-499E62405CC3}"/>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88" name="Google Shape;1288;p21">
            <a:extLst xmlns:a="http://schemas.openxmlformats.org/drawingml/2006/main">
              <a:ext uri="{FF2B5EF4-FFF2-40B4-BE49-F238E27FC236}">
                <a16:creationId xmlns:a16="http://schemas.microsoft.com/office/drawing/2014/main" id="{85909322-165C-40F8-B506-41978C635477}"/>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289" name="Google Shape;1289;p21">
            <a:extLst xmlns:a="http://schemas.openxmlformats.org/drawingml/2006/main">
              <a:ext uri="{FF2B5EF4-FFF2-40B4-BE49-F238E27FC236}">
                <a16:creationId xmlns:a16="http://schemas.microsoft.com/office/drawing/2014/main" id="{9D9F3BC4-380D-4F82-9E3C-0ECFF32BDB7D}"/>
              </a:ext>
            </a:extLst>
          </p:cNvPr>
          <p:cNvSpPr>
            <a:spLocks xmlns:a="http://schemas.openxmlformats.org/drawingml/2006/main" noGrp="1"/>
          </p:cNvSpPr>
          <p:nvPr/>
        </p:nvSpPr>
        <p:spPr>
          <a:xfrm xmlns:a="http://schemas.openxmlformats.org/drawingml/2006/main">
            <a:off x="4297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290" name="Google Shape;1290;p21">
            <a:extLst xmlns:a="http://schemas.openxmlformats.org/drawingml/2006/main">
              <a:ext uri="{FF2B5EF4-FFF2-40B4-BE49-F238E27FC236}">
                <a16:creationId xmlns:a16="http://schemas.microsoft.com/office/drawing/2014/main" id="{5B446E94-7FCD-4E7F-9398-42AF860B2CB3}"/>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91" name="Google Shape;1291;p21">
            <a:extLst xmlns:a="http://schemas.openxmlformats.org/drawingml/2006/main">
              <a:ext uri="{FF2B5EF4-FFF2-40B4-BE49-F238E27FC236}">
                <a16:creationId xmlns:a16="http://schemas.microsoft.com/office/drawing/2014/main" id="{D46682E9-F664-4553-8AD2-1745E9B3EAFB}"/>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292" name="Google Shape;1292;p21">
            <a:extLst xmlns:a="http://schemas.openxmlformats.org/drawingml/2006/main">
              <a:ext uri="{FF2B5EF4-FFF2-40B4-BE49-F238E27FC236}">
                <a16:creationId xmlns:a16="http://schemas.microsoft.com/office/drawing/2014/main" id="{059665EE-FC51-4327-AAC8-930FB6BD575A}"/>
              </a:ext>
            </a:extLst>
          </p:cNvPr>
          <p:cNvSpPr>
            <a:spLocks xmlns:a="http://schemas.openxmlformats.org/drawingml/2006/main" noGrp="1"/>
          </p:cNvSpPr>
          <p:nvPr/>
        </p:nvSpPr>
        <p:spPr>
          <a:xfrm xmlns:a="http://schemas.openxmlformats.org/drawingml/2006/main">
            <a:off x="175564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293" name="Google Shape;1293;p21">
            <a:extLst xmlns:a="http://schemas.openxmlformats.org/drawingml/2006/main">
              <a:ext uri="{FF2B5EF4-FFF2-40B4-BE49-F238E27FC236}">
                <a16:creationId xmlns:a16="http://schemas.microsoft.com/office/drawing/2014/main" id="{5178921B-02F1-4A1A-9FA8-1334FDF42C2E}"/>
              </a:ext>
            </a:extLst>
          </p:cNvPr>
          <p:cNvSpPr>
            <a:spLocks xmlns:a="http://schemas.openxmlformats.org/drawingml/2006/main" noGrp="1"/>
          </p:cNvSpPr>
          <p:nvPr/>
        </p:nvSpPr>
        <p:spPr>
          <a:xfrm xmlns:a="http://schemas.openxmlformats.org/drawingml/2006/main">
            <a:off x="320040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94" name="Google Shape;1294;p21">
            <a:extLst xmlns:a="http://schemas.openxmlformats.org/drawingml/2006/main">
              <a:ext uri="{FF2B5EF4-FFF2-40B4-BE49-F238E27FC236}">
                <a16:creationId xmlns:a16="http://schemas.microsoft.com/office/drawing/2014/main" id="{F4FDDCDF-2DB5-4703-994F-1268ECCB42BD}"/>
              </a:ext>
            </a:extLst>
          </p:cNvPr>
          <p:cNvSpPr>
            <a:spLocks xmlns:a="http://schemas.openxmlformats.org/drawingml/2006/main" noGrp="1"/>
          </p:cNvSpPr>
          <p:nvPr/>
        </p:nvSpPr>
        <p:spPr>
          <a:xfrm xmlns:a="http://schemas.openxmlformats.org/drawingml/2006/main">
            <a:off x="320040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95" name="Google Shape;1295;p21">
            <a:extLst xmlns:a="http://schemas.openxmlformats.org/drawingml/2006/main">
              <a:ext uri="{FF2B5EF4-FFF2-40B4-BE49-F238E27FC236}">
                <a16:creationId xmlns:a16="http://schemas.microsoft.com/office/drawing/2014/main" id="{74EEF223-6CE2-4E80-A162-34722F0EF92A}"/>
              </a:ext>
            </a:extLst>
          </p:cNvPr>
          <p:cNvSpPr>
            <a:spLocks xmlns:a="http://schemas.openxmlformats.org/drawingml/2006/main" noGrp="1"/>
          </p:cNvSpPr>
          <p:nvPr/>
        </p:nvSpPr>
        <p:spPr>
          <a:xfrm xmlns:a="http://schemas.openxmlformats.org/drawingml/2006/main">
            <a:off x="329184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2</a:t>
            </a:r>
            <a:endParaRPr sz="1000" b="0" i="0" u="none" cap="none">
              <a:solidFill>
                <a:schemeClr val="dk1"/>
              </a:solidFill>
              <a:latin typeface="Arial"/>
              <a:ea typeface="Arial"/>
              <a:cs typeface="Arial"/>
            </a:endParaRPr>
          </a:p>
        </p:txBody>
      </p:sp>
      <p:sp>
        <p:nvSpPr>
          <p:cNvPr id="1296" name="Google Shape;1296;p21">
            <a:extLst xmlns:a="http://schemas.openxmlformats.org/drawingml/2006/main">
              <a:ext uri="{FF2B5EF4-FFF2-40B4-BE49-F238E27FC236}">
                <a16:creationId xmlns:a16="http://schemas.microsoft.com/office/drawing/2014/main" id="{4E730841-AAD0-4F0D-AFC4-6F97DD6C844C}"/>
              </a:ext>
            </a:extLst>
          </p:cNvPr>
          <p:cNvSpPr>
            <a:spLocks xmlns:a="http://schemas.openxmlformats.org/drawingml/2006/main" noGrp="1"/>
          </p:cNvSpPr>
          <p:nvPr/>
        </p:nvSpPr>
        <p:spPr>
          <a:xfrm xmlns:a="http://schemas.openxmlformats.org/drawingml/2006/main">
            <a:off x="329184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423" name="Google Shape;1297;p21"/>
          <p:cNvCxnSpPr/>
          <p:nvPr/>
        </p:nvCxnSpPr>
        <p:spPr>
          <a:xfrm xmlns:a="http://schemas.openxmlformats.org/drawingml/2006/main">
            <a:off x="388620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298" name="Google Shape;1298;p21">
            <a:extLst xmlns:a="http://schemas.openxmlformats.org/drawingml/2006/main">
              <a:ext uri="{FF2B5EF4-FFF2-40B4-BE49-F238E27FC236}">
                <a16:creationId xmlns:a16="http://schemas.microsoft.com/office/drawing/2014/main" id="{59B37688-FD2E-4E69-B741-6B4E3EE3E53C}"/>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299" name="Google Shape;1299;p21">
            <a:extLst xmlns:a="http://schemas.openxmlformats.org/drawingml/2006/main">
              <a:ext uri="{FF2B5EF4-FFF2-40B4-BE49-F238E27FC236}">
                <a16:creationId xmlns:a16="http://schemas.microsoft.com/office/drawing/2014/main" id="{F57A55B8-3F33-4D50-B9A3-46BB47343347}"/>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300" name="Google Shape;1300;p21">
            <a:extLst xmlns:a="http://schemas.openxmlformats.org/drawingml/2006/main">
              <a:ext uri="{FF2B5EF4-FFF2-40B4-BE49-F238E27FC236}">
                <a16:creationId xmlns:a16="http://schemas.microsoft.com/office/drawing/2014/main" id="{C8D8865A-E307-48CE-9C6B-8CB634C8F73D}"/>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01" name="Google Shape;1301;p21">
            <a:extLst xmlns:a="http://schemas.openxmlformats.org/drawingml/2006/main">
              <a:ext uri="{FF2B5EF4-FFF2-40B4-BE49-F238E27FC236}">
                <a16:creationId xmlns:a16="http://schemas.microsoft.com/office/drawing/2014/main" id="{571BD3DC-F83C-42C7-AECC-A18ACFDBFEB1}"/>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302" name="Google Shape;1302;p21">
            <a:extLst xmlns:a="http://schemas.openxmlformats.org/drawingml/2006/main">
              <a:ext uri="{FF2B5EF4-FFF2-40B4-BE49-F238E27FC236}">
                <a16:creationId xmlns:a16="http://schemas.microsoft.com/office/drawing/2014/main" id="{78F44583-9545-4467-AF49-DCCEEEADB28A}"/>
              </a:ext>
            </a:extLst>
          </p:cNvPr>
          <p:cNvSpPr>
            <a:spLocks xmlns:a="http://schemas.openxmlformats.org/drawingml/2006/main" noGrp="1"/>
          </p:cNvSpPr>
          <p:nvPr/>
        </p:nvSpPr>
        <p:spPr>
          <a:xfrm xmlns:a="http://schemas.openxmlformats.org/drawingml/2006/main">
            <a:off x="331012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303" name="Google Shape;1303;p21">
            <a:extLst xmlns:a="http://schemas.openxmlformats.org/drawingml/2006/main">
              <a:ext uri="{FF2B5EF4-FFF2-40B4-BE49-F238E27FC236}">
                <a16:creationId xmlns:a16="http://schemas.microsoft.com/office/drawing/2014/main" id="{F4818DE1-976D-43E3-938B-29CA76C50268}"/>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04" name="Google Shape;1304;p21">
            <a:extLst xmlns:a="http://schemas.openxmlformats.org/drawingml/2006/main">
              <a:ext uri="{FF2B5EF4-FFF2-40B4-BE49-F238E27FC236}">
                <a16:creationId xmlns:a16="http://schemas.microsoft.com/office/drawing/2014/main" id="{B1D54D0E-FD7F-4661-85DD-B47A2226F2EB}"/>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305" name="Google Shape;1305;p21">
            <a:extLst xmlns:a="http://schemas.openxmlformats.org/drawingml/2006/main">
              <a:ext uri="{FF2B5EF4-FFF2-40B4-BE49-F238E27FC236}">
                <a16:creationId xmlns:a16="http://schemas.microsoft.com/office/drawing/2014/main" id="{85F13452-CEC4-4AD9-AC15-626270E08E20}"/>
              </a:ext>
            </a:extLst>
          </p:cNvPr>
          <p:cNvSpPr>
            <a:spLocks xmlns:a="http://schemas.openxmlformats.org/drawingml/2006/main" noGrp="1"/>
          </p:cNvSpPr>
          <p:nvPr/>
        </p:nvSpPr>
        <p:spPr>
          <a:xfrm xmlns:a="http://schemas.openxmlformats.org/drawingml/2006/main">
            <a:off x="463600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306" name="Google Shape;1306;p21">
            <a:extLst xmlns:a="http://schemas.openxmlformats.org/drawingml/2006/main">
              <a:ext uri="{FF2B5EF4-FFF2-40B4-BE49-F238E27FC236}">
                <a16:creationId xmlns:a16="http://schemas.microsoft.com/office/drawing/2014/main" id="{63562605-0A0A-4E25-84DD-355E1959EC10}"/>
              </a:ext>
            </a:extLst>
          </p:cNvPr>
          <p:cNvSpPr>
            <a:spLocks xmlns:a="http://schemas.openxmlformats.org/drawingml/2006/main" noGrp="1"/>
          </p:cNvSpPr>
          <p:nvPr/>
        </p:nvSpPr>
        <p:spPr>
          <a:xfrm xmlns:a="http://schemas.openxmlformats.org/drawingml/2006/main">
            <a:off x="608076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07" name="Google Shape;1307;p21">
            <a:extLst xmlns:a="http://schemas.openxmlformats.org/drawingml/2006/main">
              <a:ext uri="{FF2B5EF4-FFF2-40B4-BE49-F238E27FC236}">
                <a16:creationId xmlns:a16="http://schemas.microsoft.com/office/drawing/2014/main" id="{E3251875-B73F-4869-92D2-0AF0E0BB5CDF}"/>
              </a:ext>
            </a:extLst>
          </p:cNvPr>
          <p:cNvSpPr>
            <a:spLocks xmlns:a="http://schemas.openxmlformats.org/drawingml/2006/main" noGrp="1"/>
          </p:cNvSpPr>
          <p:nvPr/>
        </p:nvSpPr>
        <p:spPr>
          <a:xfrm xmlns:a="http://schemas.openxmlformats.org/drawingml/2006/main">
            <a:off x="608076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08" name="Google Shape;1308;p21">
            <a:extLst xmlns:a="http://schemas.openxmlformats.org/drawingml/2006/main">
              <a:ext uri="{FF2B5EF4-FFF2-40B4-BE49-F238E27FC236}">
                <a16:creationId xmlns:a16="http://schemas.microsoft.com/office/drawing/2014/main" id="{BAF158C9-119A-43DA-8F2F-B964D88546F5}"/>
              </a:ext>
            </a:extLst>
          </p:cNvPr>
          <p:cNvSpPr>
            <a:spLocks xmlns:a="http://schemas.openxmlformats.org/drawingml/2006/main" noGrp="1"/>
          </p:cNvSpPr>
          <p:nvPr/>
        </p:nvSpPr>
        <p:spPr>
          <a:xfrm xmlns:a="http://schemas.openxmlformats.org/drawingml/2006/main">
            <a:off x="617220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3</a:t>
            </a:r>
            <a:endParaRPr sz="1000" b="0" i="0" u="none" cap="none">
              <a:solidFill>
                <a:schemeClr val="dk1"/>
              </a:solidFill>
              <a:latin typeface="Arial"/>
              <a:ea typeface="Arial"/>
              <a:cs typeface="Arial"/>
            </a:endParaRPr>
          </a:p>
        </p:txBody>
      </p:sp>
      <p:sp>
        <p:nvSpPr>
          <p:cNvPr id="1309" name="Google Shape;1309;p21">
            <a:extLst xmlns:a="http://schemas.openxmlformats.org/drawingml/2006/main">
              <a:ext uri="{FF2B5EF4-FFF2-40B4-BE49-F238E27FC236}">
                <a16:creationId xmlns:a16="http://schemas.microsoft.com/office/drawing/2014/main" id="{CEBBAAAD-D9A6-46B6-9AE9-7FFE6E208D42}"/>
              </a:ext>
            </a:extLst>
          </p:cNvPr>
          <p:cNvSpPr>
            <a:spLocks xmlns:a="http://schemas.openxmlformats.org/drawingml/2006/main" noGrp="1"/>
          </p:cNvSpPr>
          <p:nvPr/>
        </p:nvSpPr>
        <p:spPr>
          <a:xfrm xmlns:a="http://schemas.openxmlformats.org/drawingml/2006/main">
            <a:off x="617220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436" name="Google Shape;1310;p21"/>
          <p:cNvCxnSpPr/>
          <p:nvPr/>
        </p:nvCxnSpPr>
        <p:spPr>
          <a:xfrm xmlns:a="http://schemas.openxmlformats.org/drawingml/2006/main">
            <a:off x="676656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11" name="Google Shape;1311;p21">
            <a:extLst xmlns:a="http://schemas.openxmlformats.org/drawingml/2006/main">
              <a:ext uri="{FF2B5EF4-FFF2-40B4-BE49-F238E27FC236}">
                <a16:creationId xmlns:a16="http://schemas.microsoft.com/office/drawing/2014/main" id="{52C57D14-B1C1-426B-87BB-A4C4B50F1888}"/>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12" name="Google Shape;1312;p21">
            <a:extLst xmlns:a="http://schemas.openxmlformats.org/drawingml/2006/main">
              <a:ext uri="{FF2B5EF4-FFF2-40B4-BE49-F238E27FC236}">
                <a16:creationId xmlns:a16="http://schemas.microsoft.com/office/drawing/2014/main" id="{302D8494-EF48-46AF-BCB8-364E5A64009E}"/>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313" name="Google Shape;1313;p21">
            <a:extLst xmlns:a="http://schemas.openxmlformats.org/drawingml/2006/main">
              <a:ext uri="{FF2B5EF4-FFF2-40B4-BE49-F238E27FC236}">
                <a16:creationId xmlns:a16="http://schemas.microsoft.com/office/drawing/2014/main" id="{19EA8312-53AB-4D91-B62F-A8FF3332C792}"/>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14" name="Google Shape;1314;p21">
            <a:extLst xmlns:a="http://schemas.openxmlformats.org/drawingml/2006/main">
              <a:ext uri="{FF2B5EF4-FFF2-40B4-BE49-F238E27FC236}">
                <a16:creationId xmlns:a16="http://schemas.microsoft.com/office/drawing/2014/main" id="{1C117F44-8876-4D7D-AC94-041F8C4ADDB4}"/>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315" name="Google Shape;1315;p21">
            <a:extLst xmlns:a="http://schemas.openxmlformats.org/drawingml/2006/main">
              <a:ext uri="{FF2B5EF4-FFF2-40B4-BE49-F238E27FC236}">
                <a16:creationId xmlns:a16="http://schemas.microsoft.com/office/drawing/2014/main" id="{9AD8F455-3D02-4B72-A033-04D645D96804}"/>
              </a:ext>
            </a:extLst>
          </p:cNvPr>
          <p:cNvSpPr>
            <a:spLocks xmlns:a="http://schemas.openxmlformats.org/drawingml/2006/main" noGrp="1"/>
          </p:cNvSpPr>
          <p:nvPr/>
        </p:nvSpPr>
        <p:spPr>
          <a:xfrm xmlns:a="http://schemas.openxmlformats.org/drawingml/2006/main">
            <a:off x="619048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316" name="Google Shape;1316;p21">
            <a:extLst xmlns:a="http://schemas.openxmlformats.org/drawingml/2006/main">
              <a:ext uri="{FF2B5EF4-FFF2-40B4-BE49-F238E27FC236}">
                <a16:creationId xmlns:a16="http://schemas.microsoft.com/office/drawing/2014/main" id="{06FCFFE9-82C5-4739-95E4-1B5F391C228B}"/>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17" name="Google Shape;1317;p21">
            <a:extLst xmlns:a="http://schemas.openxmlformats.org/drawingml/2006/main">
              <a:ext uri="{FF2B5EF4-FFF2-40B4-BE49-F238E27FC236}">
                <a16:creationId xmlns:a16="http://schemas.microsoft.com/office/drawing/2014/main" id="{7504A29F-5326-4E42-A487-FFCBC7F6970E}"/>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318" name="Google Shape;1318;p21">
            <a:extLst xmlns:a="http://schemas.openxmlformats.org/drawingml/2006/main">
              <a:ext uri="{FF2B5EF4-FFF2-40B4-BE49-F238E27FC236}">
                <a16:creationId xmlns:a16="http://schemas.microsoft.com/office/drawing/2014/main" id="{458787F0-FCA0-4C3C-993A-331881FA6EE4}"/>
              </a:ext>
            </a:extLst>
          </p:cNvPr>
          <p:cNvSpPr>
            <a:spLocks xmlns:a="http://schemas.openxmlformats.org/drawingml/2006/main" noGrp="1"/>
          </p:cNvSpPr>
          <p:nvPr/>
        </p:nvSpPr>
        <p:spPr>
          <a:xfrm xmlns:a="http://schemas.openxmlformats.org/drawingml/2006/main">
            <a:off x="75163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319" name="Google Shape;1319;p21">
            <a:extLst xmlns:a="http://schemas.openxmlformats.org/drawingml/2006/main">
              <a:ext uri="{FF2B5EF4-FFF2-40B4-BE49-F238E27FC236}">
                <a16:creationId xmlns:a16="http://schemas.microsoft.com/office/drawing/2014/main" id="{0C1A9F72-6BF8-4577-B598-C87BD1DC2F6A}"/>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236ab5971c9042c0"/>
              </a:rPr>
              <a:t>mobility base-selection   ·   design-sprint   ·   mechanism-lifts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4094807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325" name="Google Shape;1325;p22">
            <a:extLst xmlns:a="http://schemas.openxmlformats.org/drawingml/2006/main">
              <a:ext uri="{FF2B5EF4-FFF2-40B4-BE49-F238E27FC236}">
                <a16:creationId xmlns:a16="http://schemas.microsoft.com/office/drawing/2014/main" id="{C4A25A11-9012-48DE-A350-CED3EA167C83}"/>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26" name="Google Shape;1326;p22">
            <a:extLst xmlns:a="http://schemas.openxmlformats.org/drawingml/2006/main">
              <a:ext uri="{FF2B5EF4-FFF2-40B4-BE49-F238E27FC236}">
                <a16:creationId xmlns:a16="http://schemas.microsoft.com/office/drawing/2014/main" id="{451C65B1-861D-4324-B47B-F88A5BA3828C}"/>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INTAKE CONCEPTS</a:t>
            </a:r>
            <a:endParaRPr sz="1050" b="0" i="0" u="none" cap="none">
              <a:solidFill>
                <a:schemeClr val="dk1"/>
              </a:solidFill>
              <a:latin typeface="Arial"/>
              <a:ea typeface="Arial"/>
              <a:cs typeface="Arial"/>
            </a:endParaRPr>
          </a:p>
        </p:txBody>
      </p:sp>
      <p:sp>
        <p:nvSpPr>
          <p:cNvPr id="1327" name="Google Shape;1327;p22">
            <a:extLst xmlns:a="http://schemas.openxmlformats.org/drawingml/2006/main">
              <a:ext uri="{FF2B5EF4-FFF2-40B4-BE49-F238E27FC236}">
                <a16:creationId xmlns:a16="http://schemas.microsoft.com/office/drawing/2014/main" id="{A8690DFA-A39E-4426-BA99-FF6B2D694678}"/>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328" name="Google Shape;1328;p22">
            <a:extLst xmlns:a="http://schemas.openxmlformats.org/drawingml/2006/main">
              <a:ext uri="{FF2B5EF4-FFF2-40B4-BE49-F238E27FC236}">
                <a16:creationId xmlns:a16="http://schemas.microsoft.com/office/drawing/2014/main" id="{014FC4FE-86D0-4E01-9FF6-E926C9E02EB7}"/>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Concept Brainstorm — Intake</a:t>
            </a:r>
            <a:endParaRPr sz="2200" b="0" i="0" u="none" cap="none">
              <a:solidFill>
                <a:schemeClr val="dk1"/>
              </a:solidFill>
              <a:latin typeface="Arial"/>
              <a:ea typeface="Arial"/>
              <a:cs typeface="Arial"/>
            </a:endParaRPr>
          </a:p>
        </p:txBody>
      </p:sp>
      <p:sp>
        <p:nvSpPr>
          <p:cNvPr id="1329" name="Google Shape;1329;p22">
            <a:extLst xmlns:a="http://schemas.openxmlformats.org/drawingml/2006/main">
              <a:ext uri="{FF2B5EF4-FFF2-40B4-BE49-F238E27FC236}">
                <a16:creationId xmlns:a16="http://schemas.microsoft.com/office/drawing/2014/main" id="{65056C19-4379-4409-A180-2F14C689EC0A}"/>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Minimum 3 concepts for intake. Each concept: name · labeled sketch · 2+ pros · 2+ cons · historical precedent if known.</a:t>
            </a:r>
            <a:endParaRPr sz="900" b="0" i="0" u="none" cap="none">
              <a:solidFill>
                <a:schemeClr val="dk1"/>
              </a:solidFill>
              <a:latin typeface="Arial"/>
              <a:ea typeface="Arial"/>
              <a:cs typeface="Arial"/>
            </a:endParaRPr>
          </a:p>
        </p:txBody>
      </p:sp>
      <p:sp>
        <p:nvSpPr>
          <p:cNvPr id="1330" name="Google Shape;1330;p22">
            <a:extLst xmlns:a="http://schemas.openxmlformats.org/drawingml/2006/main">
              <a:ext uri="{FF2B5EF4-FFF2-40B4-BE49-F238E27FC236}">
                <a16:creationId xmlns:a16="http://schemas.microsoft.com/office/drawing/2014/main" id="{E0981C69-CE88-4404-851B-9EC2CDB56C90}"/>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31" name="Google Shape;1331;p22">
            <a:extLst xmlns:a="http://schemas.openxmlformats.org/drawingml/2006/main">
              <a:ext uri="{FF2B5EF4-FFF2-40B4-BE49-F238E27FC236}">
                <a16:creationId xmlns:a16="http://schemas.microsoft.com/office/drawing/2014/main" id="{946D4F78-3E59-4517-8D0F-A6EEDD06A6AC}"/>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20 / 61</a:t>
            </a:r>
            <a:endParaRPr sz="900" b="0" i="0" u="none" cap="none">
              <a:solidFill>
                <a:schemeClr val="dk1"/>
              </a:solidFill>
              <a:latin typeface="Arial"/>
              <a:ea typeface="Arial"/>
              <a:cs typeface="Arial"/>
            </a:endParaRPr>
          </a:p>
        </p:txBody>
      </p:sp>
      <p:sp>
        <p:nvSpPr>
          <p:cNvPr id="1332" name="Google Shape;1332;p22">
            <a:extLst xmlns:a="http://schemas.openxmlformats.org/drawingml/2006/main">
              <a:ext uri="{FF2B5EF4-FFF2-40B4-BE49-F238E27FC236}">
                <a16:creationId xmlns:a16="http://schemas.microsoft.com/office/drawing/2014/main" id="{4B0D8D4C-DD0B-4251-A438-50746FE40F37}"/>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333" name="Google Shape;1333;p22">
            <a:extLst xmlns:a="http://schemas.openxmlformats.org/drawingml/2006/main">
              <a:ext uri="{FF2B5EF4-FFF2-40B4-BE49-F238E27FC236}">
                <a16:creationId xmlns:a16="http://schemas.microsoft.com/office/drawing/2014/main" id="{7488BE20-2336-4306-A1FE-332E40EBEECA}"/>
              </a:ext>
            </a:extLst>
          </p:cNvPr>
          <p:cNvSpPr>
            <a:spLocks xmlns:a="http://schemas.openxmlformats.org/drawingml/2006/main" noGrp="1"/>
          </p:cNvSpPr>
          <p:nvPr/>
        </p:nvSpPr>
        <p:spPr>
          <a:xfrm xmlns:a="http://schemas.openxmlformats.org/drawingml/2006/main">
            <a:off x="32004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34" name="Google Shape;1334;p22">
            <a:extLst xmlns:a="http://schemas.openxmlformats.org/drawingml/2006/main">
              <a:ext uri="{FF2B5EF4-FFF2-40B4-BE49-F238E27FC236}">
                <a16:creationId xmlns:a16="http://schemas.microsoft.com/office/drawing/2014/main" id="{BDDC6D63-BA5C-41DE-A8AB-FA2DA2A3DDB5}"/>
              </a:ext>
            </a:extLst>
          </p:cNvPr>
          <p:cNvSpPr>
            <a:spLocks xmlns:a="http://schemas.openxmlformats.org/drawingml/2006/main" noGrp="1"/>
          </p:cNvSpPr>
          <p:nvPr/>
        </p:nvSpPr>
        <p:spPr>
          <a:xfrm xmlns:a="http://schemas.openxmlformats.org/drawingml/2006/main">
            <a:off x="32004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35" name="Google Shape;1335;p22">
            <a:extLst xmlns:a="http://schemas.openxmlformats.org/drawingml/2006/main">
              <a:ext uri="{FF2B5EF4-FFF2-40B4-BE49-F238E27FC236}">
                <a16:creationId xmlns:a16="http://schemas.microsoft.com/office/drawing/2014/main" id="{3DDCF66F-6CA2-4171-B16D-E31148C2E523}"/>
              </a:ext>
            </a:extLst>
          </p:cNvPr>
          <p:cNvSpPr>
            <a:spLocks xmlns:a="http://schemas.openxmlformats.org/drawingml/2006/main" noGrp="1"/>
          </p:cNvSpPr>
          <p:nvPr/>
        </p:nvSpPr>
        <p:spPr>
          <a:xfrm xmlns:a="http://schemas.openxmlformats.org/drawingml/2006/main">
            <a:off x="41148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1</a:t>
            </a:r>
            <a:endParaRPr sz="1000" b="0" i="0" u="none" cap="none">
              <a:solidFill>
                <a:schemeClr val="dk1"/>
              </a:solidFill>
              <a:latin typeface="Arial"/>
              <a:ea typeface="Arial"/>
              <a:cs typeface="Arial"/>
            </a:endParaRPr>
          </a:p>
        </p:txBody>
      </p:sp>
      <p:sp>
        <p:nvSpPr>
          <p:cNvPr id="1336" name="Google Shape;1336;p22">
            <a:extLst xmlns:a="http://schemas.openxmlformats.org/drawingml/2006/main">
              <a:ext uri="{FF2B5EF4-FFF2-40B4-BE49-F238E27FC236}">
                <a16:creationId xmlns:a16="http://schemas.microsoft.com/office/drawing/2014/main" id="{BB38BEE6-8426-4FF0-8CDA-AF124126993C}"/>
              </a:ext>
            </a:extLst>
          </p:cNvPr>
          <p:cNvSpPr>
            <a:spLocks xmlns:a="http://schemas.openxmlformats.org/drawingml/2006/main" noGrp="1"/>
          </p:cNvSpPr>
          <p:nvPr/>
        </p:nvSpPr>
        <p:spPr>
          <a:xfrm xmlns:a="http://schemas.openxmlformats.org/drawingml/2006/main">
            <a:off x="41148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463" name="Google Shape;1337;p22"/>
          <p:cNvCxnSpPr/>
          <p:nvPr/>
        </p:nvCxnSpPr>
        <p:spPr>
          <a:xfrm xmlns:a="http://schemas.openxmlformats.org/drawingml/2006/main">
            <a:off x="100584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38" name="Google Shape;1338;p22">
            <a:extLst xmlns:a="http://schemas.openxmlformats.org/drawingml/2006/main">
              <a:ext uri="{FF2B5EF4-FFF2-40B4-BE49-F238E27FC236}">
                <a16:creationId xmlns:a16="http://schemas.microsoft.com/office/drawing/2014/main" id="{E9E0BC5F-4D5F-4058-9630-D3216F8E5396}"/>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39" name="Google Shape;1339;p22">
            <a:extLst xmlns:a="http://schemas.openxmlformats.org/drawingml/2006/main">
              <a:ext uri="{FF2B5EF4-FFF2-40B4-BE49-F238E27FC236}">
                <a16:creationId xmlns:a16="http://schemas.microsoft.com/office/drawing/2014/main" id="{1FD2590F-ABB4-4D4B-BF01-E68E10D4205A}"/>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340" name="Google Shape;1340;p22">
            <a:extLst xmlns:a="http://schemas.openxmlformats.org/drawingml/2006/main">
              <a:ext uri="{FF2B5EF4-FFF2-40B4-BE49-F238E27FC236}">
                <a16:creationId xmlns:a16="http://schemas.microsoft.com/office/drawing/2014/main" id="{9E179C97-5300-4376-8872-E2D781A238CF}"/>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41" name="Google Shape;1341;p22">
            <a:extLst xmlns:a="http://schemas.openxmlformats.org/drawingml/2006/main">
              <a:ext uri="{FF2B5EF4-FFF2-40B4-BE49-F238E27FC236}">
                <a16:creationId xmlns:a16="http://schemas.microsoft.com/office/drawing/2014/main" id="{98DC0C4B-3986-4725-8BAF-9505EB3C5C6A}"/>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342" name="Google Shape;1342;p22">
            <a:extLst xmlns:a="http://schemas.openxmlformats.org/drawingml/2006/main">
              <a:ext uri="{FF2B5EF4-FFF2-40B4-BE49-F238E27FC236}">
                <a16:creationId xmlns:a16="http://schemas.microsoft.com/office/drawing/2014/main" id="{F6775506-A5DE-410C-B58D-9DE558A79251}"/>
              </a:ext>
            </a:extLst>
          </p:cNvPr>
          <p:cNvSpPr>
            <a:spLocks xmlns:a="http://schemas.openxmlformats.org/drawingml/2006/main" noGrp="1"/>
          </p:cNvSpPr>
          <p:nvPr/>
        </p:nvSpPr>
        <p:spPr>
          <a:xfrm xmlns:a="http://schemas.openxmlformats.org/drawingml/2006/main">
            <a:off x="4297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343" name="Google Shape;1343;p22">
            <a:extLst xmlns:a="http://schemas.openxmlformats.org/drawingml/2006/main">
              <a:ext uri="{FF2B5EF4-FFF2-40B4-BE49-F238E27FC236}">
                <a16:creationId xmlns:a16="http://schemas.microsoft.com/office/drawing/2014/main" id="{CDE7BA66-5B72-432A-921F-00318CE7A8D7}"/>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44" name="Google Shape;1344;p22">
            <a:extLst xmlns:a="http://schemas.openxmlformats.org/drawingml/2006/main">
              <a:ext uri="{FF2B5EF4-FFF2-40B4-BE49-F238E27FC236}">
                <a16:creationId xmlns:a16="http://schemas.microsoft.com/office/drawing/2014/main" id="{EF282B41-250F-4171-87FF-F7976D8046CD}"/>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345" name="Google Shape;1345;p22">
            <a:extLst xmlns:a="http://schemas.openxmlformats.org/drawingml/2006/main">
              <a:ext uri="{FF2B5EF4-FFF2-40B4-BE49-F238E27FC236}">
                <a16:creationId xmlns:a16="http://schemas.microsoft.com/office/drawing/2014/main" id="{C45E53C8-8037-403E-B6C9-75958A7B5D2D}"/>
              </a:ext>
            </a:extLst>
          </p:cNvPr>
          <p:cNvSpPr>
            <a:spLocks xmlns:a="http://schemas.openxmlformats.org/drawingml/2006/main" noGrp="1"/>
          </p:cNvSpPr>
          <p:nvPr/>
        </p:nvSpPr>
        <p:spPr>
          <a:xfrm xmlns:a="http://schemas.openxmlformats.org/drawingml/2006/main">
            <a:off x="175564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346" name="Google Shape;1346;p22">
            <a:extLst xmlns:a="http://schemas.openxmlformats.org/drawingml/2006/main">
              <a:ext uri="{FF2B5EF4-FFF2-40B4-BE49-F238E27FC236}">
                <a16:creationId xmlns:a16="http://schemas.microsoft.com/office/drawing/2014/main" id="{29B1FB5E-6300-4E1E-8A6E-E135C97A7A3F}"/>
              </a:ext>
            </a:extLst>
          </p:cNvPr>
          <p:cNvSpPr>
            <a:spLocks xmlns:a="http://schemas.openxmlformats.org/drawingml/2006/main" noGrp="1"/>
          </p:cNvSpPr>
          <p:nvPr/>
        </p:nvSpPr>
        <p:spPr>
          <a:xfrm xmlns:a="http://schemas.openxmlformats.org/drawingml/2006/main">
            <a:off x="320040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47" name="Google Shape;1347;p22">
            <a:extLst xmlns:a="http://schemas.openxmlformats.org/drawingml/2006/main">
              <a:ext uri="{FF2B5EF4-FFF2-40B4-BE49-F238E27FC236}">
                <a16:creationId xmlns:a16="http://schemas.microsoft.com/office/drawing/2014/main" id="{A0723544-FFB1-43F6-9A29-6EC80D14CD68}"/>
              </a:ext>
            </a:extLst>
          </p:cNvPr>
          <p:cNvSpPr>
            <a:spLocks xmlns:a="http://schemas.openxmlformats.org/drawingml/2006/main" noGrp="1"/>
          </p:cNvSpPr>
          <p:nvPr/>
        </p:nvSpPr>
        <p:spPr>
          <a:xfrm xmlns:a="http://schemas.openxmlformats.org/drawingml/2006/main">
            <a:off x="320040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48" name="Google Shape;1348;p22">
            <a:extLst xmlns:a="http://schemas.openxmlformats.org/drawingml/2006/main">
              <a:ext uri="{FF2B5EF4-FFF2-40B4-BE49-F238E27FC236}">
                <a16:creationId xmlns:a16="http://schemas.microsoft.com/office/drawing/2014/main" id="{69CED932-8292-45FF-8D3E-CF84F63AF877}"/>
              </a:ext>
            </a:extLst>
          </p:cNvPr>
          <p:cNvSpPr>
            <a:spLocks xmlns:a="http://schemas.openxmlformats.org/drawingml/2006/main" noGrp="1"/>
          </p:cNvSpPr>
          <p:nvPr/>
        </p:nvSpPr>
        <p:spPr>
          <a:xfrm xmlns:a="http://schemas.openxmlformats.org/drawingml/2006/main">
            <a:off x="329184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2</a:t>
            </a:r>
            <a:endParaRPr sz="1000" b="0" i="0" u="none" cap="none">
              <a:solidFill>
                <a:schemeClr val="dk1"/>
              </a:solidFill>
              <a:latin typeface="Arial"/>
              <a:ea typeface="Arial"/>
              <a:cs typeface="Arial"/>
            </a:endParaRPr>
          </a:p>
        </p:txBody>
      </p:sp>
      <p:sp>
        <p:nvSpPr>
          <p:cNvPr id="1349" name="Google Shape;1349;p22">
            <a:extLst xmlns:a="http://schemas.openxmlformats.org/drawingml/2006/main">
              <a:ext uri="{FF2B5EF4-FFF2-40B4-BE49-F238E27FC236}">
                <a16:creationId xmlns:a16="http://schemas.microsoft.com/office/drawing/2014/main" id="{608A8339-E919-4D7F-A5B2-881F0363117E}"/>
              </a:ext>
            </a:extLst>
          </p:cNvPr>
          <p:cNvSpPr>
            <a:spLocks xmlns:a="http://schemas.openxmlformats.org/drawingml/2006/main" noGrp="1"/>
          </p:cNvSpPr>
          <p:nvPr/>
        </p:nvSpPr>
        <p:spPr>
          <a:xfrm xmlns:a="http://schemas.openxmlformats.org/drawingml/2006/main">
            <a:off x="329184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476" name="Google Shape;1350;p22"/>
          <p:cNvCxnSpPr/>
          <p:nvPr/>
        </p:nvCxnSpPr>
        <p:spPr>
          <a:xfrm xmlns:a="http://schemas.openxmlformats.org/drawingml/2006/main">
            <a:off x="388620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51" name="Google Shape;1351;p22">
            <a:extLst xmlns:a="http://schemas.openxmlformats.org/drawingml/2006/main">
              <a:ext uri="{FF2B5EF4-FFF2-40B4-BE49-F238E27FC236}">
                <a16:creationId xmlns:a16="http://schemas.microsoft.com/office/drawing/2014/main" id="{CFCBB570-0617-4952-9472-9EAEDDF4A4F7}"/>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52" name="Google Shape;1352;p22">
            <a:extLst xmlns:a="http://schemas.openxmlformats.org/drawingml/2006/main">
              <a:ext uri="{FF2B5EF4-FFF2-40B4-BE49-F238E27FC236}">
                <a16:creationId xmlns:a16="http://schemas.microsoft.com/office/drawing/2014/main" id="{C738D205-7E86-4033-8ABE-55BC573F3245}"/>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353" name="Google Shape;1353;p22">
            <a:extLst xmlns:a="http://schemas.openxmlformats.org/drawingml/2006/main">
              <a:ext uri="{FF2B5EF4-FFF2-40B4-BE49-F238E27FC236}">
                <a16:creationId xmlns:a16="http://schemas.microsoft.com/office/drawing/2014/main" id="{F28FA911-F81E-4A4B-9B81-46929F11A277}"/>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54" name="Google Shape;1354;p22">
            <a:extLst xmlns:a="http://schemas.openxmlformats.org/drawingml/2006/main">
              <a:ext uri="{FF2B5EF4-FFF2-40B4-BE49-F238E27FC236}">
                <a16:creationId xmlns:a16="http://schemas.microsoft.com/office/drawing/2014/main" id="{D9575A55-1D93-471D-9D69-50ED1750D17C}"/>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355" name="Google Shape;1355;p22">
            <a:extLst xmlns:a="http://schemas.openxmlformats.org/drawingml/2006/main">
              <a:ext uri="{FF2B5EF4-FFF2-40B4-BE49-F238E27FC236}">
                <a16:creationId xmlns:a16="http://schemas.microsoft.com/office/drawing/2014/main" id="{327E691A-205D-4309-8715-68078823D642}"/>
              </a:ext>
            </a:extLst>
          </p:cNvPr>
          <p:cNvSpPr>
            <a:spLocks xmlns:a="http://schemas.openxmlformats.org/drawingml/2006/main" noGrp="1"/>
          </p:cNvSpPr>
          <p:nvPr/>
        </p:nvSpPr>
        <p:spPr>
          <a:xfrm xmlns:a="http://schemas.openxmlformats.org/drawingml/2006/main">
            <a:off x="331012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356" name="Google Shape;1356;p22">
            <a:extLst xmlns:a="http://schemas.openxmlformats.org/drawingml/2006/main">
              <a:ext uri="{FF2B5EF4-FFF2-40B4-BE49-F238E27FC236}">
                <a16:creationId xmlns:a16="http://schemas.microsoft.com/office/drawing/2014/main" id="{0570C64B-6C5B-4B17-A9F6-AD0CCAD4C0BC}"/>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57" name="Google Shape;1357;p22">
            <a:extLst xmlns:a="http://schemas.openxmlformats.org/drawingml/2006/main">
              <a:ext uri="{FF2B5EF4-FFF2-40B4-BE49-F238E27FC236}">
                <a16:creationId xmlns:a16="http://schemas.microsoft.com/office/drawing/2014/main" id="{B44430C0-6F04-45B1-AC68-7EA5A5A16CBF}"/>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358" name="Google Shape;1358;p22">
            <a:extLst xmlns:a="http://schemas.openxmlformats.org/drawingml/2006/main">
              <a:ext uri="{FF2B5EF4-FFF2-40B4-BE49-F238E27FC236}">
                <a16:creationId xmlns:a16="http://schemas.microsoft.com/office/drawing/2014/main" id="{2571F628-CC6D-4C44-9EFF-82FBF68CF6D8}"/>
              </a:ext>
            </a:extLst>
          </p:cNvPr>
          <p:cNvSpPr>
            <a:spLocks xmlns:a="http://schemas.openxmlformats.org/drawingml/2006/main" noGrp="1"/>
          </p:cNvSpPr>
          <p:nvPr/>
        </p:nvSpPr>
        <p:spPr>
          <a:xfrm xmlns:a="http://schemas.openxmlformats.org/drawingml/2006/main">
            <a:off x="463600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359" name="Google Shape;1359;p22">
            <a:extLst xmlns:a="http://schemas.openxmlformats.org/drawingml/2006/main">
              <a:ext uri="{FF2B5EF4-FFF2-40B4-BE49-F238E27FC236}">
                <a16:creationId xmlns:a16="http://schemas.microsoft.com/office/drawing/2014/main" id="{D3AA07C8-7510-44F3-A0FA-25E3E07C4BB2}"/>
              </a:ext>
            </a:extLst>
          </p:cNvPr>
          <p:cNvSpPr>
            <a:spLocks xmlns:a="http://schemas.openxmlformats.org/drawingml/2006/main" noGrp="1"/>
          </p:cNvSpPr>
          <p:nvPr/>
        </p:nvSpPr>
        <p:spPr>
          <a:xfrm xmlns:a="http://schemas.openxmlformats.org/drawingml/2006/main">
            <a:off x="608076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60" name="Google Shape;1360;p22">
            <a:extLst xmlns:a="http://schemas.openxmlformats.org/drawingml/2006/main">
              <a:ext uri="{FF2B5EF4-FFF2-40B4-BE49-F238E27FC236}">
                <a16:creationId xmlns:a16="http://schemas.microsoft.com/office/drawing/2014/main" id="{F17A886C-1868-4DB8-BA74-BD1753198691}"/>
              </a:ext>
            </a:extLst>
          </p:cNvPr>
          <p:cNvSpPr>
            <a:spLocks xmlns:a="http://schemas.openxmlformats.org/drawingml/2006/main" noGrp="1"/>
          </p:cNvSpPr>
          <p:nvPr/>
        </p:nvSpPr>
        <p:spPr>
          <a:xfrm xmlns:a="http://schemas.openxmlformats.org/drawingml/2006/main">
            <a:off x="608076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61" name="Google Shape;1361;p22">
            <a:extLst xmlns:a="http://schemas.openxmlformats.org/drawingml/2006/main">
              <a:ext uri="{FF2B5EF4-FFF2-40B4-BE49-F238E27FC236}">
                <a16:creationId xmlns:a16="http://schemas.microsoft.com/office/drawing/2014/main" id="{D7510452-1BD5-4A50-ADDB-45FA512C7148}"/>
              </a:ext>
            </a:extLst>
          </p:cNvPr>
          <p:cNvSpPr>
            <a:spLocks xmlns:a="http://schemas.openxmlformats.org/drawingml/2006/main" noGrp="1"/>
          </p:cNvSpPr>
          <p:nvPr/>
        </p:nvSpPr>
        <p:spPr>
          <a:xfrm xmlns:a="http://schemas.openxmlformats.org/drawingml/2006/main">
            <a:off x="617220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3</a:t>
            </a:r>
            <a:endParaRPr sz="1000" b="0" i="0" u="none" cap="none">
              <a:solidFill>
                <a:schemeClr val="dk1"/>
              </a:solidFill>
              <a:latin typeface="Arial"/>
              <a:ea typeface="Arial"/>
              <a:cs typeface="Arial"/>
            </a:endParaRPr>
          </a:p>
        </p:txBody>
      </p:sp>
      <p:sp>
        <p:nvSpPr>
          <p:cNvPr id="1362" name="Google Shape;1362;p22">
            <a:extLst xmlns:a="http://schemas.openxmlformats.org/drawingml/2006/main">
              <a:ext uri="{FF2B5EF4-FFF2-40B4-BE49-F238E27FC236}">
                <a16:creationId xmlns:a16="http://schemas.microsoft.com/office/drawing/2014/main" id="{2FA0CE01-8A17-407E-996A-2B91563810DB}"/>
              </a:ext>
            </a:extLst>
          </p:cNvPr>
          <p:cNvSpPr>
            <a:spLocks xmlns:a="http://schemas.openxmlformats.org/drawingml/2006/main" noGrp="1"/>
          </p:cNvSpPr>
          <p:nvPr/>
        </p:nvSpPr>
        <p:spPr>
          <a:xfrm xmlns:a="http://schemas.openxmlformats.org/drawingml/2006/main">
            <a:off x="617220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489" name="Google Shape;1363;p22"/>
          <p:cNvCxnSpPr/>
          <p:nvPr/>
        </p:nvCxnSpPr>
        <p:spPr>
          <a:xfrm xmlns:a="http://schemas.openxmlformats.org/drawingml/2006/main">
            <a:off x="676656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64" name="Google Shape;1364;p22">
            <a:extLst xmlns:a="http://schemas.openxmlformats.org/drawingml/2006/main">
              <a:ext uri="{FF2B5EF4-FFF2-40B4-BE49-F238E27FC236}">
                <a16:creationId xmlns:a16="http://schemas.microsoft.com/office/drawing/2014/main" id="{162275C1-BA68-4C57-A2E1-8C5D516B8B27}"/>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65" name="Google Shape;1365;p22">
            <a:extLst xmlns:a="http://schemas.openxmlformats.org/drawingml/2006/main">
              <a:ext uri="{FF2B5EF4-FFF2-40B4-BE49-F238E27FC236}">
                <a16:creationId xmlns:a16="http://schemas.microsoft.com/office/drawing/2014/main" id="{3E4278AB-4390-46FD-BC5C-F36C13F8148E}"/>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366" name="Google Shape;1366;p22">
            <a:extLst xmlns:a="http://schemas.openxmlformats.org/drawingml/2006/main">
              <a:ext uri="{FF2B5EF4-FFF2-40B4-BE49-F238E27FC236}">
                <a16:creationId xmlns:a16="http://schemas.microsoft.com/office/drawing/2014/main" id="{6FDC5C79-1C81-49CC-9F58-EAC3D07B896C}"/>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67" name="Google Shape;1367;p22">
            <a:extLst xmlns:a="http://schemas.openxmlformats.org/drawingml/2006/main">
              <a:ext uri="{FF2B5EF4-FFF2-40B4-BE49-F238E27FC236}">
                <a16:creationId xmlns:a16="http://schemas.microsoft.com/office/drawing/2014/main" id="{8AF6537E-924A-4CD1-9C50-EE0720D888F4}"/>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368" name="Google Shape;1368;p22">
            <a:extLst xmlns:a="http://schemas.openxmlformats.org/drawingml/2006/main">
              <a:ext uri="{FF2B5EF4-FFF2-40B4-BE49-F238E27FC236}">
                <a16:creationId xmlns:a16="http://schemas.microsoft.com/office/drawing/2014/main" id="{098649FB-500D-4680-B715-F0C2FA107170}"/>
              </a:ext>
            </a:extLst>
          </p:cNvPr>
          <p:cNvSpPr>
            <a:spLocks xmlns:a="http://schemas.openxmlformats.org/drawingml/2006/main" noGrp="1"/>
          </p:cNvSpPr>
          <p:nvPr/>
        </p:nvSpPr>
        <p:spPr>
          <a:xfrm xmlns:a="http://schemas.openxmlformats.org/drawingml/2006/main">
            <a:off x="619048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369" name="Google Shape;1369;p22">
            <a:extLst xmlns:a="http://schemas.openxmlformats.org/drawingml/2006/main">
              <a:ext uri="{FF2B5EF4-FFF2-40B4-BE49-F238E27FC236}">
                <a16:creationId xmlns:a16="http://schemas.microsoft.com/office/drawing/2014/main" id="{E304C895-D215-4F50-B924-C4444EA105A9}"/>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70" name="Google Shape;1370;p22">
            <a:extLst xmlns:a="http://schemas.openxmlformats.org/drawingml/2006/main">
              <a:ext uri="{FF2B5EF4-FFF2-40B4-BE49-F238E27FC236}">
                <a16:creationId xmlns:a16="http://schemas.microsoft.com/office/drawing/2014/main" id="{9A4945FA-8C5B-4D3D-ABA5-3A7F2E931682}"/>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371" name="Google Shape;1371;p22">
            <a:extLst xmlns:a="http://schemas.openxmlformats.org/drawingml/2006/main">
              <a:ext uri="{FF2B5EF4-FFF2-40B4-BE49-F238E27FC236}">
                <a16:creationId xmlns:a16="http://schemas.microsoft.com/office/drawing/2014/main" id="{ED9D9968-7273-418F-B826-DEC8E402DFA9}"/>
              </a:ext>
            </a:extLst>
          </p:cNvPr>
          <p:cNvSpPr>
            <a:spLocks xmlns:a="http://schemas.openxmlformats.org/drawingml/2006/main" noGrp="1"/>
          </p:cNvSpPr>
          <p:nvPr/>
        </p:nvSpPr>
        <p:spPr>
          <a:xfrm xmlns:a="http://schemas.openxmlformats.org/drawingml/2006/main">
            <a:off x="75163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372" name="Google Shape;1372;p22">
            <a:extLst xmlns:a="http://schemas.openxmlformats.org/drawingml/2006/main">
              <a:ext uri="{FF2B5EF4-FFF2-40B4-BE49-F238E27FC236}">
                <a16:creationId xmlns:a16="http://schemas.microsoft.com/office/drawing/2014/main" id="{7321D258-8E43-4AD1-8277-DAE635425318}"/>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36014a71571641e7"/>
              </a:rPr>
              <a:t>mechanism-intakes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4f8e4385e9d54c20"/>
              </a:rPr>
              <a:t>design-sprint</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8147a156777a4fdf"/>
              </a:rPr>
              <a:t>compliance-wheels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49790578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378" name="Google Shape;1378;p23">
            <a:extLst xmlns:a="http://schemas.openxmlformats.org/drawingml/2006/main">
              <a:ext uri="{FF2B5EF4-FFF2-40B4-BE49-F238E27FC236}">
                <a16:creationId xmlns:a16="http://schemas.microsoft.com/office/drawing/2014/main" id="{B73A99F7-DC38-4ED2-B3ED-F444A351E3D7}"/>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79" name="Google Shape;1379;p23">
            <a:extLst xmlns:a="http://schemas.openxmlformats.org/drawingml/2006/main">
              <a:ext uri="{FF2B5EF4-FFF2-40B4-BE49-F238E27FC236}">
                <a16:creationId xmlns:a16="http://schemas.microsoft.com/office/drawing/2014/main" id="{E0C134B1-72B7-4810-A459-10472F1FF724}"/>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SCORING CONCEPTS</a:t>
            </a:r>
            <a:endParaRPr sz="1050" b="0" i="0" u="none" cap="none">
              <a:solidFill>
                <a:schemeClr val="dk1"/>
              </a:solidFill>
              <a:latin typeface="Arial"/>
              <a:ea typeface="Arial"/>
              <a:cs typeface="Arial"/>
            </a:endParaRPr>
          </a:p>
        </p:txBody>
      </p:sp>
      <p:sp>
        <p:nvSpPr>
          <p:cNvPr id="1380" name="Google Shape;1380;p23">
            <a:extLst xmlns:a="http://schemas.openxmlformats.org/drawingml/2006/main">
              <a:ext uri="{FF2B5EF4-FFF2-40B4-BE49-F238E27FC236}">
                <a16:creationId xmlns:a16="http://schemas.microsoft.com/office/drawing/2014/main" id="{05B1973A-8F7D-465D-A705-4D4141F08641}"/>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381" name="Google Shape;1381;p23">
            <a:extLst xmlns:a="http://schemas.openxmlformats.org/drawingml/2006/main">
              <a:ext uri="{FF2B5EF4-FFF2-40B4-BE49-F238E27FC236}">
                <a16:creationId xmlns:a16="http://schemas.microsoft.com/office/drawing/2014/main" id="{5A439C04-D700-4D08-983E-23B8D5884484}"/>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Concept Brainstorm — Scoring</a:t>
            </a:r>
            <a:endParaRPr sz="2200" b="0" i="0" u="none" cap="none">
              <a:solidFill>
                <a:schemeClr val="dk1"/>
              </a:solidFill>
              <a:latin typeface="Arial"/>
              <a:ea typeface="Arial"/>
              <a:cs typeface="Arial"/>
            </a:endParaRPr>
          </a:p>
        </p:txBody>
      </p:sp>
      <p:sp>
        <p:nvSpPr>
          <p:cNvPr id="1382" name="Google Shape;1382;p23">
            <a:extLst xmlns:a="http://schemas.openxmlformats.org/drawingml/2006/main">
              <a:ext uri="{FF2B5EF4-FFF2-40B4-BE49-F238E27FC236}">
                <a16:creationId xmlns:a16="http://schemas.microsoft.com/office/drawing/2014/main" id="{98F7DAD8-32AA-4B2B-B6DE-D183C0061B8F}"/>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Minimum 3 concepts for scoring. Each concept: name · labeled sketch · 2+ pros · 2+ cons · historical precedent if known.</a:t>
            </a:r>
            <a:endParaRPr sz="900" b="0" i="0" u="none" cap="none">
              <a:solidFill>
                <a:schemeClr val="dk1"/>
              </a:solidFill>
              <a:latin typeface="Arial"/>
              <a:ea typeface="Arial"/>
              <a:cs typeface="Arial"/>
            </a:endParaRPr>
          </a:p>
        </p:txBody>
      </p:sp>
      <p:sp>
        <p:nvSpPr>
          <p:cNvPr id="1383" name="Google Shape;1383;p23">
            <a:extLst xmlns:a="http://schemas.openxmlformats.org/drawingml/2006/main">
              <a:ext uri="{FF2B5EF4-FFF2-40B4-BE49-F238E27FC236}">
                <a16:creationId xmlns:a16="http://schemas.microsoft.com/office/drawing/2014/main" id="{41BE83A9-9886-42BE-BAE4-7F743F48393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84" name="Google Shape;1384;p23">
            <a:extLst xmlns:a="http://schemas.openxmlformats.org/drawingml/2006/main">
              <a:ext uri="{FF2B5EF4-FFF2-40B4-BE49-F238E27FC236}">
                <a16:creationId xmlns:a16="http://schemas.microsoft.com/office/drawing/2014/main" id="{3F27377A-A4C1-4C65-B7C5-B7411C7B418F}"/>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21 / 61</a:t>
            </a:r>
            <a:endParaRPr sz="900" b="0" i="0" u="none" cap="none">
              <a:solidFill>
                <a:schemeClr val="dk1"/>
              </a:solidFill>
              <a:latin typeface="Arial"/>
              <a:ea typeface="Arial"/>
              <a:cs typeface="Arial"/>
            </a:endParaRPr>
          </a:p>
        </p:txBody>
      </p:sp>
      <p:sp>
        <p:nvSpPr>
          <p:cNvPr id="1385" name="Google Shape;1385;p23">
            <a:extLst xmlns:a="http://schemas.openxmlformats.org/drawingml/2006/main">
              <a:ext uri="{FF2B5EF4-FFF2-40B4-BE49-F238E27FC236}">
                <a16:creationId xmlns:a16="http://schemas.microsoft.com/office/drawing/2014/main" id="{D9195FC5-DA2A-4BB0-B9DD-82D6F1189E1D}"/>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386" name="Google Shape;1386;p23">
            <a:extLst xmlns:a="http://schemas.openxmlformats.org/drawingml/2006/main">
              <a:ext uri="{FF2B5EF4-FFF2-40B4-BE49-F238E27FC236}">
                <a16:creationId xmlns:a16="http://schemas.microsoft.com/office/drawing/2014/main" id="{3A8FF68D-932D-4EAC-8813-5B94AA8D1F35}"/>
              </a:ext>
            </a:extLst>
          </p:cNvPr>
          <p:cNvSpPr>
            <a:spLocks xmlns:a="http://schemas.openxmlformats.org/drawingml/2006/main" noGrp="1"/>
          </p:cNvSpPr>
          <p:nvPr/>
        </p:nvSpPr>
        <p:spPr>
          <a:xfrm xmlns:a="http://schemas.openxmlformats.org/drawingml/2006/main">
            <a:off x="32004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87" name="Google Shape;1387;p23">
            <a:extLst xmlns:a="http://schemas.openxmlformats.org/drawingml/2006/main">
              <a:ext uri="{FF2B5EF4-FFF2-40B4-BE49-F238E27FC236}">
                <a16:creationId xmlns:a16="http://schemas.microsoft.com/office/drawing/2014/main" id="{2CEA8779-F58B-4E56-971A-EE03B4EBCDFA}"/>
              </a:ext>
            </a:extLst>
          </p:cNvPr>
          <p:cNvSpPr>
            <a:spLocks xmlns:a="http://schemas.openxmlformats.org/drawingml/2006/main" noGrp="1"/>
          </p:cNvSpPr>
          <p:nvPr/>
        </p:nvSpPr>
        <p:spPr>
          <a:xfrm xmlns:a="http://schemas.openxmlformats.org/drawingml/2006/main">
            <a:off x="32004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88" name="Google Shape;1388;p23">
            <a:extLst xmlns:a="http://schemas.openxmlformats.org/drawingml/2006/main">
              <a:ext uri="{FF2B5EF4-FFF2-40B4-BE49-F238E27FC236}">
                <a16:creationId xmlns:a16="http://schemas.microsoft.com/office/drawing/2014/main" id="{8F783090-F779-477A-A402-9E42395EDBFC}"/>
              </a:ext>
            </a:extLst>
          </p:cNvPr>
          <p:cNvSpPr>
            <a:spLocks xmlns:a="http://schemas.openxmlformats.org/drawingml/2006/main" noGrp="1"/>
          </p:cNvSpPr>
          <p:nvPr/>
        </p:nvSpPr>
        <p:spPr>
          <a:xfrm xmlns:a="http://schemas.openxmlformats.org/drawingml/2006/main">
            <a:off x="41148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1</a:t>
            </a:r>
            <a:endParaRPr sz="1000" b="0" i="0" u="none" cap="none">
              <a:solidFill>
                <a:schemeClr val="dk1"/>
              </a:solidFill>
              <a:latin typeface="Arial"/>
              <a:ea typeface="Arial"/>
              <a:cs typeface="Arial"/>
            </a:endParaRPr>
          </a:p>
        </p:txBody>
      </p:sp>
      <p:sp>
        <p:nvSpPr>
          <p:cNvPr id="1389" name="Google Shape;1389;p23">
            <a:extLst xmlns:a="http://schemas.openxmlformats.org/drawingml/2006/main">
              <a:ext uri="{FF2B5EF4-FFF2-40B4-BE49-F238E27FC236}">
                <a16:creationId xmlns:a16="http://schemas.microsoft.com/office/drawing/2014/main" id="{3BE10D2E-D594-4949-875F-FD87B9256339}"/>
              </a:ext>
            </a:extLst>
          </p:cNvPr>
          <p:cNvSpPr>
            <a:spLocks xmlns:a="http://schemas.openxmlformats.org/drawingml/2006/main" noGrp="1"/>
          </p:cNvSpPr>
          <p:nvPr/>
        </p:nvSpPr>
        <p:spPr>
          <a:xfrm xmlns:a="http://schemas.openxmlformats.org/drawingml/2006/main">
            <a:off x="41148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516" name="Google Shape;1390;p23"/>
          <p:cNvCxnSpPr/>
          <p:nvPr/>
        </p:nvCxnSpPr>
        <p:spPr>
          <a:xfrm xmlns:a="http://schemas.openxmlformats.org/drawingml/2006/main">
            <a:off x="100584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391" name="Google Shape;1391;p23">
            <a:extLst xmlns:a="http://schemas.openxmlformats.org/drawingml/2006/main">
              <a:ext uri="{FF2B5EF4-FFF2-40B4-BE49-F238E27FC236}">
                <a16:creationId xmlns:a16="http://schemas.microsoft.com/office/drawing/2014/main" id="{9A3F012C-8FB3-48D9-B720-2770674AEF33}"/>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92" name="Google Shape;1392;p23">
            <a:extLst xmlns:a="http://schemas.openxmlformats.org/drawingml/2006/main">
              <a:ext uri="{FF2B5EF4-FFF2-40B4-BE49-F238E27FC236}">
                <a16:creationId xmlns:a16="http://schemas.microsoft.com/office/drawing/2014/main" id="{EA556455-3CDA-4645-9BD0-FA075305DC54}"/>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393" name="Google Shape;1393;p23">
            <a:extLst xmlns:a="http://schemas.openxmlformats.org/drawingml/2006/main">
              <a:ext uri="{FF2B5EF4-FFF2-40B4-BE49-F238E27FC236}">
                <a16:creationId xmlns:a16="http://schemas.microsoft.com/office/drawing/2014/main" id="{851900E1-5280-473B-8C11-166C94D3BF0A}"/>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94" name="Google Shape;1394;p23">
            <a:extLst xmlns:a="http://schemas.openxmlformats.org/drawingml/2006/main">
              <a:ext uri="{FF2B5EF4-FFF2-40B4-BE49-F238E27FC236}">
                <a16:creationId xmlns:a16="http://schemas.microsoft.com/office/drawing/2014/main" id="{31BFC500-087D-4BF3-A8BC-8E91C33CBDFC}"/>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395" name="Google Shape;1395;p23">
            <a:extLst xmlns:a="http://schemas.openxmlformats.org/drawingml/2006/main">
              <a:ext uri="{FF2B5EF4-FFF2-40B4-BE49-F238E27FC236}">
                <a16:creationId xmlns:a16="http://schemas.microsoft.com/office/drawing/2014/main" id="{AE1E0BE8-D7FA-4527-A163-1BF6C68D2781}"/>
              </a:ext>
            </a:extLst>
          </p:cNvPr>
          <p:cNvSpPr>
            <a:spLocks xmlns:a="http://schemas.openxmlformats.org/drawingml/2006/main" noGrp="1"/>
          </p:cNvSpPr>
          <p:nvPr/>
        </p:nvSpPr>
        <p:spPr>
          <a:xfrm xmlns:a="http://schemas.openxmlformats.org/drawingml/2006/main">
            <a:off x="4297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396" name="Google Shape;1396;p23">
            <a:extLst xmlns:a="http://schemas.openxmlformats.org/drawingml/2006/main">
              <a:ext uri="{FF2B5EF4-FFF2-40B4-BE49-F238E27FC236}">
                <a16:creationId xmlns:a16="http://schemas.microsoft.com/office/drawing/2014/main" id="{93CE3AB3-DB30-4A13-B941-A912D1C69272}"/>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397" name="Google Shape;1397;p23">
            <a:extLst xmlns:a="http://schemas.openxmlformats.org/drawingml/2006/main">
              <a:ext uri="{FF2B5EF4-FFF2-40B4-BE49-F238E27FC236}">
                <a16:creationId xmlns:a16="http://schemas.microsoft.com/office/drawing/2014/main" id="{B3306689-B055-40C8-BC80-6A9E577FD129}"/>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398" name="Google Shape;1398;p23">
            <a:extLst xmlns:a="http://schemas.openxmlformats.org/drawingml/2006/main">
              <a:ext uri="{FF2B5EF4-FFF2-40B4-BE49-F238E27FC236}">
                <a16:creationId xmlns:a16="http://schemas.microsoft.com/office/drawing/2014/main" id="{4A72078F-EE29-42E4-96BB-AEA1B4AA5555}"/>
              </a:ext>
            </a:extLst>
          </p:cNvPr>
          <p:cNvSpPr>
            <a:spLocks xmlns:a="http://schemas.openxmlformats.org/drawingml/2006/main" noGrp="1"/>
          </p:cNvSpPr>
          <p:nvPr/>
        </p:nvSpPr>
        <p:spPr>
          <a:xfrm xmlns:a="http://schemas.openxmlformats.org/drawingml/2006/main">
            <a:off x="175564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399" name="Google Shape;1399;p23">
            <a:extLst xmlns:a="http://schemas.openxmlformats.org/drawingml/2006/main">
              <a:ext uri="{FF2B5EF4-FFF2-40B4-BE49-F238E27FC236}">
                <a16:creationId xmlns:a16="http://schemas.microsoft.com/office/drawing/2014/main" id="{15FC64E2-A1A1-4858-AC8E-7A9195E16944}"/>
              </a:ext>
            </a:extLst>
          </p:cNvPr>
          <p:cNvSpPr>
            <a:spLocks xmlns:a="http://schemas.openxmlformats.org/drawingml/2006/main" noGrp="1"/>
          </p:cNvSpPr>
          <p:nvPr/>
        </p:nvSpPr>
        <p:spPr>
          <a:xfrm xmlns:a="http://schemas.openxmlformats.org/drawingml/2006/main">
            <a:off x="320040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00" name="Google Shape;1400;p23">
            <a:extLst xmlns:a="http://schemas.openxmlformats.org/drawingml/2006/main">
              <a:ext uri="{FF2B5EF4-FFF2-40B4-BE49-F238E27FC236}">
                <a16:creationId xmlns:a16="http://schemas.microsoft.com/office/drawing/2014/main" id="{BF7C2D30-0D8C-4BDB-8053-2A7C48E4557D}"/>
              </a:ext>
            </a:extLst>
          </p:cNvPr>
          <p:cNvSpPr>
            <a:spLocks xmlns:a="http://schemas.openxmlformats.org/drawingml/2006/main" noGrp="1"/>
          </p:cNvSpPr>
          <p:nvPr/>
        </p:nvSpPr>
        <p:spPr>
          <a:xfrm xmlns:a="http://schemas.openxmlformats.org/drawingml/2006/main">
            <a:off x="320040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01" name="Google Shape;1401;p23">
            <a:extLst xmlns:a="http://schemas.openxmlformats.org/drawingml/2006/main">
              <a:ext uri="{FF2B5EF4-FFF2-40B4-BE49-F238E27FC236}">
                <a16:creationId xmlns:a16="http://schemas.microsoft.com/office/drawing/2014/main" id="{01C53B52-4EAA-46D8-9F77-72A29DA68840}"/>
              </a:ext>
            </a:extLst>
          </p:cNvPr>
          <p:cNvSpPr>
            <a:spLocks xmlns:a="http://schemas.openxmlformats.org/drawingml/2006/main" noGrp="1"/>
          </p:cNvSpPr>
          <p:nvPr/>
        </p:nvSpPr>
        <p:spPr>
          <a:xfrm xmlns:a="http://schemas.openxmlformats.org/drawingml/2006/main">
            <a:off x="329184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2</a:t>
            </a:r>
            <a:endParaRPr sz="1000" b="0" i="0" u="none" cap="none">
              <a:solidFill>
                <a:schemeClr val="dk1"/>
              </a:solidFill>
              <a:latin typeface="Arial"/>
              <a:ea typeface="Arial"/>
              <a:cs typeface="Arial"/>
            </a:endParaRPr>
          </a:p>
        </p:txBody>
      </p:sp>
      <p:sp>
        <p:nvSpPr>
          <p:cNvPr id="1402" name="Google Shape;1402;p23">
            <a:extLst xmlns:a="http://schemas.openxmlformats.org/drawingml/2006/main">
              <a:ext uri="{FF2B5EF4-FFF2-40B4-BE49-F238E27FC236}">
                <a16:creationId xmlns:a16="http://schemas.microsoft.com/office/drawing/2014/main" id="{445E0051-F0C2-4E3E-AC20-6A46DBF8BAB6}"/>
              </a:ext>
            </a:extLst>
          </p:cNvPr>
          <p:cNvSpPr>
            <a:spLocks xmlns:a="http://schemas.openxmlformats.org/drawingml/2006/main" noGrp="1"/>
          </p:cNvSpPr>
          <p:nvPr/>
        </p:nvSpPr>
        <p:spPr>
          <a:xfrm xmlns:a="http://schemas.openxmlformats.org/drawingml/2006/main">
            <a:off x="329184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529" name="Google Shape;1403;p23"/>
          <p:cNvCxnSpPr/>
          <p:nvPr/>
        </p:nvCxnSpPr>
        <p:spPr>
          <a:xfrm xmlns:a="http://schemas.openxmlformats.org/drawingml/2006/main">
            <a:off x="388620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404" name="Google Shape;1404;p23">
            <a:extLst xmlns:a="http://schemas.openxmlformats.org/drawingml/2006/main">
              <a:ext uri="{FF2B5EF4-FFF2-40B4-BE49-F238E27FC236}">
                <a16:creationId xmlns:a16="http://schemas.microsoft.com/office/drawing/2014/main" id="{E7FD3BAB-F436-4740-ADF9-E33E64829A4F}"/>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05" name="Google Shape;1405;p23">
            <a:extLst xmlns:a="http://schemas.openxmlformats.org/drawingml/2006/main">
              <a:ext uri="{FF2B5EF4-FFF2-40B4-BE49-F238E27FC236}">
                <a16:creationId xmlns:a16="http://schemas.microsoft.com/office/drawing/2014/main" id="{F4BF4758-4BC0-4A41-A46C-C23F4782B80C}"/>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406" name="Google Shape;1406;p23">
            <a:extLst xmlns:a="http://schemas.openxmlformats.org/drawingml/2006/main">
              <a:ext uri="{FF2B5EF4-FFF2-40B4-BE49-F238E27FC236}">
                <a16:creationId xmlns:a16="http://schemas.microsoft.com/office/drawing/2014/main" id="{8C430BCA-AED9-4606-AA01-37B07A9D9FD9}"/>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07" name="Google Shape;1407;p23">
            <a:extLst xmlns:a="http://schemas.openxmlformats.org/drawingml/2006/main">
              <a:ext uri="{FF2B5EF4-FFF2-40B4-BE49-F238E27FC236}">
                <a16:creationId xmlns:a16="http://schemas.microsoft.com/office/drawing/2014/main" id="{D1DD570B-6F05-4F4B-9356-09B9C9D7AF1A}"/>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408" name="Google Shape;1408;p23">
            <a:extLst xmlns:a="http://schemas.openxmlformats.org/drawingml/2006/main">
              <a:ext uri="{FF2B5EF4-FFF2-40B4-BE49-F238E27FC236}">
                <a16:creationId xmlns:a16="http://schemas.microsoft.com/office/drawing/2014/main" id="{6710E9DC-B6F0-4943-AA5E-AA242F017B1F}"/>
              </a:ext>
            </a:extLst>
          </p:cNvPr>
          <p:cNvSpPr>
            <a:spLocks xmlns:a="http://schemas.openxmlformats.org/drawingml/2006/main" noGrp="1"/>
          </p:cNvSpPr>
          <p:nvPr/>
        </p:nvSpPr>
        <p:spPr>
          <a:xfrm xmlns:a="http://schemas.openxmlformats.org/drawingml/2006/main">
            <a:off x="331012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409" name="Google Shape;1409;p23">
            <a:extLst xmlns:a="http://schemas.openxmlformats.org/drawingml/2006/main">
              <a:ext uri="{FF2B5EF4-FFF2-40B4-BE49-F238E27FC236}">
                <a16:creationId xmlns:a16="http://schemas.microsoft.com/office/drawing/2014/main" id="{69FDFEA4-D131-4245-9F4E-9A89E8C85F1F}"/>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10" name="Google Shape;1410;p23">
            <a:extLst xmlns:a="http://schemas.openxmlformats.org/drawingml/2006/main">
              <a:ext uri="{FF2B5EF4-FFF2-40B4-BE49-F238E27FC236}">
                <a16:creationId xmlns:a16="http://schemas.microsoft.com/office/drawing/2014/main" id="{2E71B7DD-0958-40E7-A8C5-CD22BF63CA9D}"/>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411" name="Google Shape;1411;p23">
            <a:extLst xmlns:a="http://schemas.openxmlformats.org/drawingml/2006/main">
              <a:ext uri="{FF2B5EF4-FFF2-40B4-BE49-F238E27FC236}">
                <a16:creationId xmlns:a16="http://schemas.microsoft.com/office/drawing/2014/main" id="{4E4648B0-C44F-4F28-ADF9-FA05970BB702}"/>
              </a:ext>
            </a:extLst>
          </p:cNvPr>
          <p:cNvSpPr>
            <a:spLocks xmlns:a="http://schemas.openxmlformats.org/drawingml/2006/main" noGrp="1"/>
          </p:cNvSpPr>
          <p:nvPr/>
        </p:nvSpPr>
        <p:spPr>
          <a:xfrm xmlns:a="http://schemas.openxmlformats.org/drawingml/2006/main">
            <a:off x="463600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412" name="Google Shape;1412;p23">
            <a:extLst xmlns:a="http://schemas.openxmlformats.org/drawingml/2006/main">
              <a:ext uri="{FF2B5EF4-FFF2-40B4-BE49-F238E27FC236}">
                <a16:creationId xmlns:a16="http://schemas.microsoft.com/office/drawing/2014/main" id="{106CC121-CC48-4945-AE81-EA9A7A4CC69E}"/>
              </a:ext>
            </a:extLst>
          </p:cNvPr>
          <p:cNvSpPr>
            <a:spLocks xmlns:a="http://schemas.openxmlformats.org/drawingml/2006/main" noGrp="1"/>
          </p:cNvSpPr>
          <p:nvPr/>
        </p:nvSpPr>
        <p:spPr>
          <a:xfrm xmlns:a="http://schemas.openxmlformats.org/drawingml/2006/main">
            <a:off x="608076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13" name="Google Shape;1413;p23">
            <a:extLst xmlns:a="http://schemas.openxmlformats.org/drawingml/2006/main">
              <a:ext uri="{FF2B5EF4-FFF2-40B4-BE49-F238E27FC236}">
                <a16:creationId xmlns:a16="http://schemas.microsoft.com/office/drawing/2014/main" id="{4B8C5E87-E212-432C-8F18-34DEE956ACDB}"/>
              </a:ext>
            </a:extLst>
          </p:cNvPr>
          <p:cNvSpPr>
            <a:spLocks xmlns:a="http://schemas.openxmlformats.org/drawingml/2006/main" noGrp="1"/>
          </p:cNvSpPr>
          <p:nvPr/>
        </p:nvSpPr>
        <p:spPr>
          <a:xfrm xmlns:a="http://schemas.openxmlformats.org/drawingml/2006/main">
            <a:off x="608076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14" name="Google Shape;1414;p23">
            <a:extLst xmlns:a="http://schemas.openxmlformats.org/drawingml/2006/main">
              <a:ext uri="{FF2B5EF4-FFF2-40B4-BE49-F238E27FC236}">
                <a16:creationId xmlns:a16="http://schemas.microsoft.com/office/drawing/2014/main" id="{FAE4789B-66D8-464F-BE5D-DD290AC696A4}"/>
              </a:ext>
            </a:extLst>
          </p:cNvPr>
          <p:cNvSpPr>
            <a:spLocks xmlns:a="http://schemas.openxmlformats.org/drawingml/2006/main" noGrp="1"/>
          </p:cNvSpPr>
          <p:nvPr/>
        </p:nvSpPr>
        <p:spPr>
          <a:xfrm xmlns:a="http://schemas.openxmlformats.org/drawingml/2006/main">
            <a:off x="617220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3</a:t>
            </a:r>
            <a:endParaRPr sz="1000" b="0" i="0" u="none" cap="none">
              <a:solidFill>
                <a:schemeClr val="dk1"/>
              </a:solidFill>
              <a:latin typeface="Arial"/>
              <a:ea typeface="Arial"/>
              <a:cs typeface="Arial"/>
            </a:endParaRPr>
          </a:p>
        </p:txBody>
      </p:sp>
      <p:sp>
        <p:nvSpPr>
          <p:cNvPr id="1415" name="Google Shape;1415;p23">
            <a:extLst xmlns:a="http://schemas.openxmlformats.org/drawingml/2006/main">
              <a:ext uri="{FF2B5EF4-FFF2-40B4-BE49-F238E27FC236}">
                <a16:creationId xmlns:a16="http://schemas.microsoft.com/office/drawing/2014/main" id="{E72559F6-4859-45AF-AB34-2A1FE7788F93}"/>
              </a:ext>
            </a:extLst>
          </p:cNvPr>
          <p:cNvSpPr>
            <a:spLocks xmlns:a="http://schemas.openxmlformats.org/drawingml/2006/main" noGrp="1"/>
          </p:cNvSpPr>
          <p:nvPr/>
        </p:nvSpPr>
        <p:spPr>
          <a:xfrm xmlns:a="http://schemas.openxmlformats.org/drawingml/2006/main">
            <a:off x="617220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542" name="Google Shape;1416;p23"/>
          <p:cNvCxnSpPr/>
          <p:nvPr/>
        </p:nvCxnSpPr>
        <p:spPr>
          <a:xfrm xmlns:a="http://schemas.openxmlformats.org/drawingml/2006/main">
            <a:off x="676656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417" name="Google Shape;1417;p23">
            <a:extLst xmlns:a="http://schemas.openxmlformats.org/drawingml/2006/main">
              <a:ext uri="{FF2B5EF4-FFF2-40B4-BE49-F238E27FC236}">
                <a16:creationId xmlns:a16="http://schemas.microsoft.com/office/drawing/2014/main" id="{D514A6D3-61B2-4A62-A23F-D36CE5CC8700}"/>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18" name="Google Shape;1418;p23">
            <a:extLst xmlns:a="http://schemas.openxmlformats.org/drawingml/2006/main">
              <a:ext uri="{FF2B5EF4-FFF2-40B4-BE49-F238E27FC236}">
                <a16:creationId xmlns:a16="http://schemas.microsoft.com/office/drawing/2014/main" id="{9BC1DF97-4547-4504-BA8A-774B345E1273}"/>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419" name="Google Shape;1419;p23">
            <a:extLst xmlns:a="http://schemas.openxmlformats.org/drawingml/2006/main">
              <a:ext uri="{FF2B5EF4-FFF2-40B4-BE49-F238E27FC236}">
                <a16:creationId xmlns:a16="http://schemas.microsoft.com/office/drawing/2014/main" id="{D8B519B7-104C-4739-9E77-61C8E8FE3137}"/>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20" name="Google Shape;1420;p23">
            <a:extLst xmlns:a="http://schemas.openxmlformats.org/drawingml/2006/main">
              <a:ext uri="{FF2B5EF4-FFF2-40B4-BE49-F238E27FC236}">
                <a16:creationId xmlns:a16="http://schemas.microsoft.com/office/drawing/2014/main" id="{465243B7-731B-4347-AEA9-0C79221DC58A}"/>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421" name="Google Shape;1421;p23">
            <a:extLst xmlns:a="http://schemas.openxmlformats.org/drawingml/2006/main">
              <a:ext uri="{FF2B5EF4-FFF2-40B4-BE49-F238E27FC236}">
                <a16:creationId xmlns:a16="http://schemas.microsoft.com/office/drawing/2014/main" id="{E0DDCDEF-90E4-4CC3-ACF6-CAC73E174677}"/>
              </a:ext>
            </a:extLst>
          </p:cNvPr>
          <p:cNvSpPr>
            <a:spLocks xmlns:a="http://schemas.openxmlformats.org/drawingml/2006/main" noGrp="1"/>
          </p:cNvSpPr>
          <p:nvPr/>
        </p:nvSpPr>
        <p:spPr>
          <a:xfrm xmlns:a="http://schemas.openxmlformats.org/drawingml/2006/main">
            <a:off x="619048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422" name="Google Shape;1422;p23">
            <a:extLst xmlns:a="http://schemas.openxmlformats.org/drawingml/2006/main">
              <a:ext uri="{FF2B5EF4-FFF2-40B4-BE49-F238E27FC236}">
                <a16:creationId xmlns:a16="http://schemas.microsoft.com/office/drawing/2014/main" id="{C3E7B2FF-8428-4BAA-B6F2-236D77D534F7}"/>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23" name="Google Shape;1423;p23">
            <a:extLst xmlns:a="http://schemas.openxmlformats.org/drawingml/2006/main">
              <a:ext uri="{FF2B5EF4-FFF2-40B4-BE49-F238E27FC236}">
                <a16:creationId xmlns:a16="http://schemas.microsoft.com/office/drawing/2014/main" id="{3C299E7E-7F3C-45FC-90B8-1BE2E0FD5EF7}"/>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424" name="Google Shape;1424;p23">
            <a:extLst xmlns:a="http://schemas.openxmlformats.org/drawingml/2006/main">
              <a:ext uri="{FF2B5EF4-FFF2-40B4-BE49-F238E27FC236}">
                <a16:creationId xmlns:a16="http://schemas.microsoft.com/office/drawing/2014/main" id="{9005C351-B308-4714-8E47-979FD64F045F}"/>
              </a:ext>
            </a:extLst>
          </p:cNvPr>
          <p:cNvSpPr>
            <a:spLocks xmlns:a="http://schemas.openxmlformats.org/drawingml/2006/main" noGrp="1"/>
          </p:cNvSpPr>
          <p:nvPr/>
        </p:nvSpPr>
        <p:spPr>
          <a:xfrm xmlns:a="http://schemas.openxmlformats.org/drawingml/2006/main">
            <a:off x="75163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425" name="Google Shape;1425;p23">
            <a:extLst xmlns:a="http://schemas.openxmlformats.org/drawingml/2006/main">
              <a:ext uri="{FF2B5EF4-FFF2-40B4-BE49-F238E27FC236}">
                <a16:creationId xmlns:a16="http://schemas.microsoft.com/office/drawing/2014/main" id="{8B9AEC09-CF24-471C-8C4B-4452D1D2CF3A}"/>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469b03a94a084b6f"/>
              </a:rPr>
              <a:t>mechanism-lifts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6270c10644f14a82"/>
              </a:rPr>
              <a:t>mechanism-launchers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ba4ae8f9aea94a22"/>
              </a:rPr>
              <a:t>design-sprint</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97135894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31" name="Google Shape;1431;p24">
            <a:extLst xmlns:a="http://schemas.openxmlformats.org/drawingml/2006/main">
              <a:ext uri="{FF2B5EF4-FFF2-40B4-BE49-F238E27FC236}">
                <a16:creationId xmlns:a16="http://schemas.microsoft.com/office/drawing/2014/main" id="{6B6CDEFD-933B-421A-9791-BB27F7E33EAF}"/>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32" name="Google Shape;1432;p24">
            <a:extLst xmlns:a="http://schemas.openxmlformats.org/drawingml/2006/main">
              <a:ext uri="{FF2B5EF4-FFF2-40B4-BE49-F238E27FC236}">
                <a16:creationId xmlns:a16="http://schemas.microsoft.com/office/drawing/2014/main" id="{09B82632-0772-4696-9992-7DB0701CA124}"/>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DEFENSIVE CONCEPTS</a:t>
            </a:r>
            <a:endParaRPr sz="1050" b="0" i="0" u="none" cap="none">
              <a:solidFill>
                <a:schemeClr val="dk1"/>
              </a:solidFill>
              <a:latin typeface="Arial"/>
              <a:ea typeface="Arial"/>
              <a:cs typeface="Arial"/>
            </a:endParaRPr>
          </a:p>
        </p:txBody>
      </p:sp>
      <p:sp>
        <p:nvSpPr>
          <p:cNvPr id="1433" name="Google Shape;1433;p24">
            <a:extLst xmlns:a="http://schemas.openxmlformats.org/drawingml/2006/main">
              <a:ext uri="{FF2B5EF4-FFF2-40B4-BE49-F238E27FC236}">
                <a16:creationId xmlns:a16="http://schemas.microsoft.com/office/drawing/2014/main" id="{EE2F0F41-785C-476A-8ED5-C5383C8B1FF6}"/>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434" name="Google Shape;1434;p24">
            <a:extLst xmlns:a="http://schemas.openxmlformats.org/drawingml/2006/main">
              <a:ext uri="{FF2B5EF4-FFF2-40B4-BE49-F238E27FC236}">
                <a16:creationId xmlns:a16="http://schemas.microsoft.com/office/drawing/2014/main" id="{20D4B64E-4154-4D3E-877C-BE970B0BA0ED}"/>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Concept Brainstorm — Partner Coordination</a:t>
            </a:r>
            <a:endParaRPr sz="2200" b="0" i="0" u="none" cap="none">
              <a:solidFill>
                <a:schemeClr val="dk1"/>
              </a:solidFill>
              <a:latin typeface="Arial"/>
              <a:ea typeface="Arial"/>
              <a:cs typeface="Arial"/>
            </a:endParaRPr>
          </a:p>
        </p:txBody>
      </p:sp>
      <p:sp>
        <p:nvSpPr>
          <p:cNvPr id="1435" name="Google Shape;1435;p24">
            <a:extLst xmlns:a="http://schemas.openxmlformats.org/drawingml/2006/main">
              <a:ext uri="{FF2B5EF4-FFF2-40B4-BE49-F238E27FC236}">
                <a16:creationId xmlns:a16="http://schemas.microsoft.com/office/drawing/2014/main" id="{2BDEED63-6438-4DAF-9D2B-DBC8FB74DC26}"/>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Minimum 3 concepts for partner-coordination. Each concept: name · labeled sketch · 2+ pros · 2+ cons · historical precedent if known.</a:t>
            </a:r>
            <a:endParaRPr sz="900" b="0" i="0" u="none" cap="none">
              <a:solidFill>
                <a:schemeClr val="dk1"/>
              </a:solidFill>
              <a:latin typeface="Arial"/>
              <a:ea typeface="Arial"/>
              <a:cs typeface="Arial"/>
            </a:endParaRPr>
          </a:p>
        </p:txBody>
      </p:sp>
      <p:sp>
        <p:nvSpPr>
          <p:cNvPr id="1436" name="Google Shape;1436;p24">
            <a:extLst xmlns:a="http://schemas.openxmlformats.org/drawingml/2006/main">
              <a:ext uri="{FF2B5EF4-FFF2-40B4-BE49-F238E27FC236}">
                <a16:creationId xmlns:a16="http://schemas.microsoft.com/office/drawing/2014/main" id="{714D79D8-FAA6-4760-896E-1AB4C77C5C8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37" name="Google Shape;1437;p24">
            <a:extLst xmlns:a="http://schemas.openxmlformats.org/drawingml/2006/main">
              <a:ext uri="{FF2B5EF4-FFF2-40B4-BE49-F238E27FC236}">
                <a16:creationId xmlns:a16="http://schemas.microsoft.com/office/drawing/2014/main" id="{BD8630C6-129D-4E4A-AAEC-33CD08D51779}"/>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22 / 61</a:t>
            </a:r>
            <a:endParaRPr sz="900" b="0" i="0" u="none" cap="none">
              <a:solidFill>
                <a:schemeClr val="dk1"/>
              </a:solidFill>
              <a:latin typeface="Arial"/>
              <a:ea typeface="Arial"/>
              <a:cs typeface="Arial"/>
            </a:endParaRPr>
          </a:p>
        </p:txBody>
      </p:sp>
      <p:sp>
        <p:nvSpPr>
          <p:cNvPr id="1438" name="Google Shape;1438;p24">
            <a:extLst xmlns:a="http://schemas.openxmlformats.org/drawingml/2006/main">
              <a:ext uri="{FF2B5EF4-FFF2-40B4-BE49-F238E27FC236}">
                <a16:creationId xmlns:a16="http://schemas.microsoft.com/office/drawing/2014/main" id="{EE30CFC4-F63B-4E5C-8950-FF849332990F}"/>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439" name="Google Shape;1439;p24">
            <a:extLst xmlns:a="http://schemas.openxmlformats.org/drawingml/2006/main">
              <a:ext uri="{FF2B5EF4-FFF2-40B4-BE49-F238E27FC236}">
                <a16:creationId xmlns:a16="http://schemas.microsoft.com/office/drawing/2014/main" id="{52888C10-4342-476A-B6F9-048E9ADF236F}"/>
              </a:ext>
            </a:extLst>
          </p:cNvPr>
          <p:cNvSpPr>
            <a:spLocks xmlns:a="http://schemas.openxmlformats.org/drawingml/2006/main" noGrp="1"/>
          </p:cNvSpPr>
          <p:nvPr/>
        </p:nvSpPr>
        <p:spPr>
          <a:xfrm xmlns:a="http://schemas.openxmlformats.org/drawingml/2006/main">
            <a:off x="32004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40" name="Google Shape;1440;p24">
            <a:extLst xmlns:a="http://schemas.openxmlformats.org/drawingml/2006/main">
              <a:ext uri="{FF2B5EF4-FFF2-40B4-BE49-F238E27FC236}">
                <a16:creationId xmlns:a16="http://schemas.microsoft.com/office/drawing/2014/main" id="{BECA5562-D81B-4EDA-AB85-0D4DD0B39053}"/>
              </a:ext>
            </a:extLst>
          </p:cNvPr>
          <p:cNvSpPr>
            <a:spLocks xmlns:a="http://schemas.openxmlformats.org/drawingml/2006/main" noGrp="1"/>
          </p:cNvSpPr>
          <p:nvPr/>
        </p:nvSpPr>
        <p:spPr>
          <a:xfrm xmlns:a="http://schemas.openxmlformats.org/drawingml/2006/main">
            <a:off x="32004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41" name="Google Shape;1441;p24">
            <a:extLst xmlns:a="http://schemas.openxmlformats.org/drawingml/2006/main">
              <a:ext uri="{FF2B5EF4-FFF2-40B4-BE49-F238E27FC236}">
                <a16:creationId xmlns:a16="http://schemas.microsoft.com/office/drawing/2014/main" id="{DA340F0E-FCAF-479B-93F3-207A29A7781F}"/>
              </a:ext>
            </a:extLst>
          </p:cNvPr>
          <p:cNvSpPr>
            <a:spLocks xmlns:a="http://schemas.openxmlformats.org/drawingml/2006/main" noGrp="1"/>
          </p:cNvSpPr>
          <p:nvPr/>
        </p:nvSpPr>
        <p:spPr>
          <a:xfrm xmlns:a="http://schemas.openxmlformats.org/drawingml/2006/main">
            <a:off x="41148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1</a:t>
            </a:r>
            <a:endParaRPr sz="1000" b="0" i="0" u="none" cap="none">
              <a:solidFill>
                <a:schemeClr val="dk1"/>
              </a:solidFill>
              <a:latin typeface="Arial"/>
              <a:ea typeface="Arial"/>
              <a:cs typeface="Arial"/>
            </a:endParaRPr>
          </a:p>
        </p:txBody>
      </p:sp>
      <p:sp>
        <p:nvSpPr>
          <p:cNvPr id="1442" name="Google Shape;1442;p24">
            <a:extLst xmlns:a="http://schemas.openxmlformats.org/drawingml/2006/main">
              <a:ext uri="{FF2B5EF4-FFF2-40B4-BE49-F238E27FC236}">
                <a16:creationId xmlns:a16="http://schemas.microsoft.com/office/drawing/2014/main" id="{4944BE28-DF23-4691-84A1-FB8A6FD9974E}"/>
              </a:ext>
            </a:extLst>
          </p:cNvPr>
          <p:cNvSpPr>
            <a:spLocks xmlns:a="http://schemas.openxmlformats.org/drawingml/2006/main" noGrp="1"/>
          </p:cNvSpPr>
          <p:nvPr/>
        </p:nvSpPr>
        <p:spPr>
          <a:xfrm xmlns:a="http://schemas.openxmlformats.org/drawingml/2006/main">
            <a:off x="41148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569" name="Google Shape;1443;p24"/>
          <p:cNvCxnSpPr/>
          <p:nvPr/>
        </p:nvCxnSpPr>
        <p:spPr>
          <a:xfrm xmlns:a="http://schemas.openxmlformats.org/drawingml/2006/main">
            <a:off x="100584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444" name="Google Shape;1444;p24">
            <a:extLst xmlns:a="http://schemas.openxmlformats.org/drawingml/2006/main">
              <a:ext uri="{FF2B5EF4-FFF2-40B4-BE49-F238E27FC236}">
                <a16:creationId xmlns:a16="http://schemas.microsoft.com/office/drawing/2014/main" id="{DCECDE15-7BCA-4B0F-AAFA-FE52D8038832}"/>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45" name="Google Shape;1445;p24">
            <a:extLst xmlns:a="http://schemas.openxmlformats.org/drawingml/2006/main">
              <a:ext uri="{FF2B5EF4-FFF2-40B4-BE49-F238E27FC236}">
                <a16:creationId xmlns:a16="http://schemas.microsoft.com/office/drawing/2014/main" id="{F6DBC50F-189B-4C71-9126-6FEDF9BC3B58}"/>
              </a:ext>
            </a:extLst>
          </p:cNvPr>
          <p:cNvSpPr>
            <a:spLocks xmlns:a="http://schemas.openxmlformats.org/drawingml/2006/main" noGrp="1"/>
          </p:cNvSpPr>
          <p:nvPr/>
        </p:nvSpPr>
        <p:spPr>
          <a:xfrm xmlns:a="http://schemas.openxmlformats.org/drawingml/2006/main">
            <a:off x="91440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446" name="Google Shape;1446;p24">
            <a:extLst xmlns:a="http://schemas.openxmlformats.org/drawingml/2006/main">
              <a:ext uri="{FF2B5EF4-FFF2-40B4-BE49-F238E27FC236}">
                <a16:creationId xmlns:a16="http://schemas.microsoft.com/office/drawing/2014/main" id="{74F49F3F-7DC3-46DC-8E0D-24B7B56A26E7}"/>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47" name="Google Shape;1447;p24">
            <a:extLst xmlns:a="http://schemas.openxmlformats.org/drawingml/2006/main">
              <a:ext uri="{FF2B5EF4-FFF2-40B4-BE49-F238E27FC236}">
                <a16:creationId xmlns:a16="http://schemas.microsoft.com/office/drawing/2014/main" id="{C7F0A647-FBE1-40E7-8439-8DF9C060ED48}"/>
              </a:ext>
            </a:extLst>
          </p:cNvPr>
          <p:cNvSpPr>
            <a:spLocks xmlns:a="http://schemas.openxmlformats.org/drawingml/2006/main" noGrp="1"/>
          </p:cNvSpPr>
          <p:nvPr/>
        </p:nvSpPr>
        <p:spPr>
          <a:xfrm xmlns:a="http://schemas.openxmlformats.org/drawingml/2006/main">
            <a:off x="4114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448" name="Google Shape;1448;p24">
            <a:extLst xmlns:a="http://schemas.openxmlformats.org/drawingml/2006/main">
              <a:ext uri="{FF2B5EF4-FFF2-40B4-BE49-F238E27FC236}">
                <a16:creationId xmlns:a16="http://schemas.microsoft.com/office/drawing/2014/main" id="{F0F555CE-B4BC-4545-8516-D928EAC687AB}"/>
              </a:ext>
            </a:extLst>
          </p:cNvPr>
          <p:cNvSpPr>
            <a:spLocks xmlns:a="http://schemas.openxmlformats.org/drawingml/2006/main" noGrp="1"/>
          </p:cNvSpPr>
          <p:nvPr/>
        </p:nvSpPr>
        <p:spPr>
          <a:xfrm xmlns:a="http://schemas.openxmlformats.org/drawingml/2006/main">
            <a:off x="4297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449" name="Google Shape;1449;p24">
            <a:extLst xmlns:a="http://schemas.openxmlformats.org/drawingml/2006/main">
              <a:ext uri="{FF2B5EF4-FFF2-40B4-BE49-F238E27FC236}">
                <a16:creationId xmlns:a16="http://schemas.microsoft.com/office/drawing/2014/main" id="{096B207D-C34C-4CF6-BCC1-336F307DE30F}"/>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50" name="Google Shape;1450;p24">
            <a:extLst xmlns:a="http://schemas.openxmlformats.org/drawingml/2006/main">
              <a:ext uri="{FF2B5EF4-FFF2-40B4-BE49-F238E27FC236}">
                <a16:creationId xmlns:a16="http://schemas.microsoft.com/office/drawing/2014/main" id="{6513CEBA-FA37-440E-A22B-10D86B8AF659}"/>
              </a:ext>
            </a:extLst>
          </p:cNvPr>
          <p:cNvSpPr>
            <a:spLocks xmlns:a="http://schemas.openxmlformats.org/drawingml/2006/main" noGrp="1"/>
          </p:cNvSpPr>
          <p:nvPr/>
        </p:nvSpPr>
        <p:spPr>
          <a:xfrm xmlns:a="http://schemas.openxmlformats.org/drawingml/2006/main">
            <a:off x="173736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451" name="Google Shape;1451;p24">
            <a:extLst xmlns:a="http://schemas.openxmlformats.org/drawingml/2006/main">
              <a:ext uri="{FF2B5EF4-FFF2-40B4-BE49-F238E27FC236}">
                <a16:creationId xmlns:a16="http://schemas.microsoft.com/office/drawing/2014/main" id="{426DF4D0-40E7-47E4-82B4-96C8F38DD775}"/>
              </a:ext>
            </a:extLst>
          </p:cNvPr>
          <p:cNvSpPr>
            <a:spLocks xmlns:a="http://schemas.openxmlformats.org/drawingml/2006/main" noGrp="1"/>
          </p:cNvSpPr>
          <p:nvPr/>
        </p:nvSpPr>
        <p:spPr>
          <a:xfrm xmlns:a="http://schemas.openxmlformats.org/drawingml/2006/main">
            <a:off x="175564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452" name="Google Shape;1452;p24">
            <a:extLst xmlns:a="http://schemas.openxmlformats.org/drawingml/2006/main">
              <a:ext uri="{FF2B5EF4-FFF2-40B4-BE49-F238E27FC236}">
                <a16:creationId xmlns:a16="http://schemas.microsoft.com/office/drawing/2014/main" id="{1BC679E7-84FA-4093-AA75-FF3E636D10A3}"/>
              </a:ext>
            </a:extLst>
          </p:cNvPr>
          <p:cNvSpPr>
            <a:spLocks xmlns:a="http://schemas.openxmlformats.org/drawingml/2006/main" noGrp="1"/>
          </p:cNvSpPr>
          <p:nvPr/>
        </p:nvSpPr>
        <p:spPr>
          <a:xfrm xmlns:a="http://schemas.openxmlformats.org/drawingml/2006/main">
            <a:off x="320040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53" name="Google Shape;1453;p24">
            <a:extLst xmlns:a="http://schemas.openxmlformats.org/drawingml/2006/main">
              <a:ext uri="{FF2B5EF4-FFF2-40B4-BE49-F238E27FC236}">
                <a16:creationId xmlns:a16="http://schemas.microsoft.com/office/drawing/2014/main" id="{A462236B-F8F0-4A38-9343-563A97B9B405}"/>
              </a:ext>
            </a:extLst>
          </p:cNvPr>
          <p:cNvSpPr>
            <a:spLocks xmlns:a="http://schemas.openxmlformats.org/drawingml/2006/main" noGrp="1"/>
          </p:cNvSpPr>
          <p:nvPr/>
        </p:nvSpPr>
        <p:spPr>
          <a:xfrm xmlns:a="http://schemas.openxmlformats.org/drawingml/2006/main">
            <a:off x="320040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54" name="Google Shape;1454;p24">
            <a:extLst xmlns:a="http://schemas.openxmlformats.org/drawingml/2006/main">
              <a:ext uri="{FF2B5EF4-FFF2-40B4-BE49-F238E27FC236}">
                <a16:creationId xmlns:a16="http://schemas.microsoft.com/office/drawing/2014/main" id="{B6795204-C1C1-4A22-8FFD-8A4666335497}"/>
              </a:ext>
            </a:extLst>
          </p:cNvPr>
          <p:cNvSpPr>
            <a:spLocks xmlns:a="http://schemas.openxmlformats.org/drawingml/2006/main" noGrp="1"/>
          </p:cNvSpPr>
          <p:nvPr/>
        </p:nvSpPr>
        <p:spPr>
          <a:xfrm xmlns:a="http://schemas.openxmlformats.org/drawingml/2006/main">
            <a:off x="329184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2</a:t>
            </a:r>
            <a:endParaRPr sz="1000" b="0" i="0" u="none" cap="none">
              <a:solidFill>
                <a:schemeClr val="dk1"/>
              </a:solidFill>
              <a:latin typeface="Arial"/>
              <a:ea typeface="Arial"/>
              <a:cs typeface="Arial"/>
            </a:endParaRPr>
          </a:p>
        </p:txBody>
      </p:sp>
      <p:sp>
        <p:nvSpPr>
          <p:cNvPr id="1455" name="Google Shape;1455;p24">
            <a:extLst xmlns:a="http://schemas.openxmlformats.org/drawingml/2006/main">
              <a:ext uri="{FF2B5EF4-FFF2-40B4-BE49-F238E27FC236}">
                <a16:creationId xmlns:a16="http://schemas.microsoft.com/office/drawing/2014/main" id="{1DB519CE-59DC-4872-B3B8-06C1865EB9E2}"/>
              </a:ext>
            </a:extLst>
          </p:cNvPr>
          <p:cNvSpPr>
            <a:spLocks xmlns:a="http://schemas.openxmlformats.org/drawingml/2006/main" noGrp="1"/>
          </p:cNvSpPr>
          <p:nvPr/>
        </p:nvSpPr>
        <p:spPr>
          <a:xfrm xmlns:a="http://schemas.openxmlformats.org/drawingml/2006/main">
            <a:off x="329184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582" name="Google Shape;1456;p24"/>
          <p:cNvCxnSpPr/>
          <p:nvPr/>
        </p:nvCxnSpPr>
        <p:spPr>
          <a:xfrm xmlns:a="http://schemas.openxmlformats.org/drawingml/2006/main">
            <a:off x="388620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457" name="Google Shape;1457;p24">
            <a:extLst xmlns:a="http://schemas.openxmlformats.org/drawingml/2006/main">
              <a:ext uri="{FF2B5EF4-FFF2-40B4-BE49-F238E27FC236}">
                <a16:creationId xmlns:a16="http://schemas.microsoft.com/office/drawing/2014/main" id="{44FAE45F-C5EA-4234-AAF9-78753303A456}"/>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58" name="Google Shape;1458;p24">
            <a:extLst xmlns:a="http://schemas.openxmlformats.org/drawingml/2006/main">
              <a:ext uri="{FF2B5EF4-FFF2-40B4-BE49-F238E27FC236}">
                <a16:creationId xmlns:a16="http://schemas.microsoft.com/office/drawing/2014/main" id="{A9797D1B-C3CF-43D3-BF03-569A1EE57120}"/>
              </a:ext>
            </a:extLst>
          </p:cNvPr>
          <p:cNvSpPr>
            <a:spLocks xmlns:a="http://schemas.openxmlformats.org/drawingml/2006/main" noGrp="1"/>
          </p:cNvSpPr>
          <p:nvPr/>
        </p:nvSpPr>
        <p:spPr>
          <a:xfrm xmlns:a="http://schemas.openxmlformats.org/drawingml/2006/main">
            <a:off x="379476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459" name="Google Shape;1459;p24">
            <a:extLst xmlns:a="http://schemas.openxmlformats.org/drawingml/2006/main">
              <a:ext uri="{FF2B5EF4-FFF2-40B4-BE49-F238E27FC236}">
                <a16:creationId xmlns:a16="http://schemas.microsoft.com/office/drawing/2014/main" id="{BC73D9EA-02D2-46C2-8EF0-B82579FF6A4E}"/>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60" name="Google Shape;1460;p24">
            <a:extLst xmlns:a="http://schemas.openxmlformats.org/drawingml/2006/main">
              <a:ext uri="{FF2B5EF4-FFF2-40B4-BE49-F238E27FC236}">
                <a16:creationId xmlns:a16="http://schemas.microsoft.com/office/drawing/2014/main" id="{7796DF87-2974-4D29-922D-43CD899FC4F9}"/>
              </a:ext>
            </a:extLst>
          </p:cNvPr>
          <p:cNvSpPr>
            <a:spLocks xmlns:a="http://schemas.openxmlformats.org/drawingml/2006/main" noGrp="1"/>
          </p:cNvSpPr>
          <p:nvPr/>
        </p:nvSpPr>
        <p:spPr>
          <a:xfrm xmlns:a="http://schemas.openxmlformats.org/drawingml/2006/main">
            <a:off x="329184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461" name="Google Shape;1461;p24">
            <a:extLst xmlns:a="http://schemas.openxmlformats.org/drawingml/2006/main">
              <a:ext uri="{FF2B5EF4-FFF2-40B4-BE49-F238E27FC236}">
                <a16:creationId xmlns:a16="http://schemas.microsoft.com/office/drawing/2014/main" id="{4877EEE6-D559-460C-9A1D-F808B4570D7D}"/>
              </a:ext>
            </a:extLst>
          </p:cNvPr>
          <p:cNvSpPr>
            <a:spLocks xmlns:a="http://schemas.openxmlformats.org/drawingml/2006/main" noGrp="1"/>
          </p:cNvSpPr>
          <p:nvPr/>
        </p:nvSpPr>
        <p:spPr>
          <a:xfrm xmlns:a="http://schemas.openxmlformats.org/drawingml/2006/main">
            <a:off x="331012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462" name="Google Shape;1462;p24">
            <a:extLst xmlns:a="http://schemas.openxmlformats.org/drawingml/2006/main">
              <a:ext uri="{FF2B5EF4-FFF2-40B4-BE49-F238E27FC236}">
                <a16:creationId xmlns:a16="http://schemas.microsoft.com/office/drawing/2014/main" id="{3375EEBF-0829-4D09-887C-1F79DA8FC34C}"/>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63" name="Google Shape;1463;p24">
            <a:extLst xmlns:a="http://schemas.openxmlformats.org/drawingml/2006/main">
              <a:ext uri="{FF2B5EF4-FFF2-40B4-BE49-F238E27FC236}">
                <a16:creationId xmlns:a16="http://schemas.microsoft.com/office/drawing/2014/main" id="{43C62CDC-16FC-4CE2-9929-2EFF32020342}"/>
              </a:ext>
            </a:extLst>
          </p:cNvPr>
          <p:cNvSpPr>
            <a:spLocks xmlns:a="http://schemas.openxmlformats.org/drawingml/2006/main" noGrp="1"/>
          </p:cNvSpPr>
          <p:nvPr/>
        </p:nvSpPr>
        <p:spPr>
          <a:xfrm xmlns:a="http://schemas.openxmlformats.org/drawingml/2006/main">
            <a:off x="461772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464" name="Google Shape;1464;p24">
            <a:extLst xmlns:a="http://schemas.openxmlformats.org/drawingml/2006/main">
              <a:ext uri="{FF2B5EF4-FFF2-40B4-BE49-F238E27FC236}">
                <a16:creationId xmlns:a16="http://schemas.microsoft.com/office/drawing/2014/main" id="{E59F5550-9151-4E6A-B168-198B0877DF5C}"/>
              </a:ext>
            </a:extLst>
          </p:cNvPr>
          <p:cNvSpPr>
            <a:spLocks xmlns:a="http://schemas.openxmlformats.org/drawingml/2006/main" noGrp="1"/>
          </p:cNvSpPr>
          <p:nvPr/>
        </p:nvSpPr>
        <p:spPr>
          <a:xfrm xmlns:a="http://schemas.openxmlformats.org/drawingml/2006/main">
            <a:off x="463600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465" name="Google Shape;1465;p24">
            <a:extLst xmlns:a="http://schemas.openxmlformats.org/drawingml/2006/main">
              <a:ext uri="{FF2B5EF4-FFF2-40B4-BE49-F238E27FC236}">
                <a16:creationId xmlns:a16="http://schemas.microsoft.com/office/drawing/2014/main" id="{AF445CCC-B0E7-4CE8-B539-976FCD5F7812}"/>
              </a:ext>
            </a:extLst>
          </p:cNvPr>
          <p:cNvSpPr>
            <a:spLocks xmlns:a="http://schemas.openxmlformats.org/drawingml/2006/main" noGrp="1"/>
          </p:cNvSpPr>
          <p:nvPr/>
        </p:nvSpPr>
        <p:spPr>
          <a:xfrm xmlns:a="http://schemas.openxmlformats.org/drawingml/2006/main">
            <a:off x="6080760" y="1078992"/>
            <a:ext cx="2743200" cy="333756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66" name="Google Shape;1466;p24">
            <a:extLst xmlns:a="http://schemas.openxmlformats.org/drawingml/2006/main">
              <a:ext uri="{FF2B5EF4-FFF2-40B4-BE49-F238E27FC236}">
                <a16:creationId xmlns:a16="http://schemas.microsoft.com/office/drawing/2014/main" id="{C0A82D71-2DA6-40C9-BA8E-10F6A3C1940C}"/>
              </a:ext>
            </a:extLst>
          </p:cNvPr>
          <p:cNvSpPr>
            <a:spLocks xmlns:a="http://schemas.openxmlformats.org/drawingml/2006/main" noGrp="1"/>
          </p:cNvSpPr>
          <p:nvPr/>
        </p:nvSpPr>
        <p:spPr>
          <a:xfrm xmlns:a="http://schemas.openxmlformats.org/drawingml/2006/main">
            <a:off x="6080760" y="1078992"/>
            <a:ext cx="27432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67" name="Google Shape;1467;p24">
            <a:extLst xmlns:a="http://schemas.openxmlformats.org/drawingml/2006/main">
              <a:ext uri="{FF2B5EF4-FFF2-40B4-BE49-F238E27FC236}">
                <a16:creationId xmlns:a16="http://schemas.microsoft.com/office/drawing/2014/main" id="{53ABA1DD-1363-4293-B6C1-F5613759A67E}"/>
              </a:ext>
            </a:extLst>
          </p:cNvPr>
          <p:cNvSpPr>
            <a:spLocks xmlns:a="http://schemas.openxmlformats.org/drawingml/2006/main" noGrp="1"/>
          </p:cNvSpPr>
          <p:nvPr/>
        </p:nvSpPr>
        <p:spPr>
          <a:xfrm xmlns:a="http://schemas.openxmlformats.org/drawingml/2006/main">
            <a:off x="6172200" y="1078992"/>
            <a:ext cx="25603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CONCEPT 3</a:t>
            </a:r>
            <a:endParaRPr sz="1000" b="0" i="0" u="none" cap="none">
              <a:solidFill>
                <a:schemeClr val="dk1"/>
              </a:solidFill>
              <a:latin typeface="Arial"/>
              <a:ea typeface="Arial"/>
              <a:cs typeface="Arial"/>
            </a:endParaRPr>
          </a:p>
        </p:txBody>
      </p:sp>
      <p:sp>
        <p:nvSpPr>
          <p:cNvPr id="1468" name="Google Shape;1468;p24">
            <a:extLst xmlns:a="http://schemas.openxmlformats.org/drawingml/2006/main">
              <a:ext uri="{FF2B5EF4-FFF2-40B4-BE49-F238E27FC236}">
                <a16:creationId xmlns:a16="http://schemas.microsoft.com/office/drawing/2014/main" id="{9A669C18-EAEC-48C3-9D95-17D0620C5837}"/>
              </a:ext>
            </a:extLst>
          </p:cNvPr>
          <p:cNvSpPr>
            <a:spLocks xmlns:a="http://schemas.openxmlformats.org/drawingml/2006/main" noGrp="1"/>
          </p:cNvSpPr>
          <p:nvPr/>
        </p:nvSpPr>
        <p:spPr>
          <a:xfrm xmlns:a="http://schemas.openxmlformats.org/drawingml/2006/main">
            <a:off x="6172200" y="1444752"/>
            <a:ext cx="640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850"/>
              <a:buFont typeface="Arial"/>
              <a:buNone/>
            </a:pPr>
            <a:r>
              <a:rPr sz="850" b="1" i="0" u="none" cap="none">
                <a:solidFill>
                  <a:srgbClr val="64748B"/>
                </a:solidFill>
                <a:latin typeface="Arial"/>
                <a:ea typeface="Arial"/>
                <a:cs typeface="Arial"/>
              </a:rPr>
              <a:t>Name:</a:t>
            </a:r>
            <a:endParaRPr sz="850" b="0" i="0" u="none" cap="none">
              <a:solidFill>
                <a:schemeClr val="dk1"/>
              </a:solidFill>
              <a:latin typeface="Arial"/>
              <a:ea typeface="Arial"/>
              <a:cs typeface="Arial"/>
            </a:endParaRPr>
          </a:p>
        </p:txBody>
      </p:sp>
      <p:cxnSp>
        <p:nvCxnSpPr>
          <p:cNvPr id="1595" name="Google Shape;1469;p24"/>
          <p:cNvCxnSpPr/>
          <p:nvPr/>
        </p:nvCxnSpPr>
        <p:spPr>
          <a:xfrm xmlns:a="http://schemas.openxmlformats.org/drawingml/2006/main">
            <a:off x="6766560" y="1609344"/>
            <a:ext cx="19659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470" name="Google Shape;1470;p24">
            <a:extLst xmlns:a="http://schemas.openxmlformats.org/drawingml/2006/main">
              <a:ext uri="{FF2B5EF4-FFF2-40B4-BE49-F238E27FC236}">
                <a16:creationId xmlns:a16="http://schemas.microsoft.com/office/drawing/2014/main" id="{BE9E62E6-4AF8-4AD5-ABD1-FDCE96739FD7}"/>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71" name="Google Shape;1471;p24">
            <a:extLst xmlns:a="http://schemas.openxmlformats.org/drawingml/2006/main">
              <a:ext uri="{FF2B5EF4-FFF2-40B4-BE49-F238E27FC236}">
                <a16:creationId xmlns:a16="http://schemas.microsoft.com/office/drawing/2014/main" id="{089E071F-2D4A-4E12-B862-DA7888D06DC9}"/>
              </a:ext>
            </a:extLst>
          </p:cNvPr>
          <p:cNvSpPr>
            <a:spLocks xmlns:a="http://schemas.openxmlformats.org/drawingml/2006/main" noGrp="1"/>
          </p:cNvSpPr>
          <p:nvPr/>
        </p:nvSpPr>
        <p:spPr>
          <a:xfrm xmlns:a="http://schemas.openxmlformats.org/drawingml/2006/main">
            <a:off x="6675120" y="1737360"/>
            <a:ext cx="155448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[Hand sketch]</a:t>
            </a:r>
            <a:endParaRPr sz="900" b="0" i="0" u="none" cap="none">
              <a:solidFill>
                <a:schemeClr val="dk1"/>
              </a:solidFill>
              <a:latin typeface="Arial"/>
              <a:ea typeface="Arial"/>
              <a:cs typeface="Arial"/>
            </a:endParaRPr>
          </a:p>
        </p:txBody>
      </p:sp>
      <p:sp>
        <p:nvSpPr>
          <p:cNvPr id="1472" name="Google Shape;1472;p24">
            <a:extLst xmlns:a="http://schemas.openxmlformats.org/drawingml/2006/main">
              <a:ext uri="{FF2B5EF4-FFF2-40B4-BE49-F238E27FC236}">
                <a16:creationId xmlns:a16="http://schemas.microsoft.com/office/drawing/2014/main" id="{0947E760-269B-4A24-BAA2-9831E26DD459}"/>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solidFill xmlns:a="http://schemas.openxmlformats.org/drawingml/2006/main">
            <a:srgbClr val="ECFDF5"/>
          </a:solidFill>
          <a:ln xmlns:a="http://schemas.openxmlformats.org/drawingml/2006/main" w="12700" cmpd="sng">
            <a:solidFill>
              <a:srgbClr val="16A34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73" name="Google Shape;1473;p24">
            <a:extLst xmlns:a="http://schemas.openxmlformats.org/drawingml/2006/main">
              <a:ext uri="{FF2B5EF4-FFF2-40B4-BE49-F238E27FC236}">
                <a16:creationId xmlns:a16="http://schemas.microsoft.com/office/drawing/2014/main" id="{056D79BE-1EB3-444D-A2AF-270A9B665667}"/>
              </a:ext>
            </a:extLst>
          </p:cNvPr>
          <p:cNvSpPr>
            <a:spLocks xmlns:a="http://schemas.openxmlformats.org/drawingml/2006/main" noGrp="1"/>
          </p:cNvSpPr>
          <p:nvPr/>
        </p:nvSpPr>
        <p:spPr>
          <a:xfrm xmlns:a="http://schemas.openxmlformats.org/drawingml/2006/main">
            <a:off x="617220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6A34A"/>
              </a:buClr>
              <a:buSzPts val="800"/>
              <a:buFont typeface="Arial"/>
              <a:buNone/>
            </a:pPr>
            <a:r>
              <a:rPr sz="800" b="1" i="0" u="none" cap="none">
                <a:solidFill>
                  <a:srgbClr val="16A34A"/>
                </a:solidFill>
                <a:latin typeface="Arial"/>
                <a:ea typeface="Arial"/>
                <a:cs typeface="Arial"/>
              </a:rPr>
              <a:t>✓ PROS</a:t>
            </a:r>
            <a:endParaRPr sz="800" b="0" i="0" u="none" cap="none">
              <a:solidFill>
                <a:schemeClr val="dk1"/>
              </a:solidFill>
              <a:latin typeface="Arial"/>
              <a:ea typeface="Arial"/>
              <a:cs typeface="Arial"/>
            </a:endParaRPr>
          </a:p>
        </p:txBody>
      </p:sp>
      <p:sp>
        <p:nvSpPr>
          <p:cNvPr id="1474" name="Google Shape;1474;p24">
            <a:extLst xmlns:a="http://schemas.openxmlformats.org/drawingml/2006/main">
              <a:ext uri="{FF2B5EF4-FFF2-40B4-BE49-F238E27FC236}">
                <a16:creationId xmlns:a16="http://schemas.microsoft.com/office/drawing/2014/main" id="{A97CD809-53A8-4E11-B643-C26985C255C1}"/>
              </a:ext>
            </a:extLst>
          </p:cNvPr>
          <p:cNvSpPr>
            <a:spLocks xmlns:a="http://schemas.openxmlformats.org/drawingml/2006/main" noGrp="1"/>
          </p:cNvSpPr>
          <p:nvPr/>
        </p:nvSpPr>
        <p:spPr>
          <a:xfrm xmlns:a="http://schemas.openxmlformats.org/drawingml/2006/main">
            <a:off x="619048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benefit]</a:t>
            </a:r>
            <a:endParaRPr sz="780" b="0" i="0" u="none" cap="none">
              <a:solidFill>
                <a:schemeClr val="dk1"/>
              </a:solidFill>
              <a:latin typeface="Arial"/>
              <a:ea typeface="Arial"/>
              <a:cs typeface="Arial"/>
            </a:endParaRPr>
          </a:p>
        </p:txBody>
      </p:sp>
      <p:sp>
        <p:nvSpPr>
          <p:cNvPr id="1475" name="Google Shape;1475;p24">
            <a:extLst xmlns:a="http://schemas.openxmlformats.org/drawingml/2006/main">
              <a:ext uri="{FF2B5EF4-FFF2-40B4-BE49-F238E27FC236}">
                <a16:creationId xmlns:a16="http://schemas.microsoft.com/office/drawing/2014/main" id="{4113EFB8-A503-4135-9F0A-E56E9BDC05C7}"/>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solidFill xmlns:a="http://schemas.openxmlformats.org/drawingml/2006/main">
            <a:srgbClr val="FEF2F2"/>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76" name="Google Shape;1476;p24">
            <a:extLst xmlns:a="http://schemas.openxmlformats.org/drawingml/2006/main">
              <a:ext uri="{FF2B5EF4-FFF2-40B4-BE49-F238E27FC236}">
                <a16:creationId xmlns:a16="http://schemas.microsoft.com/office/drawing/2014/main" id="{96C13A80-831A-402A-93DF-36793843721C}"/>
              </a:ext>
            </a:extLst>
          </p:cNvPr>
          <p:cNvSpPr>
            <a:spLocks xmlns:a="http://schemas.openxmlformats.org/drawingml/2006/main" noGrp="1"/>
          </p:cNvSpPr>
          <p:nvPr/>
        </p:nvSpPr>
        <p:spPr>
          <a:xfrm xmlns:a="http://schemas.openxmlformats.org/drawingml/2006/main">
            <a:off x="7498080" y="3401568"/>
            <a:ext cx="12344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Arial"/>
              <a:buNone/>
            </a:pPr>
            <a:r>
              <a:rPr sz="800" b="1" i="0" u="none" cap="none">
                <a:solidFill>
                  <a:srgbClr val="DC2626"/>
                </a:solidFill>
                <a:latin typeface="Arial"/>
                <a:ea typeface="Arial"/>
                <a:cs typeface="Arial"/>
              </a:rPr>
              <a:t>✗ CONS</a:t>
            </a:r>
            <a:endParaRPr sz="800" b="0" i="0" u="none" cap="none">
              <a:solidFill>
                <a:schemeClr val="dk1"/>
              </a:solidFill>
              <a:latin typeface="Arial"/>
              <a:ea typeface="Arial"/>
              <a:cs typeface="Arial"/>
            </a:endParaRPr>
          </a:p>
        </p:txBody>
      </p:sp>
      <p:sp>
        <p:nvSpPr>
          <p:cNvPr id="1477" name="Google Shape;1477;p24">
            <a:extLst xmlns:a="http://schemas.openxmlformats.org/drawingml/2006/main">
              <a:ext uri="{FF2B5EF4-FFF2-40B4-BE49-F238E27FC236}">
                <a16:creationId xmlns:a16="http://schemas.microsoft.com/office/drawing/2014/main" id="{01A2B9E9-851E-4E7E-B723-D51D77A3306C}"/>
              </a:ext>
            </a:extLst>
          </p:cNvPr>
          <p:cNvSpPr>
            <a:spLocks xmlns:a="http://schemas.openxmlformats.org/drawingml/2006/main" noGrp="1"/>
          </p:cNvSpPr>
          <p:nvPr/>
        </p:nvSpPr>
        <p:spPr>
          <a:xfrm xmlns:a="http://schemas.openxmlformats.org/drawingml/2006/main">
            <a:off x="7516368" y="3639312"/>
            <a:ext cx="11978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a:p xmlns:a="http://schemas.openxmlformats.org/drawingml/2006/main">
            <a:pPr marL="0" marR="0" lvl="0" indent="0" algn="l">
              <a:lnSpc>
                <a:spcPct val="100000"/>
              </a:lnSpc>
              <a:spcBef>
                <a:spcPts val="200"/>
              </a:spcBef>
              <a:spcAft>
                <a:spcPts val="0"/>
              </a:spcAft>
              <a:buClr>
                <a:srgbClr val="94A3B8"/>
              </a:buClr>
              <a:buSzPts val="780"/>
              <a:buFont typeface="Arial"/>
              <a:buNone/>
            </a:pPr>
            <a:r>
              <a:rPr sz="780" b="0" i="1" u="none" cap="none">
                <a:solidFill>
                  <a:srgbClr val="94A3B8"/>
                </a:solidFill>
                <a:latin typeface="Arial"/>
                <a:ea typeface="Arial"/>
                <a:cs typeface="Arial"/>
              </a:rPr>
              <a:t>[– risk]</a:t>
            </a:r>
            <a:endParaRPr sz="780" b="0" i="0" u="none" cap="none">
              <a:solidFill>
                <a:schemeClr val="dk1"/>
              </a:solidFill>
              <a:latin typeface="Arial"/>
              <a:ea typeface="Arial"/>
              <a:cs typeface="Arial"/>
            </a:endParaRPr>
          </a:p>
        </p:txBody>
      </p:sp>
      <p:sp>
        <p:nvSpPr>
          <p:cNvPr id="1478" name="Google Shape;1478;p24">
            <a:extLst xmlns:a="http://schemas.openxmlformats.org/drawingml/2006/main">
              <a:ext uri="{FF2B5EF4-FFF2-40B4-BE49-F238E27FC236}">
                <a16:creationId xmlns:a16="http://schemas.microsoft.com/office/drawing/2014/main" id="{A95599B4-3496-4A75-82F1-6FCD25BDAEF8}"/>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af392759bf2b4991"/>
              </a:rPr>
              <a:t>game-analysis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3f25d16afae2483f"/>
              </a:rPr>
              <a:t>design-sprint</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73376868df4c446b"/>
              </a:rPr>
              <a:t>mechanism-intakes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53649638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84" name="Google Shape;1484;p25">
            <a:extLst xmlns:a="http://schemas.openxmlformats.org/drawingml/2006/main">
              <a:ext uri="{FF2B5EF4-FFF2-40B4-BE49-F238E27FC236}">
                <a16:creationId xmlns:a16="http://schemas.microsoft.com/office/drawing/2014/main" id="{10A6CAF7-5EA9-4B71-8C21-9B00383F3480}"/>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85" name="Google Shape;1485;p25">
            <a:extLst xmlns:a="http://schemas.openxmlformats.org/drawingml/2006/main">
              <a:ext uri="{FF2B5EF4-FFF2-40B4-BE49-F238E27FC236}">
                <a16:creationId xmlns:a16="http://schemas.microsoft.com/office/drawing/2014/main" id="{CC4C20D5-64B9-4547-9816-2C6F852C78E1}"/>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EDP STEP 2</a:t>
            </a:r>
            <a:endParaRPr sz="1050" b="0" i="0" u="none" cap="none">
              <a:solidFill>
                <a:schemeClr val="dk1"/>
              </a:solidFill>
              <a:latin typeface="Arial"/>
              <a:ea typeface="Arial"/>
              <a:cs typeface="Arial"/>
            </a:endParaRPr>
          </a:p>
        </p:txBody>
      </p:sp>
      <p:sp>
        <p:nvSpPr>
          <p:cNvPr id="1486" name="Google Shape;1486;p25">
            <a:extLst xmlns:a="http://schemas.openxmlformats.org/drawingml/2006/main">
              <a:ext uri="{FF2B5EF4-FFF2-40B4-BE49-F238E27FC236}">
                <a16:creationId xmlns:a16="http://schemas.microsoft.com/office/drawing/2014/main" id="{9C5E86C0-4633-41A8-B49B-62AFA04BC43D}"/>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487" name="Google Shape;1487;p25">
            <a:extLst xmlns:a="http://schemas.openxmlformats.org/drawingml/2006/main">
              <a:ext uri="{FF2B5EF4-FFF2-40B4-BE49-F238E27FC236}">
                <a16:creationId xmlns:a16="http://schemas.microsoft.com/office/drawing/2014/main" id="{39C10490-ED0E-45D3-8FE4-C3499E57C5B6}"/>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Research Notes &amp; Historical Precedent</a:t>
            </a:r>
            <a:endParaRPr sz="2200" b="0" i="0" u="none" cap="none">
              <a:solidFill>
                <a:schemeClr val="dk1"/>
              </a:solidFill>
              <a:latin typeface="Arial"/>
              <a:ea typeface="Arial"/>
              <a:cs typeface="Arial"/>
            </a:endParaRPr>
          </a:p>
        </p:txBody>
      </p:sp>
      <p:sp>
        <p:nvSpPr>
          <p:cNvPr id="1488" name="Google Shape;1488;p25">
            <a:extLst xmlns:a="http://schemas.openxmlformats.org/drawingml/2006/main">
              <a:ext uri="{FF2B5EF4-FFF2-40B4-BE49-F238E27FC236}">
                <a16:creationId xmlns:a16="http://schemas.microsoft.com/office/drawing/2014/main" id="{7AC92447-1FC9-4973-BAC0-0039431EE5BA}"/>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489" name="Google Shape;1489;p25">
            <a:extLst xmlns:a="http://schemas.openxmlformats.org/drawingml/2006/main">
              <a:ext uri="{FF2B5EF4-FFF2-40B4-BE49-F238E27FC236}">
                <a16:creationId xmlns:a16="http://schemas.microsoft.com/office/drawing/2014/main" id="{35728A44-1809-417F-961D-94BA192CDC9B}"/>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90" name="Google Shape;1490;p25">
            <a:extLst xmlns:a="http://schemas.openxmlformats.org/drawingml/2006/main">
              <a:ext uri="{FF2B5EF4-FFF2-40B4-BE49-F238E27FC236}">
                <a16:creationId xmlns:a16="http://schemas.microsoft.com/office/drawing/2014/main" id="{2F00D3D4-E941-4080-AF6D-375E44CF7D0B}"/>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23 / 61</a:t>
            </a:r>
            <a:endParaRPr sz="900" b="0" i="0" u="none" cap="none">
              <a:solidFill>
                <a:schemeClr val="dk1"/>
              </a:solidFill>
              <a:latin typeface="Arial"/>
              <a:ea typeface="Arial"/>
              <a:cs typeface="Arial"/>
            </a:endParaRPr>
          </a:p>
        </p:txBody>
      </p:sp>
      <p:sp>
        <p:nvSpPr>
          <p:cNvPr id="1491" name="Google Shape;1491;p25">
            <a:extLst xmlns:a="http://schemas.openxmlformats.org/drawingml/2006/main">
              <a:ext uri="{FF2B5EF4-FFF2-40B4-BE49-F238E27FC236}">
                <a16:creationId xmlns:a16="http://schemas.microsoft.com/office/drawing/2014/main" id="{7D70005C-439B-422A-948C-8155D2967991}"/>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492" name="Google Shape;1492;p25">
            <a:extLst xmlns:a="http://schemas.openxmlformats.org/drawingml/2006/main">
              <a:ext uri="{FF2B5EF4-FFF2-40B4-BE49-F238E27FC236}">
                <a16:creationId xmlns:a16="http://schemas.microsoft.com/office/drawing/2014/main" id="{F3567BE9-F34C-4550-BFD9-B5716D4EB760}"/>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Cite teams, videos, articles, and guides that informed your concepts. Connect each source to a specific design decision.</a:t>
            </a:r>
            <a:endParaRPr sz="1000" b="0" i="0" u="none" cap="none">
              <a:solidFill>
                <a:schemeClr val="dk1"/>
              </a:solidFill>
              <a:latin typeface="Arial"/>
              <a:ea typeface="Arial"/>
              <a:cs typeface="Arial"/>
            </a:endParaRPr>
          </a:p>
        </p:txBody>
      </p:sp>
      <p:sp>
        <p:nvSpPr>
          <p:cNvPr id="1493" name="Google Shape;1493;p25">
            <a:extLst xmlns:a="http://schemas.openxmlformats.org/drawingml/2006/main">
              <a:ext uri="{FF2B5EF4-FFF2-40B4-BE49-F238E27FC236}">
                <a16:creationId xmlns:a16="http://schemas.microsoft.com/office/drawing/2014/main" id="{F0F3CC8C-9A41-437D-8FE6-4469B0EC6A6F}"/>
              </a:ext>
            </a:extLst>
          </p:cNvPr>
          <p:cNvSpPr>
            <a:spLocks xmlns:a="http://schemas.openxmlformats.org/drawingml/2006/main" noGrp="1"/>
          </p:cNvSpPr>
          <p:nvPr/>
        </p:nvSpPr>
        <p:spPr>
          <a:xfrm xmlns:a="http://schemas.openxmlformats.org/drawingml/2006/main">
            <a:off x="320040" y="1399032"/>
            <a:ext cx="8503920" cy="219456"/>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494" name="Google Shape;1494;p25">
            <a:extLst xmlns:a="http://schemas.openxmlformats.org/drawingml/2006/main">
              <a:ext uri="{FF2B5EF4-FFF2-40B4-BE49-F238E27FC236}">
                <a16:creationId xmlns:a16="http://schemas.microsoft.com/office/drawing/2014/main" id="{70E657C7-B873-4153-94D4-54BF4EA8E000}"/>
              </a:ext>
            </a:extLst>
          </p:cNvPr>
          <p:cNvSpPr>
            <a:spLocks xmlns:a="http://schemas.openxmlformats.org/drawingml/2006/main" noGrp="1"/>
          </p:cNvSpPr>
          <p:nvPr/>
        </p:nvSpPr>
        <p:spPr>
          <a:xfrm xmlns:a="http://schemas.openxmlformats.org/drawingml/2006/main">
            <a:off x="374904" y="1399032"/>
            <a:ext cx="140817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Team / Source</a:t>
            </a:r>
            <a:endParaRPr sz="900" b="0" i="0" u="none" cap="none">
              <a:solidFill>
                <a:schemeClr val="dk1"/>
              </a:solidFill>
              <a:latin typeface="Arial"/>
              <a:ea typeface="Arial"/>
              <a:cs typeface="Arial"/>
            </a:endParaRPr>
          </a:p>
        </p:txBody>
      </p:sp>
      <p:sp>
        <p:nvSpPr>
          <p:cNvPr id="1495" name="Google Shape;1495;p25">
            <a:extLst xmlns:a="http://schemas.openxmlformats.org/drawingml/2006/main">
              <a:ext uri="{FF2B5EF4-FFF2-40B4-BE49-F238E27FC236}">
                <a16:creationId xmlns:a16="http://schemas.microsoft.com/office/drawing/2014/main" id="{7B6A754F-BE74-4444-95F1-81759FBD1C92}"/>
              </a:ext>
            </a:extLst>
          </p:cNvPr>
          <p:cNvSpPr>
            <a:spLocks xmlns:a="http://schemas.openxmlformats.org/drawingml/2006/main" noGrp="1"/>
          </p:cNvSpPr>
          <p:nvPr/>
        </p:nvSpPr>
        <p:spPr>
          <a:xfrm xmlns:a="http://schemas.openxmlformats.org/drawingml/2006/main">
            <a:off x="1837944" y="1399032"/>
            <a:ext cx="16824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Type</a:t>
            </a:r>
            <a:endParaRPr sz="900" b="0" i="0" u="none" cap="none">
              <a:solidFill>
                <a:schemeClr val="dk1"/>
              </a:solidFill>
              <a:latin typeface="Arial"/>
              <a:ea typeface="Arial"/>
              <a:cs typeface="Arial"/>
            </a:endParaRPr>
          </a:p>
        </p:txBody>
      </p:sp>
      <p:sp>
        <p:nvSpPr>
          <p:cNvPr id="1496" name="Google Shape;1496;p25">
            <a:extLst xmlns:a="http://schemas.openxmlformats.org/drawingml/2006/main">
              <a:ext uri="{FF2B5EF4-FFF2-40B4-BE49-F238E27FC236}">
                <a16:creationId xmlns:a16="http://schemas.microsoft.com/office/drawing/2014/main" id="{DE17A866-6ED0-44B3-A45B-BCC83696698C}"/>
              </a:ext>
            </a:extLst>
          </p:cNvPr>
          <p:cNvSpPr>
            <a:spLocks xmlns:a="http://schemas.openxmlformats.org/drawingml/2006/main" noGrp="1"/>
          </p:cNvSpPr>
          <p:nvPr/>
        </p:nvSpPr>
        <p:spPr>
          <a:xfrm xmlns:a="http://schemas.openxmlformats.org/drawingml/2006/main">
            <a:off x="3575304" y="1399032"/>
            <a:ext cx="17739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URL or Ref</a:t>
            </a:r>
            <a:endParaRPr sz="900" b="0" i="0" u="none" cap="none">
              <a:solidFill>
                <a:schemeClr val="dk1"/>
              </a:solidFill>
              <a:latin typeface="Arial"/>
              <a:ea typeface="Arial"/>
              <a:cs typeface="Arial"/>
            </a:endParaRPr>
          </a:p>
        </p:txBody>
      </p:sp>
      <p:sp>
        <p:nvSpPr>
          <p:cNvPr id="1497" name="Google Shape;1497;p25">
            <a:extLst xmlns:a="http://schemas.openxmlformats.org/drawingml/2006/main">
              <a:ext uri="{FF2B5EF4-FFF2-40B4-BE49-F238E27FC236}">
                <a16:creationId xmlns:a16="http://schemas.microsoft.com/office/drawing/2014/main" id="{16D4D931-C11F-4838-9C16-AAD8B6501D0A}"/>
              </a:ext>
            </a:extLst>
          </p:cNvPr>
          <p:cNvSpPr>
            <a:spLocks xmlns:a="http://schemas.openxmlformats.org/drawingml/2006/main" noGrp="1"/>
          </p:cNvSpPr>
          <p:nvPr/>
        </p:nvSpPr>
        <p:spPr>
          <a:xfrm xmlns:a="http://schemas.openxmlformats.org/drawingml/2006/main">
            <a:off x="5404104" y="1399032"/>
            <a:ext cx="341985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Lesson Applied to Our Design</a:t>
            </a:r>
            <a:endParaRPr sz="900" b="0" i="0" u="none" cap="none">
              <a:solidFill>
                <a:schemeClr val="dk1"/>
              </a:solidFill>
              <a:latin typeface="Arial"/>
              <a:ea typeface="Arial"/>
              <a:cs typeface="Arial"/>
            </a:endParaRPr>
          </a:p>
        </p:txBody>
      </p:sp>
      <p:sp>
        <p:nvSpPr>
          <p:cNvPr id="1498" name="Google Shape;1498;p25">
            <a:extLst xmlns:a="http://schemas.openxmlformats.org/drawingml/2006/main">
              <a:ext uri="{FF2B5EF4-FFF2-40B4-BE49-F238E27FC236}">
                <a16:creationId xmlns:a16="http://schemas.microsoft.com/office/drawing/2014/main" id="{D3CD7528-DAA6-4319-BA2B-E363226E6FB7}"/>
              </a:ext>
            </a:extLst>
          </p:cNvPr>
          <p:cNvSpPr>
            <a:spLocks xmlns:a="http://schemas.openxmlformats.org/drawingml/2006/main" noGrp="1"/>
          </p:cNvSpPr>
          <p:nvPr/>
        </p:nvSpPr>
        <p:spPr>
          <a:xfrm xmlns:a="http://schemas.openxmlformats.org/drawingml/2006/main">
            <a:off x="320040" y="1618488"/>
            <a:ext cx="8503920" cy="3215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634" name="Google Shape;1499;p25"/>
          <p:cNvCxnSpPr/>
          <p:nvPr/>
        </p:nvCxnSpPr>
        <p:spPr>
          <a:xfrm xmlns:a="http://schemas.openxmlformats.org/drawingml/2006/main">
            <a:off x="320040" y="194005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00" name="Google Shape;1500;p25">
            <a:extLst xmlns:a="http://schemas.openxmlformats.org/drawingml/2006/main">
              <a:ext uri="{FF2B5EF4-FFF2-40B4-BE49-F238E27FC236}">
                <a16:creationId xmlns:a16="http://schemas.microsoft.com/office/drawing/2014/main" id="{9E655241-71B9-4643-9410-290E79FF522B}"/>
              </a:ext>
            </a:extLst>
          </p:cNvPr>
          <p:cNvSpPr>
            <a:spLocks xmlns:a="http://schemas.openxmlformats.org/drawingml/2006/main" noGrp="1"/>
          </p:cNvSpPr>
          <p:nvPr/>
        </p:nvSpPr>
        <p:spPr>
          <a:xfrm xmlns:a="http://schemas.openxmlformats.org/drawingml/2006/main">
            <a:off x="374904" y="1618488"/>
            <a:ext cx="140817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[Team #, Season]</a:t>
            </a:r>
            <a:endParaRPr sz="850" b="0" i="0" u="none" cap="none">
              <a:solidFill>
                <a:schemeClr val="dk1"/>
              </a:solidFill>
              <a:latin typeface="Arial"/>
              <a:ea typeface="Arial"/>
              <a:cs typeface="Arial"/>
            </a:endParaRPr>
          </a:p>
        </p:txBody>
      </p:sp>
      <p:sp>
        <p:nvSpPr>
          <p:cNvPr id="1501" name="Google Shape;1501;p25">
            <a:extLst xmlns:a="http://schemas.openxmlformats.org/drawingml/2006/main">
              <a:ext uri="{FF2B5EF4-FFF2-40B4-BE49-F238E27FC236}">
                <a16:creationId xmlns:a16="http://schemas.microsoft.com/office/drawing/2014/main" id="{2728A63D-DEA6-411E-AD84-C0105585EA4C}"/>
              </a:ext>
            </a:extLst>
          </p:cNvPr>
          <p:cNvSpPr>
            <a:spLocks xmlns:a="http://schemas.openxmlformats.org/drawingml/2006/main" noGrp="1"/>
          </p:cNvSpPr>
          <p:nvPr/>
        </p:nvSpPr>
        <p:spPr>
          <a:xfrm xmlns:a="http://schemas.openxmlformats.org/drawingml/2006/main">
            <a:off x="1837944" y="1618488"/>
            <a:ext cx="168249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[Match video / article / guide]</a:t>
            </a:r>
            <a:endParaRPr sz="850" b="0" i="0" u="none" cap="none">
              <a:solidFill>
                <a:schemeClr val="dk1"/>
              </a:solidFill>
              <a:latin typeface="Arial"/>
              <a:ea typeface="Arial"/>
              <a:cs typeface="Arial"/>
            </a:endParaRPr>
          </a:p>
        </p:txBody>
      </p:sp>
      <p:sp>
        <p:nvSpPr>
          <p:cNvPr id="1502" name="Google Shape;1502;p25">
            <a:extLst xmlns:a="http://schemas.openxmlformats.org/drawingml/2006/main">
              <a:ext uri="{FF2B5EF4-FFF2-40B4-BE49-F238E27FC236}">
                <a16:creationId xmlns:a16="http://schemas.microsoft.com/office/drawing/2014/main" id="{96C66B71-D703-432C-95C8-1B2360DE3FDA}"/>
              </a:ext>
            </a:extLst>
          </p:cNvPr>
          <p:cNvSpPr>
            <a:spLocks xmlns:a="http://schemas.openxmlformats.org/drawingml/2006/main" noGrp="1"/>
          </p:cNvSpPr>
          <p:nvPr/>
        </p:nvSpPr>
        <p:spPr>
          <a:xfrm xmlns:a="http://schemas.openxmlformats.org/drawingml/2006/main">
            <a:off x="3575304" y="1618488"/>
            <a:ext cx="177393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[URL]</a:t>
            </a:r>
            <a:endParaRPr sz="850" b="0" i="0" u="none" cap="none">
              <a:solidFill>
                <a:schemeClr val="dk1"/>
              </a:solidFill>
              <a:latin typeface="Arial"/>
              <a:ea typeface="Arial"/>
              <a:cs typeface="Arial"/>
            </a:endParaRPr>
          </a:p>
        </p:txBody>
      </p:sp>
      <p:sp>
        <p:nvSpPr>
          <p:cNvPr id="1503" name="Google Shape;1503;p25">
            <a:extLst xmlns:a="http://schemas.openxmlformats.org/drawingml/2006/main">
              <a:ext uri="{FF2B5EF4-FFF2-40B4-BE49-F238E27FC236}">
                <a16:creationId xmlns:a16="http://schemas.microsoft.com/office/drawing/2014/main" id="{ED3878D6-38DD-4D39-8425-1F623F69CA65}"/>
              </a:ext>
            </a:extLst>
          </p:cNvPr>
          <p:cNvSpPr>
            <a:spLocks xmlns:a="http://schemas.openxmlformats.org/drawingml/2006/main" noGrp="1"/>
          </p:cNvSpPr>
          <p:nvPr/>
        </p:nvSpPr>
        <p:spPr>
          <a:xfrm xmlns:a="http://schemas.openxmlformats.org/drawingml/2006/main">
            <a:off x="5404104" y="1618488"/>
            <a:ext cx="341985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we learned, how we applied it]</a:t>
            </a:r>
            <a:endParaRPr sz="850" b="0" i="0" u="none" cap="none">
              <a:solidFill>
                <a:schemeClr val="dk1"/>
              </a:solidFill>
              <a:latin typeface="Arial"/>
              <a:ea typeface="Arial"/>
              <a:cs typeface="Arial"/>
            </a:endParaRPr>
          </a:p>
        </p:txBody>
      </p:sp>
      <p:cxnSp>
        <p:nvCxnSpPr>
          <p:cNvPr id="1639" name="Google Shape;1504;p25"/>
          <p:cNvCxnSpPr/>
          <p:nvPr/>
        </p:nvCxnSpPr>
        <p:spPr>
          <a:xfrm xmlns:a="http://schemas.openxmlformats.org/drawingml/2006/main">
            <a:off x="320040" y="22616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05" name="Google Shape;1505;p25">
            <a:extLst xmlns:a="http://schemas.openxmlformats.org/drawingml/2006/main">
              <a:ext uri="{FF2B5EF4-FFF2-40B4-BE49-F238E27FC236}">
                <a16:creationId xmlns:a16="http://schemas.microsoft.com/office/drawing/2014/main" id="{A99D4066-DD53-4986-997F-A86BBB78F84E}"/>
              </a:ext>
            </a:extLst>
          </p:cNvPr>
          <p:cNvSpPr>
            <a:spLocks xmlns:a="http://schemas.openxmlformats.org/drawingml/2006/main" noGrp="1"/>
          </p:cNvSpPr>
          <p:nvPr/>
        </p:nvSpPr>
        <p:spPr>
          <a:xfrm xmlns:a="http://schemas.openxmlformats.org/drawingml/2006/main">
            <a:off x="374904" y="1940052"/>
            <a:ext cx="140817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[Team #, Season]</a:t>
            </a:r>
            <a:endParaRPr sz="850" b="0" i="0" u="none" cap="none">
              <a:solidFill>
                <a:schemeClr val="dk1"/>
              </a:solidFill>
              <a:latin typeface="Arial"/>
              <a:ea typeface="Arial"/>
              <a:cs typeface="Arial"/>
            </a:endParaRPr>
          </a:p>
        </p:txBody>
      </p:sp>
      <p:sp>
        <p:nvSpPr>
          <p:cNvPr id="1506" name="Google Shape;1506;p25">
            <a:extLst xmlns:a="http://schemas.openxmlformats.org/drawingml/2006/main">
              <a:ext uri="{FF2B5EF4-FFF2-40B4-BE49-F238E27FC236}">
                <a16:creationId xmlns:a16="http://schemas.microsoft.com/office/drawing/2014/main" id="{E604D0D4-AD8C-4C02-A893-DF0000C2B398}"/>
              </a:ext>
            </a:extLst>
          </p:cNvPr>
          <p:cNvSpPr>
            <a:spLocks xmlns:a="http://schemas.openxmlformats.org/drawingml/2006/main" noGrp="1"/>
          </p:cNvSpPr>
          <p:nvPr/>
        </p:nvSpPr>
        <p:spPr>
          <a:xfrm xmlns:a="http://schemas.openxmlformats.org/drawingml/2006/main">
            <a:off x="1837944" y="1940052"/>
            <a:ext cx="168249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[Source]</a:t>
            </a:r>
            <a:endParaRPr sz="850" b="0" i="0" u="none" cap="none">
              <a:solidFill>
                <a:schemeClr val="dk1"/>
              </a:solidFill>
              <a:latin typeface="Arial"/>
              <a:ea typeface="Arial"/>
              <a:cs typeface="Arial"/>
            </a:endParaRPr>
          </a:p>
        </p:txBody>
      </p:sp>
      <p:sp>
        <p:nvSpPr>
          <p:cNvPr id="1507" name="Google Shape;1507;p25">
            <a:extLst xmlns:a="http://schemas.openxmlformats.org/drawingml/2006/main">
              <a:ext uri="{FF2B5EF4-FFF2-40B4-BE49-F238E27FC236}">
                <a16:creationId xmlns:a16="http://schemas.microsoft.com/office/drawing/2014/main" id="{C22BB8FF-5A75-410C-9032-D5E1FF789E3D}"/>
              </a:ext>
            </a:extLst>
          </p:cNvPr>
          <p:cNvSpPr>
            <a:spLocks xmlns:a="http://schemas.openxmlformats.org/drawingml/2006/main" noGrp="1"/>
          </p:cNvSpPr>
          <p:nvPr/>
        </p:nvSpPr>
        <p:spPr>
          <a:xfrm xmlns:a="http://schemas.openxmlformats.org/drawingml/2006/main">
            <a:off x="3575304" y="1940052"/>
            <a:ext cx="177393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[URL]</a:t>
            </a:r>
            <a:endParaRPr sz="850" b="0" i="0" u="none" cap="none">
              <a:solidFill>
                <a:schemeClr val="dk1"/>
              </a:solidFill>
              <a:latin typeface="Arial"/>
              <a:ea typeface="Arial"/>
              <a:cs typeface="Arial"/>
            </a:endParaRPr>
          </a:p>
        </p:txBody>
      </p:sp>
      <p:sp>
        <p:nvSpPr>
          <p:cNvPr id="1508" name="Google Shape;1508;p25">
            <a:extLst xmlns:a="http://schemas.openxmlformats.org/drawingml/2006/main">
              <a:ext uri="{FF2B5EF4-FFF2-40B4-BE49-F238E27FC236}">
                <a16:creationId xmlns:a16="http://schemas.microsoft.com/office/drawing/2014/main" id="{6ACC22D3-295F-442E-9EFA-18EE39A5C393}"/>
              </a:ext>
            </a:extLst>
          </p:cNvPr>
          <p:cNvSpPr>
            <a:spLocks xmlns:a="http://schemas.openxmlformats.org/drawingml/2006/main" noGrp="1"/>
          </p:cNvSpPr>
          <p:nvPr/>
        </p:nvSpPr>
        <p:spPr>
          <a:xfrm xmlns:a="http://schemas.openxmlformats.org/drawingml/2006/main">
            <a:off x="5404104" y="1940052"/>
            <a:ext cx="341985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 applied]</a:t>
            </a:r>
            <a:endParaRPr sz="850" b="0" i="0" u="none" cap="none">
              <a:solidFill>
                <a:schemeClr val="dk1"/>
              </a:solidFill>
              <a:latin typeface="Arial"/>
              <a:ea typeface="Arial"/>
              <a:cs typeface="Arial"/>
            </a:endParaRPr>
          </a:p>
        </p:txBody>
      </p:sp>
      <p:sp>
        <p:nvSpPr>
          <p:cNvPr id="1509" name="Google Shape;1509;p25">
            <a:extLst xmlns:a="http://schemas.openxmlformats.org/drawingml/2006/main">
              <a:ext uri="{FF2B5EF4-FFF2-40B4-BE49-F238E27FC236}">
                <a16:creationId xmlns:a16="http://schemas.microsoft.com/office/drawing/2014/main" id="{4D7D6206-A177-4B66-83A1-DCE9C98F5EBA}"/>
              </a:ext>
            </a:extLst>
          </p:cNvPr>
          <p:cNvSpPr>
            <a:spLocks xmlns:a="http://schemas.openxmlformats.org/drawingml/2006/main" noGrp="1"/>
          </p:cNvSpPr>
          <p:nvPr/>
        </p:nvSpPr>
        <p:spPr>
          <a:xfrm xmlns:a="http://schemas.openxmlformats.org/drawingml/2006/main">
            <a:off x="320040" y="2261616"/>
            <a:ext cx="8503920" cy="3215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645" name="Google Shape;1510;p25"/>
          <p:cNvCxnSpPr/>
          <p:nvPr/>
        </p:nvCxnSpPr>
        <p:spPr>
          <a:xfrm xmlns:a="http://schemas.openxmlformats.org/drawingml/2006/main">
            <a:off x="320040" y="258318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11" name="Google Shape;1511;p25">
            <a:extLst xmlns:a="http://schemas.openxmlformats.org/drawingml/2006/main">
              <a:ext uri="{FF2B5EF4-FFF2-40B4-BE49-F238E27FC236}">
                <a16:creationId xmlns:a16="http://schemas.microsoft.com/office/drawing/2014/main" id="{7AF35A2F-8F37-487D-905D-3D31502DC2F1}"/>
              </a:ext>
            </a:extLst>
          </p:cNvPr>
          <p:cNvSpPr>
            <a:spLocks xmlns:a="http://schemas.openxmlformats.org/drawingml/2006/main" noGrp="1"/>
          </p:cNvSpPr>
          <p:nvPr/>
        </p:nvSpPr>
        <p:spPr>
          <a:xfrm xmlns:a="http://schemas.openxmlformats.org/drawingml/2006/main">
            <a:off x="374904" y="2261616"/>
            <a:ext cx="140817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[Team #, Season]</a:t>
            </a:r>
            <a:endParaRPr sz="850" b="0" i="0" u="none" cap="none">
              <a:solidFill>
                <a:schemeClr val="dk1"/>
              </a:solidFill>
              <a:latin typeface="Arial"/>
              <a:ea typeface="Arial"/>
              <a:cs typeface="Arial"/>
            </a:endParaRPr>
          </a:p>
        </p:txBody>
      </p:sp>
      <p:sp>
        <p:nvSpPr>
          <p:cNvPr id="1512" name="Google Shape;1512;p25">
            <a:extLst xmlns:a="http://schemas.openxmlformats.org/drawingml/2006/main">
              <a:ext uri="{FF2B5EF4-FFF2-40B4-BE49-F238E27FC236}">
                <a16:creationId xmlns:a16="http://schemas.microsoft.com/office/drawing/2014/main" id="{1367CAC4-93A6-419E-AE9E-5B1AA6C364E8}"/>
              </a:ext>
            </a:extLst>
          </p:cNvPr>
          <p:cNvSpPr>
            <a:spLocks xmlns:a="http://schemas.openxmlformats.org/drawingml/2006/main" noGrp="1"/>
          </p:cNvSpPr>
          <p:nvPr/>
        </p:nvSpPr>
        <p:spPr>
          <a:xfrm xmlns:a="http://schemas.openxmlformats.org/drawingml/2006/main">
            <a:off x="1837944" y="2261616"/>
            <a:ext cx="168249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[Source]</a:t>
            </a:r>
            <a:endParaRPr sz="850" b="0" i="0" u="none" cap="none">
              <a:solidFill>
                <a:schemeClr val="dk1"/>
              </a:solidFill>
              <a:latin typeface="Arial"/>
              <a:ea typeface="Arial"/>
              <a:cs typeface="Arial"/>
            </a:endParaRPr>
          </a:p>
        </p:txBody>
      </p:sp>
      <p:sp>
        <p:nvSpPr>
          <p:cNvPr id="1513" name="Google Shape;1513;p25">
            <a:extLst xmlns:a="http://schemas.openxmlformats.org/drawingml/2006/main">
              <a:ext uri="{FF2B5EF4-FFF2-40B4-BE49-F238E27FC236}">
                <a16:creationId xmlns:a16="http://schemas.microsoft.com/office/drawing/2014/main" id="{3D4C245D-3776-409A-B4F4-586F577F7D8D}"/>
              </a:ext>
            </a:extLst>
          </p:cNvPr>
          <p:cNvSpPr>
            <a:spLocks xmlns:a="http://schemas.openxmlformats.org/drawingml/2006/main" noGrp="1"/>
          </p:cNvSpPr>
          <p:nvPr/>
        </p:nvSpPr>
        <p:spPr>
          <a:xfrm xmlns:a="http://schemas.openxmlformats.org/drawingml/2006/main">
            <a:off x="3575304" y="2261616"/>
            <a:ext cx="177393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[URL]</a:t>
            </a:r>
            <a:endParaRPr sz="850" b="0" i="0" u="none" cap="none">
              <a:solidFill>
                <a:schemeClr val="dk1"/>
              </a:solidFill>
              <a:latin typeface="Arial"/>
              <a:ea typeface="Arial"/>
              <a:cs typeface="Arial"/>
            </a:endParaRPr>
          </a:p>
        </p:txBody>
      </p:sp>
      <p:sp>
        <p:nvSpPr>
          <p:cNvPr id="1514" name="Google Shape;1514;p25">
            <a:extLst xmlns:a="http://schemas.openxmlformats.org/drawingml/2006/main">
              <a:ext uri="{FF2B5EF4-FFF2-40B4-BE49-F238E27FC236}">
                <a16:creationId xmlns:a16="http://schemas.microsoft.com/office/drawing/2014/main" id="{FABCC16D-5A85-4274-857C-B2422529BF67}"/>
              </a:ext>
            </a:extLst>
          </p:cNvPr>
          <p:cNvSpPr>
            <a:spLocks xmlns:a="http://schemas.openxmlformats.org/drawingml/2006/main" noGrp="1"/>
          </p:cNvSpPr>
          <p:nvPr/>
        </p:nvSpPr>
        <p:spPr>
          <a:xfrm xmlns:a="http://schemas.openxmlformats.org/drawingml/2006/main">
            <a:off x="5404104" y="2261616"/>
            <a:ext cx="341985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 applied]</a:t>
            </a:r>
            <a:endParaRPr sz="850" b="0" i="0" u="none" cap="none">
              <a:solidFill>
                <a:schemeClr val="dk1"/>
              </a:solidFill>
              <a:latin typeface="Arial"/>
              <a:ea typeface="Arial"/>
              <a:cs typeface="Arial"/>
            </a:endParaRPr>
          </a:p>
        </p:txBody>
      </p:sp>
      <p:cxnSp>
        <p:nvCxnSpPr>
          <p:cNvPr id="1650" name="Google Shape;1515;p25"/>
          <p:cNvCxnSpPr/>
          <p:nvPr/>
        </p:nvCxnSpPr>
        <p:spPr>
          <a:xfrm xmlns:a="http://schemas.openxmlformats.org/drawingml/2006/main">
            <a:off x="320040" y="290474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16" name="Google Shape;1516;p25">
            <a:extLst xmlns:a="http://schemas.openxmlformats.org/drawingml/2006/main">
              <a:ext uri="{FF2B5EF4-FFF2-40B4-BE49-F238E27FC236}">
                <a16:creationId xmlns:a16="http://schemas.microsoft.com/office/drawing/2014/main" id="{CCF2777E-EAF8-4894-A8FE-4DB77FA9F7A4}"/>
              </a:ext>
            </a:extLst>
          </p:cNvPr>
          <p:cNvSpPr>
            <a:spLocks xmlns:a="http://schemas.openxmlformats.org/drawingml/2006/main" noGrp="1"/>
          </p:cNvSpPr>
          <p:nvPr/>
        </p:nvSpPr>
        <p:spPr>
          <a:xfrm xmlns:a="http://schemas.openxmlformats.org/drawingml/2006/main">
            <a:off x="374904" y="2583180"/>
            <a:ext cx="140817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[Team #, Season]</a:t>
            </a:r>
            <a:endParaRPr sz="850" b="0" i="0" u="none" cap="none">
              <a:solidFill>
                <a:schemeClr val="dk1"/>
              </a:solidFill>
              <a:latin typeface="Arial"/>
              <a:ea typeface="Arial"/>
              <a:cs typeface="Arial"/>
            </a:endParaRPr>
          </a:p>
        </p:txBody>
      </p:sp>
      <p:sp>
        <p:nvSpPr>
          <p:cNvPr id="1517" name="Google Shape;1517;p25">
            <a:extLst xmlns:a="http://schemas.openxmlformats.org/drawingml/2006/main">
              <a:ext uri="{FF2B5EF4-FFF2-40B4-BE49-F238E27FC236}">
                <a16:creationId xmlns:a16="http://schemas.microsoft.com/office/drawing/2014/main" id="{D0F0212B-F77C-417B-B89D-D274411CC33D}"/>
              </a:ext>
            </a:extLst>
          </p:cNvPr>
          <p:cNvSpPr>
            <a:spLocks xmlns:a="http://schemas.openxmlformats.org/drawingml/2006/main" noGrp="1"/>
          </p:cNvSpPr>
          <p:nvPr/>
        </p:nvSpPr>
        <p:spPr>
          <a:xfrm xmlns:a="http://schemas.openxmlformats.org/drawingml/2006/main">
            <a:off x="1837944" y="2583180"/>
            <a:ext cx="168249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[Source]</a:t>
            </a:r>
            <a:endParaRPr sz="850" b="0" i="0" u="none" cap="none">
              <a:solidFill>
                <a:schemeClr val="dk1"/>
              </a:solidFill>
              <a:latin typeface="Arial"/>
              <a:ea typeface="Arial"/>
              <a:cs typeface="Arial"/>
            </a:endParaRPr>
          </a:p>
        </p:txBody>
      </p:sp>
      <p:sp>
        <p:nvSpPr>
          <p:cNvPr id="1518" name="Google Shape;1518;p25">
            <a:extLst xmlns:a="http://schemas.openxmlformats.org/drawingml/2006/main">
              <a:ext uri="{FF2B5EF4-FFF2-40B4-BE49-F238E27FC236}">
                <a16:creationId xmlns:a16="http://schemas.microsoft.com/office/drawing/2014/main" id="{6AA81F60-1FC7-4AA8-8DCC-3BF5D2D7D2E4}"/>
              </a:ext>
            </a:extLst>
          </p:cNvPr>
          <p:cNvSpPr>
            <a:spLocks xmlns:a="http://schemas.openxmlformats.org/drawingml/2006/main" noGrp="1"/>
          </p:cNvSpPr>
          <p:nvPr/>
        </p:nvSpPr>
        <p:spPr>
          <a:xfrm xmlns:a="http://schemas.openxmlformats.org/drawingml/2006/main">
            <a:off x="3575304" y="2583180"/>
            <a:ext cx="177393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[URL]</a:t>
            </a:r>
            <a:endParaRPr sz="850" b="0" i="0" u="none" cap="none">
              <a:solidFill>
                <a:schemeClr val="dk1"/>
              </a:solidFill>
              <a:latin typeface="Arial"/>
              <a:ea typeface="Arial"/>
              <a:cs typeface="Arial"/>
            </a:endParaRPr>
          </a:p>
        </p:txBody>
      </p:sp>
      <p:sp>
        <p:nvSpPr>
          <p:cNvPr id="1519" name="Google Shape;1519;p25">
            <a:extLst xmlns:a="http://schemas.openxmlformats.org/drawingml/2006/main">
              <a:ext uri="{FF2B5EF4-FFF2-40B4-BE49-F238E27FC236}">
                <a16:creationId xmlns:a16="http://schemas.microsoft.com/office/drawing/2014/main" id="{EC1B8B47-7DB4-4A22-84FD-34CCC9717218}"/>
              </a:ext>
            </a:extLst>
          </p:cNvPr>
          <p:cNvSpPr>
            <a:spLocks xmlns:a="http://schemas.openxmlformats.org/drawingml/2006/main" noGrp="1"/>
          </p:cNvSpPr>
          <p:nvPr/>
        </p:nvSpPr>
        <p:spPr>
          <a:xfrm xmlns:a="http://schemas.openxmlformats.org/drawingml/2006/main">
            <a:off x="5404104" y="2583180"/>
            <a:ext cx="341985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 applied]</a:t>
            </a:r>
            <a:endParaRPr sz="850" b="0" i="0" u="none" cap="none">
              <a:solidFill>
                <a:schemeClr val="dk1"/>
              </a:solidFill>
              <a:latin typeface="Arial"/>
              <a:ea typeface="Arial"/>
              <a:cs typeface="Arial"/>
            </a:endParaRPr>
          </a:p>
        </p:txBody>
      </p:sp>
      <p:sp>
        <p:nvSpPr>
          <p:cNvPr id="1520" name="Google Shape;1520;p25">
            <a:extLst xmlns:a="http://schemas.openxmlformats.org/drawingml/2006/main">
              <a:ext uri="{FF2B5EF4-FFF2-40B4-BE49-F238E27FC236}">
                <a16:creationId xmlns:a16="http://schemas.microsoft.com/office/drawing/2014/main" id="{49766632-B5BC-4B17-8CAF-2454BEC3BFD7}"/>
              </a:ext>
            </a:extLst>
          </p:cNvPr>
          <p:cNvSpPr>
            <a:spLocks xmlns:a="http://schemas.openxmlformats.org/drawingml/2006/main" noGrp="1"/>
          </p:cNvSpPr>
          <p:nvPr/>
        </p:nvSpPr>
        <p:spPr>
          <a:xfrm xmlns:a="http://schemas.openxmlformats.org/drawingml/2006/main">
            <a:off x="320040" y="2904744"/>
            <a:ext cx="8503920" cy="3215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656" name="Google Shape;1521;p25"/>
          <p:cNvCxnSpPr/>
          <p:nvPr/>
        </p:nvCxnSpPr>
        <p:spPr>
          <a:xfrm xmlns:a="http://schemas.openxmlformats.org/drawingml/2006/main">
            <a:off x="320040" y="32263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22" name="Google Shape;1522;p25">
            <a:extLst xmlns:a="http://schemas.openxmlformats.org/drawingml/2006/main">
              <a:ext uri="{FF2B5EF4-FFF2-40B4-BE49-F238E27FC236}">
                <a16:creationId xmlns:a16="http://schemas.microsoft.com/office/drawing/2014/main" id="{E9996A8F-DB7C-42DE-9B71-0F0FC7D8E391}"/>
              </a:ext>
            </a:extLst>
          </p:cNvPr>
          <p:cNvSpPr>
            <a:spLocks xmlns:a="http://schemas.openxmlformats.org/drawingml/2006/main" noGrp="1"/>
          </p:cNvSpPr>
          <p:nvPr/>
        </p:nvSpPr>
        <p:spPr>
          <a:xfrm xmlns:a="http://schemas.openxmlformats.org/drawingml/2006/main">
            <a:off x="374904" y="2904744"/>
            <a:ext cx="140817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[Team #, Season]</a:t>
            </a:r>
            <a:endParaRPr sz="850" b="0" i="0" u="none" cap="none">
              <a:solidFill>
                <a:schemeClr val="dk1"/>
              </a:solidFill>
              <a:latin typeface="Arial"/>
              <a:ea typeface="Arial"/>
              <a:cs typeface="Arial"/>
            </a:endParaRPr>
          </a:p>
        </p:txBody>
      </p:sp>
      <p:sp>
        <p:nvSpPr>
          <p:cNvPr id="1523" name="Google Shape;1523;p25">
            <a:extLst xmlns:a="http://schemas.openxmlformats.org/drawingml/2006/main">
              <a:ext uri="{FF2B5EF4-FFF2-40B4-BE49-F238E27FC236}">
                <a16:creationId xmlns:a16="http://schemas.microsoft.com/office/drawing/2014/main" id="{2E84AD1B-98C6-473B-AD5B-45D902F748C9}"/>
              </a:ext>
            </a:extLst>
          </p:cNvPr>
          <p:cNvSpPr>
            <a:spLocks xmlns:a="http://schemas.openxmlformats.org/drawingml/2006/main" noGrp="1"/>
          </p:cNvSpPr>
          <p:nvPr/>
        </p:nvSpPr>
        <p:spPr>
          <a:xfrm xmlns:a="http://schemas.openxmlformats.org/drawingml/2006/main">
            <a:off x="1837944" y="2904744"/>
            <a:ext cx="168249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[Source]</a:t>
            </a:r>
            <a:endParaRPr sz="850" b="0" i="0" u="none" cap="none">
              <a:solidFill>
                <a:schemeClr val="dk1"/>
              </a:solidFill>
              <a:latin typeface="Arial"/>
              <a:ea typeface="Arial"/>
              <a:cs typeface="Arial"/>
            </a:endParaRPr>
          </a:p>
        </p:txBody>
      </p:sp>
      <p:sp>
        <p:nvSpPr>
          <p:cNvPr id="1524" name="Google Shape;1524;p25">
            <a:extLst xmlns:a="http://schemas.openxmlformats.org/drawingml/2006/main">
              <a:ext uri="{FF2B5EF4-FFF2-40B4-BE49-F238E27FC236}">
                <a16:creationId xmlns:a16="http://schemas.microsoft.com/office/drawing/2014/main" id="{F8A98718-9D92-4B38-AAC5-032B823C4FC8}"/>
              </a:ext>
            </a:extLst>
          </p:cNvPr>
          <p:cNvSpPr>
            <a:spLocks xmlns:a="http://schemas.openxmlformats.org/drawingml/2006/main" noGrp="1"/>
          </p:cNvSpPr>
          <p:nvPr/>
        </p:nvSpPr>
        <p:spPr>
          <a:xfrm xmlns:a="http://schemas.openxmlformats.org/drawingml/2006/main">
            <a:off x="3575304" y="2904744"/>
            <a:ext cx="177393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[URL]</a:t>
            </a:r>
            <a:endParaRPr sz="850" b="0" i="0" u="none" cap="none">
              <a:solidFill>
                <a:schemeClr val="dk1"/>
              </a:solidFill>
              <a:latin typeface="Arial"/>
              <a:ea typeface="Arial"/>
              <a:cs typeface="Arial"/>
            </a:endParaRPr>
          </a:p>
        </p:txBody>
      </p:sp>
      <p:sp>
        <p:nvSpPr>
          <p:cNvPr id="1525" name="Google Shape;1525;p25">
            <a:extLst xmlns:a="http://schemas.openxmlformats.org/drawingml/2006/main">
              <a:ext uri="{FF2B5EF4-FFF2-40B4-BE49-F238E27FC236}">
                <a16:creationId xmlns:a16="http://schemas.microsoft.com/office/drawing/2014/main" id="{BF825D6E-9511-49EA-8067-12A603DD10E8}"/>
              </a:ext>
            </a:extLst>
          </p:cNvPr>
          <p:cNvSpPr>
            <a:spLocks xmlns:a="http://schemas.openxmlformats.org/drawingml/2006/main" noGrp="1"/>
          </p:cNvSpPr>
          <p:nvPr/>
        </p:nvSpPr>
        <p:spPr>
          <a:xfrm xmlns:a="http://schemas.openxmlformats.org/drawingml/2006/main">
            <a:off x="5404104" y="2904744"/>
            <a:ext cx="341985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 applied]</a:t>
            </a:r>
            <a:endParaRPr sz="850" b="0" i="0" u="none" cap="none">
              <a:solidFill>
                <a:schemeClr val="dk1"/>
              </a:solidFill>
              <a:latin typeface="Arial"/>
              <a:ea typeface="Arial"/>
              <a:cs typeface="Arial"/>
            </a:endParaRPr>
          </a:p>
        </p:txBody>
      </p:sp>
      <p:cxnSp>
        <p:nvCxnSpPr>
          <p:cNvPr id="1661" name="Google Shape;1526;p25"/>
          <p:cNvCxnSpPr/>
          <p:nvPr/>
        </p:nvCxnSpPr>
        <p:spPr>
          <a:xfrm xmlns:a="http://schemas.openxmlformats.org/drawingml/2006/main">
            <a:off x="320040" y="354787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27" name="Google Shape;1527;p25">
            <a:extLst xmlns:a="http://schemas.openxmlformats.org/drawingml/2006/main">
              <a:ext uri="{FF2B5EF4-FFF2-40B4-BE49-F238E27FC236}">
                <a16:creationId xmlns:a16="http://schemas.microsoft.com/office/drawing/2014/main" id="{E0718594-1A96-49B8-9A67-04BE1CD9D6EA}"/>
              </a:ext>
            </a:extLst>
          </p:cNvPr>
          <p:cNvSpPr>
            <a:spLocks xmlns:a="http://schemas.openxmlformats.org/drawingml/2006/main" noGrp="1"/>
          </p:cNvSpPr>
          <p:nvPr/>
        </p:nvSpPr>
        <p:spPr>
          <a:xfrm xmlns:a="http://schemas.openxmlformats.org/drawingml/2006/main">
            <a:off x="374904" y="3226308"/>
            <a:ext cx="140817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Official resource</a:t>
            </a:r>
            <a:endParaRPr sz="850" b="0" i="0" u="none" cap="none">
              <a:solidFill>
                <a:schemeClr val="dk1"/>
              </a:solidFill>
              <a:latin typeface="Arial"/>
              <a:ea typeface="Arial"/>
              <a:cs typeface="Arial"/>
            </a:endParaRPr>
          </a:p>
        </p:txBody>
      </p:sp>
      <p:sp>
        <p:nvSpPr>
          <p:cNvPr id="1528" name="Google Shape;1528;p25">
            <a:extLst xmlns:a="http://schemas.openxmlformats.org/drawingml/2006/main">
              <a:ext uri="{FF2B5EF4-FFF2-40B4-BE49-F238E27FC236}">
                <a16:creationId xmlns:a16="http://schemas.microsoft.com/office/drawing/2014/main" id="{12CDC58D-0263-4E5B-B7EA-7561B3548114}"/>
              </a:ext>
            </a:extLst>
          </p:cNvPr>
          <p:cNvSpPr>
            <a:spLocks xmlns:a="http://schemas.openxmlformats.org/drawingml/2006/main" noGrp="1"/>
          </p:cNvSpPr>
          <p:nvPr/>
        </p:nvSpPr>
        <p:spPr>
          <a:xfrm xmlns:a="http://schemas.openxmlformats.org/drawingml/2006/main">
            <a:off x="1837944" y="3226308"/>
            <a:ext cx="168249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[guide-slug]</a:t>
            </a:r>
            <a:endParaRPr sz="850" b="0" i="0" u="none" cap="none">
              <a:solidFill>
                <a:schemeClr val="dk1"/>
              </a:solidFill>
              <a:latin typeface="Arial"/>
              <a:ea typeface="Arial"/>
              <a:cs typeface="Arial"/>
            </a:endParaRPr>
          </a:p>
        </p:txBody>
      </p:sp>
      <p:sp>
        <p:nvSpPr>
          <p:cNvPr id="1529" name="Google Shape;1529;p25">
            <a:extLst xmlns:a="http://schemas.openxmlformats.org/drawingml/2006/main">
              <a:ext uri="{FF2B5EF4-FFF2-40B4-BE49-F238E27FC236}">
                <a16:creationId xmlns:a16="http://schemas.microsoft.com/office/drawing/2014/main" id="{1790D3C6-1193-4B85-81C6-5CD4AF6A1ECF}"/>
              </a:ext>
            </a:extLst>
          </p:cNvPr>
          <p:cNvSpPr>
            <a:spLocks xmlns:a="http://schemas.openxmlformats.org/drawingml/2006/main" noGrp="1"/>
          </p:cNvSpPr>
          <p:nvPr/>
        </p:nvSpPr>
        <p:spPr>
          <a:xfrm xmlns:a="http://schemas.openxmlformats.org/drawingml/2006/main">
            <a:off x="3575304" y="3226308"/>
            <a:ext cx="177393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library.globalrobotics.org</a:t>
            </a:r>
            <a:endParaRPr sz="850" b="0" i="0" u="none" cap="none">
              <a:solidFill>
                <a:schemeClr val="dk1"/>
              </a:solidFill>
              <a:latin typeface="Arial"/>
              <a:ea typeface="Arial"/>
              <a:cs typeface="Arial"/>
            </a:endParaRPr>
          </a:p>
        </p:txBody>
      </p:sp>
      <p:sp>
        <p:nvSpPr>
          <p:cNvPr id="1530" name="Google Shape;1530;p25">
            <a:extLst xmlns:a="http://schemas.openxmlformats.org/drawingml/2006/main">
              <a:ext uri="{FF2B5EF4-FFF2-40B4-BE49-F238E27FC236}">
                <a16:creationId xmlns:a16="http://schemas.microsoft.com/office/drawing/2014/main" id="{37A20806-FBB2-4BEE-BBC1-8F5DF4DBBD06}"/>
              </a:ext>
            </a:extLst>
          </p:cNvPr>
          <p:cNvSpPr>
            <a:spLocks xmlns:a="http://schemas.openxmlformats.org/drawingml/2006/main" noGrp="1"/>
          </p:cNvSpPr>
          <p:nvPr/>
        </p:nvSpPr>
        <p:spPr>
          <a:xfrm xmlns:a="http://schemas.openxmlformats.org/drawingml/2006/main">
            <a:off x="5404104" y="3226308"/>
            <a:ext cx="3419856" cy="3215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[Insight applied]</a:t>
            </a:r>
            <a:endParaRPr sz="850" b="0" i="0" u="none" cap="none">
              <a:solidFill>
                <a:schemeClr val="dk1"/>
              </a:solidFill>
              <a:latin typeface="Arial"/>
              <a:ea typeface="Arial"/>
              <a:cs typeface="Arial"/>
            </a:endParaRPr>
          </a:p>
        </p:txBody>
      </p:sp>
      <p:sp>
        <p:nvSpPr>
          <p:cNvPr id="1531" name="Google Shape;1531;p25">
            <a:extLst xmlns:a="http://schemas.openxmlformats.org/drawingml/2006/main">
              <a:ext uri="{FF2B5EF4-FFF2-40B4-BE49-F238E27FC236}">
                <a16:creationId xmlns:a16="http://schemas.microsoft.com/office/drawing/2014/main" id="{B763EF6C-73C9-4C36-B261-C9655F28679A}"/>
              </a:ext>
            </a:extLst>
          </p:cNvPr>
          <p:cNvSpPr>
            <a:spLocks xmlns:a="http://schemas.openxmlformats.org/drawingml/2006/main" noGrp="1"/>
          </p:cNvSpPr>
          <p:nvPr/>
        </p:nvSpPr>
        <p:spPr>
          <a:xfrm xmlns:a="http://schemas.openxmlformats.org/drawingml/2006/main">
            <a:off x="320040" y="1399032"/>
            <a:ext cx="8503920" cy="21488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532" name="Google Shape;1532;p25">
            <a:extLst xmlns:a="http://schemas.openxmlformats.org/drawingml/2006/main">
              <a:ext uri="{FF2B5EF4-FFF2-40B4-BE49-F238E27FC236}">
                <a16:creationId xmlns:a16="http://schemas.microsoft.com/office/drawing/2014/main" id="{8632D5DF-D3B5-4E22-A680-AE5EF7AEBF0E}"/>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1f3f4faa12294246"/>
              </a:rPr>
              <a:t>library</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b08db67a55154993"/>
              </a:rPr>
              <a:t>game-analysis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08988499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538" name="Google Shape;1538;p26">
            <a:extLst xmlns:a="http://schemas.openxmlformats.org/drawingml/2006/main">
              <a:ext uri="{FF2B5EF4-FFF2-40B4-BE49-F238E27FC236}">
                <a16:creationId xmlns:a16="http://schemas.microsoft.com/office/drawing/2014/main" id="{6267800B-7EE3-4C1A-A592-4C9B1DF1977C}"/>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539" name="Google Shape;1539;p26">
            <a:extLst xmlns:a="http://schemas.openxmlformats.org/drawingml/2006/main">
              <a:ext uri="{FF2B5EF4-FFF2-40B4-BE49-F238E27FC236}">
                <a16:creationId xmlns:a16="http://schemas.microsoft.com/office/drawing/2014/main" id="{286F04C4-7880-4D94-8DFF-931BDCC021DE}"/>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DRIVETRAIN COMPARISON</a:t>
            </a:r>
            <a:endParaRPr sz="1050" b="0" i="0" u="none" cap="none">
              <a:solidFill>
                <a:schemeClr val="dk1"/>
              </a:solidFill>
              <a:latin typeface="Arial"/>
              <a:ea typeface="Arial"/>
              <a:cs typeface="Arial"/>
            </a:endParaRPr>
          </a:p>
        </p:txBody>
      </p:sp>
      <p:sp>
        <p:nvSpPr>
          <p:cNvPr id="1540" name="Google Shape;1540;p26">
            <a:extLst xmlns:a="http://schemas.openxmlformats.org/drawingml/2006/main">
              <a:ext uri="{FF2B5EF4-FFF2-40B4-BE49-F238E27FC236}">
                <a16:creationId xmlns:a16="http://schemas.microsoft.com/office/drawing/2014/main" id="{EDE3A7C5-0B1A-49F1-A77B-C77E255C2818}"/>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541" name="Google Shape;1541;p26">
            <a:extLst xmlns:a="http://schemas.openxmlformats.org/drawingml/2006/main">
              <a:ext uri="{FF2B5EF4-FFF2-40B4-BE49-F238E27FC236}">
                <a16:creationId xmlns:a16="http://schemas.microsoft.com/office/drawing/2014/main" id="{8BFA93FD-801F-465B-AE4C-7B4CF5434160}"/>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Subsystem Comparison — Mobility &amp; Routing</a:t>
            </a:r>
            <a:endParaRPr sz="2200" b="0" i="0" u="none" cap="none">
              <a:solidFill>
                <a:schemeClr val="dk1"/>
              </a:solidFill>
              <a:latin typeface="Arial"/>
              <a:ea typeface="Arial"/>
              <a:cs typeface="Arial"/>
            </a:endParaRPr>
          </a:p>
        </p:txBody>
      </p:sp>
      <p:sp>
        <p:nvSpPr>
          <p:cNvPr id="1542" name="Google Shape;1542;p26">
            <a:extLst xmlns:a="http://schemas.openxmlformats.org/drawingml/2006/main">
              <a:ext uri="{FF2B5EF4-FFF2-40B4-BE49-F238E27FC236}">
                <a16:creationId xmlns:a16="http://schemas.microsoft.com/office/drawing/2014/main" id="{6858C1B8-E5DC-4557-B87F-388DCCB15602}"/>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543" name="Google Shape;1543;p26">
            <a:extLst xmlns:a="http://schemas.openxmlformats.org/drawingml/2006/main">
              <a:ext uri="{FF2B5EF4-FFF2-40B4-BE49-F238E27FC236}">
                <a16:creationId xmlns:a16="http://schemas.microsoft.com/office/drawing/2014/main" id="{A9360485-C931-4B7E-949D-49D7D8C3BA9C}"/>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544" name="Google Shape;1544;p26">
            <a:extLst xmlns:a="http://schemas.openxmlformats.org/drawingml/2006/main">
              <a:ext uri="{FF2B5EF4-FFF2-40B4-BE49-F238E27FC236}">
                <a16:creationId xmlns:a16="http://schemas.microsoft.com/office/drawing/2014/main" id="{D971CC5C-30FB-4626-8F0F-3609FA4823CD}"/>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24 / 61</a:t>
            </a:r>
            <a:endParaRPr sz="900" b="0" i="0" u="none" cap="none">
              <a:solidFill>
                <a:schemeClr val="dk1"/>
              </a:solidFill>
              <a:latin typeface="Arial"/>
              <a:ea typeface="Arial"/>
              <a:cs typeface="Arial"/>
            </a:endParaRPr>
          </a:p>
        </p:txBody>
      </p:sp>
      <p:sp>
        <p:nvSpPr>
          <p:cNvPr id="1545" name="Google Shape;1545;p26">
            <a:extLst xmlns:a="http://schemas.openxmlformats.org/drawingml/2006/main">
              <a:ext uri="{FF2B5EF4-FFF2-40B4-BE49-F238E27FC236}">
                <a16:creationId xmlns:a16="http://schemas.microsoft.com/office/drawing/2014/main" id="{2C7BA496-2EF1-4DB7-B480-729147E33F63}"/>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546" name="Google Shape;1546;p26">
            <a:extLst xmlns:a="http://schemas.openxmlformats.org/drawingml/2006/main">
              <a:ext uri="{FF2B5EF4-FFF2-40B4-BE49-F238E27FC236}">
                <a16:creationId xmlns:a16="http://schemas.microsoft.com/office/drawing/2014/main" id="{F4BBB8C3-4A81-4B9A-8EB7-A92991DA7779}"/>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Side-by-side numeric comparison of 3 mobility base concepts. This feeds the decision matrix in the Select phase. Sketches of each concept are on the next slide.</a:t>
            </a:r>
            <a:endParaRPr sz="1000" b="0" i="0" u="none" cap="none">
              <a:solidFill>
                <a:schemeClr val="dk1"/>
              </a:solidFill>
              <a:latin typeface="Arial"/>
              <a:ea typeface="Arial"/>
              <a:cs typeface="Arial"/>
            </a:endParaRPr>
          </a:p>
        </p:txBody>
      </p:sp>
      <p:sp>
        <p:nvSpPr>
          <p:cNvPr id="1547" name="Google Shape;1547;p26">
            <a:extLst xmlns:a="http://schemas.openxmlformats.org/drawingml/2006/main">
              <a:ext uri="{FF2B5EF4-FFF2-40B4-BE49-F238E27FC236}">
                <a16:creationId xmlns:a16="http://schemas.microsoft.com/office/drawing/2014/main" id="{B12385AE-84C6-41DE-B4FD-847FF143841E}"/>
              </a:ext>
            </a:extLst>
          </p:cNvPr>
          <p:cNvSpPr>
            <a:spLocks xmlns:a="http://schemas.openxmlformats.org/drawingml/2006/main" noGrp="1"/>
          </p:cNvSpPr>
          <p:nvPr/>
        </p:nvSpPr>
        <p:spPr>
          <a:xfrm xmlns:a="http://schemas.openxmlformats.org/drawingml/2006/main">
            <a:off x="320040" y="146304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DRIVETRAIN  ·  3 CONCEPTS COMPARED</a:t>
            </a:r>
            <a:endParaRPr sz="850" b="0" i="0" u="none" cap="none">
              <a:solidFill>
                <a:schemeClr val="dk1"/>
              </a:solidFill>
              <a:latin typeface="Arial"/>
              <a:ea typeface="Arial"/>
              <a:cs typeface="Arial"/>
            </a:endParaRPr>
          </a:p>
        </p:txBody>
      </p:sp>
      <p:sp>
        <p:nvSpPr>
          <p:cNvPr id="1548" name="Google Shape;1548;p26">
            <a:extLst xmlns:a="http://schemas.openxmlformats.org/drawingml/2006/main">
              <a:ext uri="{FF2B5EF4-FFF2-40B4-BE49-F238E27FC236}">
                <a16:creationId xmlns:a16="http://schemas.microsoft.com/office/drawing/2014/main" id="{51DAE870-BBAA-448A-8978-2BE7370C5845}"/>
              </a:ext>
            </a:extLst>
          </p:cNvPr>
          <p:cNvSpPr>
            <a:spLocks xmlns:a="http://schemas.openxmlformats.org/drawingml/2006/main" noGrp="1"/>
          </p:cNvSpPr>
          <p:nvPr/>
        </p:nvSpPr>
        <p:spPr>
          <a:xfrm xmlns:a="http://schemas.openxmlformats.org/drawingml/2006/main">
            <a:off x="320040" y="1682496"/>
            <a:ext cx="8503920" cy="237744"/>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549" name="Google Shape;1549;p26">
            <a:extLst xmlns:a="http://schemas.openxmlformats.org/drawingml/2006/main">
              <a:ext uri="{FF2B5EF4-FFF2-40B4-BE49-F238E27FC236}">
                <a16:creationId xmlns:a16="http://schemas.microsoft.com/office/drawing/2014/main" id="{1A9E8C3D-2CF6-4290-A7B0-A1B1E267C9E8}"/>
              </a:ext>
            </a:extLst>
          </p:cNvPr>
          <p:cNvSpPr>
            <a:spLocks xmlns:a="http://schemas.openxmlformats.org/drawingml/2006/main" noGrp="1"/>
          </p:cNvSpPr>
          <p:nvPr/>
        </p:nvSpPr>
        <p:spPr>
          <a:xfrm xmlns:a="http://schemas.openxmlformats.org/drawingml/2006/main">
            <a:off x="374904" y="1682496"/>
            <a:ext cx="20482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Criterion</a:t>
            </a:r>
            <a:endParaRPr sz="900" b="0" i="0" u="none" cap="none">
              <a:solidFill>
                <a:schemeClr val="dk1"/>
              </a:solidFill>
              <a:latin typeface="Arial"/>
              <a:ea typeface="Arial"/>
              <a:cs typeface="Arial"/>
            </a:endParaRPr>
          </a:p>
        </p:txBody>
      </p:sp>
      <p:sp>
        <p:nvSpPr>
          <p:cNvPr id="1550" name="Google Shape;1550;p26">
            <a:extLst xmlns:a="http://schemas.openxmlformats.org/drawingml/2006/main">
              <a:ext uri="{FF2B5EF4-FFF2-40B4-BE49-F238E27FC236}">
                <a16:creationId xmlns:a16="http://schemas.microsoft.com/office/drawing/2014/main" id="{1C5586CE-F19A-4429-828E-24777848AFFD}"/>
              </a:ext>
            </a:extLst>
          </p:cNvPr>
          <p:cNvSpPr>
            <a:spLocks xmlns:a="http://schemas.openxmlformats.org/drawingml/2006/main" noGrp="1"/>
          </p:cNvSpPr>
          <p:nvPr/>
        </p:nvSpPr>
        <p:spPr>
          <a:xfrm xmlns:a="http://schemas.openxmlformats.org/drawingml/2006/main">
            <a:off x="2478024" y="1682496"/>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Unit / Scale</a:t>
            </a:r>
            <a:endParaRPr sz="900" b="0" i="0" u="none" cap="none">
              <a:solidFill>
                <a:schemeClr val="dk1"/>
              </a:solidFill>
              <a:latin typeface="Arial"/>
              <a:ea typeface="Arial"/>
              <a:cs typeface="Arial"/>
            </a:endParaRPr>
          </a:p>
        </p:txBody>
      </p:sp>
      <p:sp>
        <p:nvSpPr>
          <p:cNvPr id="1551" name="Google Shape;1551;p26">
            <a:extLst xmlns:a="http://schemas.openxmlformats.org/drawingml/2006/main">
              <a:ext uri="{FF2B5EF4-FFF2-40B4-BE49-F238E27FC236}">
                <a16:creationId xmlns:a16="http://schemas.microsoft.com/office/drawing/2014/main" id="{6B0B83D2-7631-455B-B6A6-2D1F8D8875FA}"/>
              </a:ext>
            </a:extLst>
          </p:cNvPr>
          <p:cNvSpPr>
            <a:spLocks xmlns:a="http://schemas.openxmlformats.org/drawingml/2006/main" noGrp="1"/>
          </p:cNvSpPr>
          <p:nvPr/>
        </p:nvSpPr>
        <p:spPr>
          <a:xfrm xmlns:a="http://schemas.openxmlformats.org/drawingml/2006/main">
            <a:off x="403250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1 name]</a:t>
            </a:r>
            <a:endParaRPr sz="900" b="0" i="0" u="none" cap="none">
              <a:solidFill>
                <a:schemeClr val="dk1"/>
              </a:solidFill>
              <a:latin typeface="Arial"/>
              <a:ea typeface="Arial"/>
              <a:cs typeface="Arial"/>
            </a:endParaRPr>
          </a:p>
        </p:txBody>
      </p:sp>
      <p:sp>
        <p:nvSpPr>
          <p:cNvPr id="1552" name="Google Shape;1552;p26">
            <a:extLst xmlns:a="http://schemas.openxmlformats.org/drawingml/2006/main">
              <a:ext uri="{FF2B5EF4-FFF2-40B4-BE49-F238E27FC236}">
                <a16:creationId xmlns:a16="http://schemas.microsoft.com/office/drawing/2014/main" id="{4839B815-7769-4975-A986-3D0B5D5B6BD0}"/>
              </a:ext>
            </a:extLst>
          </p:cNvPr>
          <p:cNvSpPr>
            <a:spLocks xmlns:a="http://schemas.openxmlformats.org/drawingml/2006/main" noGrp="1"/>
          </p:cNvSpPr>
          <p:nvPr/>
        </p:nvSpPr>
        <p:spPr>
          <a:xfrm xmlns:a="http://schemas.openxmlformats.org/drawingml/2006/main">
            <a:off x="572414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2 name]</a:t>
            </a:r>
            <a:endParaRPr sz="900" b="0" i="0" u="none" cap="none">
              <a:solidFill>
                <a:schemeClr val="dk1"/>
              </a:solidFill>
              <a:latin typeface="Arial"/>
              <a:ea typeface="Arial"/>
              <a:cs typeface="Arial"/>
            </a:endParaRPr>
          </a:p>
        </p:txBody>
      </p:sp>
      <p:sp>
        <p:nvSpPr>
          <p:cNvPr id="1553" name="Google Shape;1553;p26">
            <a:extLst xmlns:a="http://schemas.openxmlformats.org/drawingml/2006/main">
              <a:ext uri="{FF2B5EF4-FFF2-40B4-BE49-F238E27FC236}">
                <a16:creationId xmlns:a16="http://schemas.microsoft.com/office/drawing/2014/main" id="{4832033B-9D8D-4810-A7D4-ED9DBC8A626F}"/>
              </a:ext>
            </a:extLst>
          </p:cNvPr>
          <p:cNvSpPr>
            <a:spLocks xmlns:a="http://schemas.openxmlformats.org/drawingml/2006/main" noGrp="1"/>
          </p:cNvSpPr>
          <p:nvPr/>
        </p:nvSpPr>
        <p:spPr>
          <a:xfrm xmlns:a="http://schemas.openxmlformats.org/drawingml/2006/main">
            <a:off x="7415784" y="1682496"/>
            <a:ext cx="13624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3 name]</a:t>
            </a:r>
            <a:endParaRPr sz="900" b="0" i="0" u="none" cap="none">
              <a:solidFill>
                <a:schemeClr val="dk1"/>
              </a:solidFill>
              <a:latin typeface="Arial"/>
              <a:ea typeface="Arial"/>
              <a:cs typeface="Arial"/>
            </a:endParaRPr>
          </a:p>
        </p:txBody>
      </p:sp>
      <p:sp>
        <p:nvSpPr>
          <p:cNvPr id="1554" name="Google Shape;1554;p26">
            <a:extLst xmlns:a="http://schemas.openxmlformats.org/drawingml/2006/main">
              <a:ext uri="{FF2B5EF4-FFF2-40B4-BE49-F238E27FC236}">
                <a16:creationId xmlns:a16="http://schemas.microsoft.com/office/drawing/2014/main" id="{48010B06-94E1-424A-88B9-9A05E9BFA376}"/>
              </a:ext>
            </a:extLst>
          </p:cNvPr>
          <p:cNvSpPr>
            <a:spLocks xmlns:a="http://schemas.openxmlformats.org/drawingml/2006/main" noGrp="1"/>
          </p:cNvSpPr>
          <p:nvPr/>
        </p:nvSpPr>
        <p:spPr>
          <a:xfrm xmlns:a="http://schemas.openxmlformats.org/drawingml/2006/main">
            <a:off x="320040" y="1920240"/>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754" name="Google Shape;1555;p26"/>
          <p:cNvCxnSpPr/>
          <p:nvPr/>
        </p:nvCxnSpPr>
        <p:spPr>
          <a:xfrm xmlns:a="http://schemas.openxmlformats.org/drawingml/2006/main">
            <a:off x="320040" y="219913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56" name="Google Shape;1556;p26">
            <a:extLst xmlns:a="http://schemas.openxmlformats.org/drawingml/2006/main">
              <a:ext uri="{FF2B5EF4-FFF2-40B4-BE49-F238E27FC236}">
                <a16:creationId xmlns:a16="http://schemas.microsoft.com/office/drawing/2014/main" id="{3C2C7B70-9439-4891-81D2-C5FCE2047D14}"/>
              </a:ext>
            </a:extLst>
          </p:cNvPr>
          <p:cNvSpPr>
            <a:spLocks xmlns:a="http://schemas.openxmlformats.org/drawingml/2006/main" noGrp="1"/>
          </p:cNvSpPr>
          <p:nvPr/>
        </p:nvSpPr>
        <p:spPr>
          <a:xfrm xmlns:a="http://schemas.openxmlformats.org/drawingml/2006/main">
            <a:off x="374904" y="192024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Cycle time (across field)</a:t>
            </a:r>
            <a:endParaRPr sz="850" b="0" i="0" u="none" cap="none">
              <a:solidFill>
                <a:schemeClr val="dk1"/>
              </a:solidFill>
              <a:latin typeface="Arial"/>
              <a:ea typeface="Arial"/>
              <a:cs typeface="Arial"/>
            </a:endParaRPr>
          </a:p>
        </p:txBody>
      </p:sp>
      <p:sp>
        <p:nvSpPr>
          <p:cNvPr id="1557" name="Google Shape;1557;p26">
            <a:extLst xmlns:a="http://schemas.openxmlformats.org/drawingml/2006/main">
              <a:ext uri="{FF2B5EF4-FFF2-40B4-BE49-F238E27FC236}">
                <a16:creationId xmlns:a16="http://schemas.microsoft.com/office/drawing/2014/main" id="{75EFE2D7-FB21-4D1D-88BA-352A040A0FAE}"/>
              </a:ext>
            </a:extLst>
          </p:cNvPr>
          <p:cNvSpPr>
            <a:spLocks xmlns:a="http://schemas.openxmlformats.org/drawingml/2006/main" noGrp="1"/>
          </p:cNvSpPr>
          <p:nvPr/>
        </p:nvSpPr>
        <p:spPr>
          <a:xfrm xmlns:a="http://schemas.openxmlformats.org/drawingml/2006/main">
            <a:off x="2478024" y="192024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seconds</a:t>
            </a:r>
            <a:endParaRPr sz="850" b="0" i="0" u="none" cap="none">
              <a:solidFill>
                <a:schemeClr val="dk1"/>
              </a:solidFill>
              <a:latin typeface="Arial"/>
              <a:ea typeface="Arial"/>
              <a:cs typeface="Arial"/>
            </a:endParaRPr>
          </a:p>
        </p:txBody>
      </p:sp>
      <p:sp>
        <p:nvSpPr>
          <p:cNvPr id="1558" name="Google Shape;1558;p26">
            <a:extLst xmlns:a="http://schemas.openxmlformats.org/drawingml/2006/main">
              <a:ext uri="{FF2B5EF4-FFF2-40B4-BE49-F238E27FC236}">
                <a16:creationId xmlns:a16="http://schemas.microsoft.com/office/drawing/2014/main" id="{932E58A8-B3F0-4366-83E1-374F3BA3E246}"/>
              </a:ext>
            </a:extLst>
          </p:cNvPr>
          <p:cNvSpPr>
            <a:spLocks xmlns:a="http://schemas.openxmlformats.org/drawingml/2006/main" noGrp="1"/>
          </p:cNvSpPr>
          <p:nvPr/>
        </p:nvSpPr>
        <p:spPr>
          <a:xfrm xmlns:a="http://schemas.openxmlformats.org/drawingml/2006/main">
            <a:off x="403250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59" name="Google Shape;1559;p26">
            <a:extLst xmlns:a="http://schemas.openxmlformats.org/drawingml/2006/main">
              <a:ext uri="{FF2B5EF4-FFF2-40B4-BE49-F238E27FC236}">
                <a16:creationId xmlns:a16="http://schemas.microsoft.com/office/drawing/2014/main" id="{7805CAB1-4590-40B8-936A-FBC8BEA463A6}"/>
              </a:ext>
            </a:extLst>
          </p:cNvPr>
          <p:cNvSpPr>
            <a:spLocks xmlns:a="http://schemas.openxmlformats.org/drawingml/2006/main" noGrp="1"/>
          </p:cNvSpPr>
          <p:nvPr/>
        </p:nvSpPr>
        <p:spPr>
          <a:xfrm xmlns:a="http://schemas.openxmlformats.org/drawingml/2006/main">
            <a:off x="572414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60" name="Google Shape;1560;p26">
            <a:extLst xmlns:a="http://schemas.openxmlformats.org/drawingml/2006/main">
              <a:ext uri="{FF2B5EF4-FFF2-40B4-BE49-F238E27FC236}">
                <a16:creationId xmlns:a16="http://schemas.microsoft.com/office/drawing/2014/main" id="{4A0DDE39-D222-41CE-BF44-04C3C53D95D0}"/>
              </a:ext>
            </a:extLst>
          </p:cNvPr>
          <p:cNvSpPr>
            <a:spLocks xmlns:a="http://schemas.openxmlformats.org/drawingml/2006/main" noGrp="1"/>
          </p:cNvSpPr>
          <p:nvPr/>
        </p:nvSpPr>
        <p:spPr>
          <a:xfrm xmlns:a="http://schemas.openxmlformats.org/drawingml/2006/main">
            <a:off x="7415784" y="192024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760" name="Google Shape;1561;p26"/>
          <p:cNvCxnSpPr/>
          <p:nvPr/>
        </p:nvCxnSpPr>
        <p:spPr>
          <a:xfrm xmlns:a="http://schemas.openxmlformats.org/drawingml/2006/main">
            <a:off x="320040" y="247802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62" name="Google Shape;1562;p26">
            <a:extLst xmlns:a="http://schemas.openxmlformats.org/drawingml/2006/main">
              <a:ext uri="{FF2B5EF4-FFF2-40B4-BE49-F238E27FC236}">
                <a16:creationId xmlns:a16="http://schemas.microsoft.com/office/drawing/2014/main" id="{1E7C2F32-8B25-41B2-8B92-01FEE55BD5E6}"/>
              </a:ext>
            </a:extLst>
          </p:cNvPr>
          <p:cNvSpPr>
            <a:spLocks xmlns:a="http://schemas.openxmlformats.org/drawingml/2006/main" noGrp="1"/>
          </p:cNvSpPr>
          <p:nvPr/>
        </p:nvSpPr>
        <p:spPr>
          <a:xfrm xmlns:a="http://schemas.openxmlformats.org/drawingml/2006/main">
            <a:off x="374904" y="219913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Top speed</a:t>
            </a:r>
            <a:endParaRPr sz="850" b="0" i="0" u="none" cap="none">
              <a:solidFill>
                <a:schemeClr val="dk1"/>
              </a:solidFill>
              <a:latin typeface="Arial"/>
              <a:ea typeface="Arial"/>
              <a:cs typeface="Arial"/>
            </a:endParaRPr>
          </a:p>
        </p:txBody>
      </p:sp>
      <p:sp>
        <p:nvSpPr>
          <p:cNvPr id="1563" name="Google Shape;1563;p26">
            <a:extLst xmlns:a="http://schemas.openxmlformats.org/drawingml/2006/main">
              <a:ext uri="{FF2B5EF4-FFF2-40B4-BE49-F238E27FC236}">
                <a16:creationId xmlns:a16="http://schemas.microsoft.com/office/drawing/2014/main" id="{0B2EC151-9EC1-47ED-BC7A-C338A67AD3B4}"/>
              </a:ext>
            </a:extLst>
          </p:cNvPr>
          <p:cNvSpPr>
            <a:spLocks xmlns:a="http://schemas.openxmlformats.org/drawingml/2006/main" noGrp="1"/>
          </p:cNvSpPr>
          <p:nvPr/>
        </p:nvSpPr>
        <p:spPr>
          <a:xfrm xmlns:a="http://schemas.openxmlformats.org/drawingml/2006/main">
            <a:off x="2478024" y="219913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in/s</a:t>
            </a:r>
            <a:endParaRPr sz="850" b="0" i="0" u="none" cap="none">
              <a:solidFill>
                <a:schemeClr val="dk1"/>
              </a:solidFill>
              <a:latin typeface="Arial"/>
              <a:ea typeface="Arial"/>
              <a:cs typeface="Arial"/>
            </a:endParaRPr>
          </a:p>
        </p:txBody>
      </p:sp>
      <p:sp>
        <p:nvSpPr>
          <p:cNvPr id="1564" name="Google Shape;1564;p26">
            <a:extLst xmlns:a="http://schemas.openxmlformats.org/drawingml/2006/main">
              <a:ext uri="{FF2B5EF4-FFF2-40B4-BE49-F238E27FC236}">
                <a16:creationId xmlns:a16="http://schemas.microsoft.com/office/drawing/2014/main" id="{42F1BDAF-D1D3-4143-87C3-47D3E28E14F8}"/>
              </a:ext>
            </a:extLst>
          </p:cNvPr>
          <p:cNvSpPr>
            <a:spLocks xmlns:a="http://schemas.openxmlformats.org/drawingml/2006/main" noGrp="1"/>
          </p:cNvSpPr>
          <p:nvPr/>
        </p:nvSpPr>
        <p:spPr>
          <a:xfrm xmlns:a="http://schemas.openxmlformats.org/drawingml/2006/main">
            <a:off x="403250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65" name="Google Shape;1565;p26">
            <a:extLst xmlns:a="http://schemas.openxmlformats.org/drawingml/2006/main">
              <a:ext uri="{FF2B5EF4-FFF2-40B4-BE49-F238E27FC236}">
                <a16:creationId xmlns:a16="http://schemas.microsoft.com/office/drawing/2014/main" id="{49F282EF-9085-4C6E-85D8-E37C50412873}"/>
              </a:ext>
            </a:extLst>
          </p:cNvPr>
          <p:cNvSpPr>
            <a:spLocks xmlns:a="http://schemas.openxmlformats.org/drawingml/2006/main" noGrp="1"/>
          </p:cNvSpPr>
          <p:nvPr/>
        </p:nvSpPr>
        <p:spPr>
          <a:xfrm xmlns:a="http://schemas.openxmlformats.org/drawingml/2006/main">
            <a:off x="572414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66" name="Google Shape;1566;p26">
            <a:extLst xmlns:a="http://schemas.openxmlformats.org/drawingml/2006/main">
              <a:ext uri="{FF2B5EF4-FFF2-40B4-BE49-F238E27FC236}">
                <a16:creationId xmlns:a16="http://schemas.microsoft.com/office/drawing/2014/main" id="{8D495A53-418F-4317-94B5-10A7D38864AE}"/>
              </a:ext>
            </a:extLst>
          </p:cNvPr>
          <p:cNvSpPr>
            <a:spLocks xmlns:a="http://schemas.openxmlformats.org/drawingml/2006/main" noGrp="1"/>
          </p:cNvSpPr>
          <p:nvPr/>
        </p:nvSpPr>
        <p:spPr>
          <a:xfrm xmlns:a="http://schemas.openxmlformats.org/drawingml/2006/main">
            <a:off x="7415784" y="219913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67" name="Google Shape;1567;p26">
            <a:extLst xmlns:a="http://schemas.openxmlformats.org/drawingml/2006/main">
              <a:ext uri="{FF2B5EF4-FFF2-40B4-BE49-F238E27FC236}">
                <a16:creationId xmlns:a16="http://schemas.microsoft.com/office/drawing/2014/main" id="{D091B8E5-4211-403A-AD73-DD1FCE6EBD1C}"/>
              </a:ext>
            </a:extLst>
          </p:cNvPr>
          <p:cNvSpPr>
            <a:spLocks xmlns:a="http://schemas.openxmlformats.org/drawingml/2006/main" noGrp="1"/>
          </p:cNvSpPr>
          <p:nvPr/>
        </p:nvSpPr>
        <p:spPr>
          <a:xfrm xmlns:a="http://schemas.openxmlformats.org/drawingml/2006/main">
            <a:off x="320040" y="2478024"/>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767" name="Google Shape;1568;p26"/>
          <p:cNvCxnSpPr/>
          <p:nvPr/>
        </p:nvCxnSpPr>
        <p:spPr>
          <a:xfrm xmlns:a="http://schemas.openxmlformats.org/drawingml/2006/main">
            <a:off x="320040" y="27569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69" name="Google Shape;1569;p26">
            <a:extLst xmlns:a="http://schemas.openxmlformats.org/drawingml/2006/main">
              <a:ext uri="{FF2B5EF4-FFF2-40B4-BE49-F238E27FC236}">
                <a16:creationId xmlns:a16="http://schemas.microsoft.com/office/drawing/2014/main" id="{10D90207-3C48-4256-ADF9-2DA8A8BC85A6}"/>
              </a:ext>
            </a:extLst>
          </p:cNvPr>
          <p:cNvSpPr>
            <a:spLocks xmlns:a="http://schemas.openxmlformats.org/drawingml/2006/main" noGrp="1"/>
          </p:cNvSpPr>
          <p:nvPr/>
        </p:nvSpPr>
        <p:spPr>
          <a:xfrm xmlns:a="http://schemas.openxmlformats.org/drawingml/2006/main">
            <a:off x="374904" y="247802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Pushing force / torque</a:t>
            </a:r>
            <a:endParaRPr sz="850" b="0" i="0" u="none" cap="none">
              <a:solidFill>
                <a:schemeClr val="dk1"/>
              </a:solidFill>
              <a:latin typeface="Arial"/>
              <a:ea typeface="Arial"/>
              <a:cs typeface="Arial"/>
            </a:endParaRPr>
          </a:p>
        </p:txBody>
      </p:sp>
      <p:sp>
        <p:nvSpPr>
          <p:cNvPr id="1570" name="Google Shape;1570;p26">
            <a:extLst xmlns:a="http://schemas.openxmlformats.org/drawingml/2006/main">
              <a:ext uri="{FF2B5EF4-FFF2-40B4-BE49-F238E27FC236}">
                <a16:creationId xmlns:a16="http://schemas.microsoft.com/office/drawing/2014/main" id="{96D7D128-2A36-4970-BAAA-9F6CDB3A3EA0}"/>
              </a:ext>
            </a:extLst>
          </p:cNvPr>
          <p:cNvSpPr>
            <a:spLocks xmlns:a="http://schemas.openxmlformats.org/drawingml/2006/main" noGrp="1"/>
          </p:cNvSpPr>
          <p:nvPr/>
        </p:nvSpPr>
        <p:spPr>
          <a:xfrm xmlns:a="http://schemas.openxmlformats.org/drawingml/2006/main">
            <a:off x="2478024" y="247802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qualitative</a:t>
            </a:r>
            <a:endParaRPr sz="850" b="0" i="0" u="none" cap="none">
              <a:solidFill>
                <a:schemeClr val="dk1"/>
              </a:solidFill>
              <a:latin typeface="Arial"/>
              <a:ea typeface="Arial"/>
              <a:cs typeface="Arial"/>
            </a:endParaRPr>
          </a:p>
        </p:txBody>
      </p:sp>
      <p:sp>
        <p:nvSpPr>
          <p:cNvPr id="1571" name="Google Shape;1571;p26">
            <a:extLst xmlns:a="http://schemas.openxmlformats.org/drawingml/2006/main">
              <a:ext uri="{FF2B5EF4-FFF2-40B4-BE49-F238E27FC236}">
                <a16:creationId xmlns:a16="http://schemas.microsoft.com/office/drawing/2014/main" id="{686D1677-03E8-4227-A775-5A5046B9D937}"/>
              </a:ext>
            </a:extLst>
          </p:cNvPr>
          <p:cNvSpPr>
            <a:spLocks xmlns:a="http://schemas.openxmlformats.org/drawingml/2006/main" noGrp="1"/>
          </p:cNvSpPr>
          <p:nvPr/>
        </p:nvSpPr>
        <p:spPr>
          <a:xfrm xmlns:a="http://schemas.openxmlformats.org/drawingml/2006/main">
            <a:off x="403250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72" name="Google Shape;1572;p26">
            <a:extLst xmlns:a="http://schemas.openxmlformats.org/drawingml/2006/main">
              <a:ext uri="{FF2B5EF4-FFF2-40B4-BE49-F238E27FC236}">
                <a16:creationId xmlns:a16="http://schemas.microsoft.com/office/drawing/2014/main" id="{08EBB80C-F693-49DD-902C-6B599281864A}"/>
              </a:ext>
            </a:extLst>
          </p:cNvPr>
          <p:cNvSpPr>
            <a:spLocks xmlns:a="http://schemas.openxmlformats.org/drawingml/2006/main" noGrp="1"/>
          </p:cNvSpPr>
          <p:nvPr/>
        </p:nvSpPr>
        <p:spPr>
          <a:xfrm xmlns:a="http://schemas.openxmlformats.org/drawingml/2006/main">
            <a:off x="572414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73" name="Google Shape;1573;p26">
            <a:extLst xmlns:a="http://schemas.openxmlformats.org/drawingml/2006/main">
              <a:ext uri="{FF2B5EF4-FFF2-40B4-BE49-F238E27FC236}">
                <a16:creationId xmlns:a16="http://schemas.microsoft.com/office/drawing/2014/main" id="{11967A3A-B00A-4ACB-8B1A-E20BA7B2848E}"/>
              </a:ext>
            </a:extLst>
          </p:cNvPr>
          <p:cNvSpPr>
            <a:spLocks xmlns:a="http://schemas.openxmlformats.org/drawingml/2006/main" noGrp="1"/>
          </p:cNvSpPr>
          <p:nvPr/>
        </p:nvSpPr>
        <p:spPr>
          <a:xfrm xmlns:a="http://schemas.openxmlformats.org/drawingml/2006/main">
            <a:off x="7415784" y="247802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773" name="Google Shape;1574;p26"/>
          <p:cNvCxnSpPr/>
          <p:nvPr/>
        </p:nvCxnSpPr>
        <p:spPr>
          <a:xfrm xmlns:a="http://schemas.openxmlformats.org/drawingml/2006/main">
            <a:off x="320040" y="30358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75" name="Google Shape;1575;p26">
            <a:extLst xmlns:a="http://schemas.openxmlformats.org/drawingml/2006/main">
              <a:ext uri="{FF2B5EF4-FFF2-40B4-BE49-F238E27FC236}">
                <a16:creationId xmlns:a16="http://schemas.microsoft.com/office/drawing/2014/main" id="{70D9E2EF-A34D-45A5-93A1-8B45A2FED7B6}"/>
              </a:ext>
            </a:extLst>
          </p:cNvPr>
          <p:cNvSpPr>
            <a:spLocks xmlns:a="http://schemas.openxmlformats.org/drawingml/2006/main" noGrp="1"/>
          </p:cNvSpPr>
          <p:nvPr/>
        </p:nvSpPr>
        <p:spPr>
          <a:xfrm xmlns:a="http://schemas.openxmlformats.org/drawingml/2006/main">
            <a:off x="374904" y="2756916"/>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a:t>
            </a:r>
            <a:endParaRPr sz="850" b="0" i="0" u="none" cap="none">
              <a:solidFill>
                <a:schemeClr val="dk1"/>
              </a:solidFill>
              <a:latin typeface="Arial"/>
              <a:ea typeface="Arial"/>
              <a:cs typeface="Arial"/>
            </a:endParaRPr>
          </a:p>
        </p:txBody>
      </p:sp>
      <p:sp>
        <p:nvSpPr>
          <p:cNvPr id="1576" name="Google Shape;1576;p26">
            <a:extLst xmlns:a="http://schemas.openxmlformats.org/drawingml/2006/main">
              <a:ext uri="{FF2B5EF4-FFF2-40B4-BE49-F238E27FC236}">
                <a16:creationId xmlns:a16="http://schemas.microsoft.com/office/drawing/2014/main" id="{E3DED742-4F8A-45E3-8FFA-2D7962841792}"/>
              </a:ext>
            </a:extLst>
          </p:cNvPr>
          <p:cNvSpPr>
            <a:spLocks xmlns:a="http://schemas.openxmlformats.org/drawingml/2006/main" noGrp="1"/>
          </p:cNvSpPr>
          <p:nvPr/>
        </p:nvSpPr>
        <p:spPr>
          <a:xfrm xmlns:a="http://schemas.openxmlformats.org/drawingml/2006/main">
            <a:off x="2478024" y="2756916"/>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lb</a:t>
            </a:r>
            <a:endParaRPr sz="850" b="0" i="0" u="none" cap="none">
              <a:solidFill>
                <a:schemeClr val="dk1"/>
              </a:solidFill>
              <a:latin typeface="Arial"/>
              <a:ea typeface="Arial"/>
              <a:cs typeface="Arial"/>
            </a:endParaRPr>
          </a:p>
        </p:txBody>
      </p:sp>
      <p:sp>
        <p:nvSpPr>
          <p:cNvPr id="1577" name="Google Shape;1577;p26">
            <a:extLst xmlns:a="http://schemas.openxmlformats.org/drawingml/2006/main">
              <a:ext uri="{FF2B5EF4-FFF2-40B4-BE49-F238E27FC236}">
                <a16:creationId xmlns:a16="http://schemas.microsoft.com/office/drawing/2014/main" id="{B168A5AB-3C1A-4FDD-A6C9-3F92855F71A2}"/>
              </a:ext>
            </a:extLst>
          </p:cNvPr>
          <p:cNvSpPr>
            <a:spLocks xmlns:a="http://schemas.openxmlformats.org/drawingml/2006/main" noGrp="1"/>
          </p:cNvSpPr>
          <p:nvPr/>
        </p:nvSpPr>
        <p:spPr>
          <a:xfrm xmlns:a="http://schemas.openxmlformats.org/drawingml/2006/main">
            <a:off x="403250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78" name="Google Shape;1578;p26">
            <a:extLst xmlns:a="http://schemas.openxmlformats.org/drawingml/2006/main">
              <a:ext uri="{FF2B5EF4-FFF2-40B4-BE49-F238E27FC236}">
                <a16:creationId xmlns:a16="http://schemas.microsoft.com/office/drawing/2014/main" id="{1B7287B1-2471-467B-A7AD-47BC2C62FE79}"/>
              </a:ext>
            </a:extLst>
          </p:cNvPr>
          <p:cNvSpPr>
            <a:spLocks xmlns:a="http://schemas.openxmlformats.org/drawingml/2006/main" noGrp="1"/>
          </p:cNvSpPr>
          <p:nvPr/>
        </p:nvSpPr>
        <p:spPr>
          <a:xfrm xmlns:a="http://schemas.openxmlformats.org/drawingml/2006/main">
            <a:off x="572414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79" name="Google Shape;1579;p26">
            <a:extLst xmlns:a="http://schemas.openxmlformats.org/drawingml/2006/main">
              <a:ext uri="{FF2B5EF4-FFF2-40B4-BE49-F238E27FC236}">
                <a16:creationId xmlns:a16="http://schemas.microsoft.com/office/drawing/2014/main" id="{47D408BC-E578-44B2-A6C0-159106EC2523}"/>
              </a:ext>
            </a:extLst>
          </p:cNvPr>
          <p:cNvSpPr>
            <a:spLocks xmlns:a="http://schemas.openxmlformats.org/drawingml/2006/main" noGrp="1"/>
          </p:cNvSpPr>
          <p:nvPr/>
        </p:nvSpPr>
        <p:spPr>
          <a:xfrm xmlns:a="http://schemas.openxmlformats.org/drawingml/2006/main">
            <a:off x="7415784" y="2756916"/>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80" name="Google Shape;1580;p26">
            <a:extLst xmlns:a="http://schemas.openxmlformats.org/drawingml/2006/main">
              <a:ext uri="{FF2B5EF4-FFF2-40B4-BE49-F238E27FC236}">
                <a16:creationId xmlns:a16="http://schemas.microsoft.com/office/drawing/2014/main" id="{3C6D3B7C-F442-406D-910C-3D410E3E529A}"/>
              </a:ext>
            </a:extLst>
          </p:cNvPr>
          <p:cNvSpPr>
            <a:spLocks xmlns:a="http://schemas.openxmlformats.org/drawingml/2006/main" noGrp="1"/>
          </p:cNvSpPr>
          <p:nvPr/>
        </p:nvSpPr>
        <p:spPr>
          <a:xfrm xmlns:a="http://schemas.openxmlformats.org/drawingml/2006/main">
            <a:off x="320040" y="3035808"/>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780" name="Google Shape;1581;p26"/>
          <p:cNvCxnSpPr/>
          <p:nvPr/>
        </p:nvCxnSpPr>
        <p:spPr>
          <a:xfrm xmlns:a="http://schemas.openxmlformats.org/drawingml/2006/main">
            <a:off x="320040" y="331470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82" name="Google Shape;1582;p26">
            <a:extLst xmlns:a="http://schemas.openxmlformats.org/drawingml/2006/main">
              <a:ext uri="{FF2B5EF4-FFF2-40B4-BE49-F238E27FC236}">
                <a16:creationId xmlns:a16="http://schemas.microsoft.com/office/drawing/2014/main" id="{034E8D58-923D-4B8A-9370-F47B1CEC5D90}"/>
              </a:ext>
            </a:extLst>
          </p:cNvPr>
          <p:cNvSpPr>
            <a:spLocks xmlns:a="http://schemas.openxmlformats.org/drawingml/2006/main" noGrp="1"/>
          </p:cNvSpPr>
          <p:nvPr/>
        </p:nvSpPr>
        <p:spPr>
          <a:xfrm xmlns:a="http://schemas.openxmlformats.org/drawingml/2006/main">
            <a:off x="374904" y="3035808"/>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Complexity</a:t>
            </a:r>
            <a:endParaRPr sz="850" b="0" i="0" u="none" cap="none">
              <a:solidFill>
                <a:schemeClr val="dk1"/>
              </a:solidFill>
              <a:latin typeface="Arial"/>
              <a:ea typeface="Arial"/>
              <a:cs typeface="Arial"/>
            </a:endParaRPr>
          </a:p>
        </p:txBody>
      </p:sp>
      <p:sp>
        <p:nvSpPr>
          <p:cNvPr id="1583" name="Google Shape;1583;p26">
            <a:extLst xmlns:a="http://schemas.openxmlformats.org/drawingml/2006/main">
              <a:ext uri="{FF2B5EF4-FFF2-40B4-BE49-F238E27FC236}">
                <a16:creationId xmlns:a16="http://schemas.microsoft.com/office/drawing/2014/main" id="{DA6721C3-35F4-47B9-80A4-B861C71F36DF}"/>
              </a:ext>
            </a:extLst>
          </p:cNvPr>
          <p:cNvSpPr>
            <a:spLocks xmlns:a="http://schemas.openxmlformats.org/drawingml/2006/main" noGrp="1"/>
          </p:cNvSpPr>
          <p:nvPr/>
        </p:nvSpPr>
        <p:spPr>
          <a:xfrm xmlns:a="http://schemas.openxmlformats.org/drawingml/2006/main">
            <a:off x="2478024" y="3035808"/>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584" name="Google Shape;1584;p26">
            <a:extLst xmlns:a="http://schemas.openxmlformats.org/drawingml/2006/main">
              <a:ext uri="{FF2B5EF4-FFF2-40B4-BE49-F238E27FC236}">
                <a16:creationId xmlns:a16="http://schemas.microsoft.com/office/drawing/2014/main" id="{A396BA04-F942-4EDA-92E9-C56D119DB592}"/>
              </a:ext>
            </a:extLst>
          </p:cNvPr>
          <p:cNvSpPr>
            <a:spLocks xmlns:a="http://schemas.openxmlformats.org/drawingml/2006/main" noGrp="1"/>
          </p:cNvSpPr>
          <p:nvPr/>
        </p:nvSpPr>
        <p:spPr>
          <a:xfrm xmlns:a="http://schemas.openxmlformats.org/drawingml/2006/main">
            <a:off x="403250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85" name="Google Shape;1585;p26">
            <a:extLst xmlns:a="http://schemas.openxmlformats.org/drawingml/2006/main">
              <a:ext uri="{FF2B5EF4-FFF2-40B4-BE49-F238E27FC236}">
                <a16:creationId xmlns:a16="http://schemas.microsoft.com/office/drawing/2014/main" id="{E5CABD57-8196-4AFD-9644-83B25BF6388E}"/>
              </a:ext>
            </a:extLst>
          </p:cNvPr>
          <p:cNvSpPr>
            <a:spLocks xmlns:a="http://schemas.openxmlformats.org/drawingml/2006/main" noGrp="1"/>
          </p:cNvSpPr>
          <p:nvPr/>
        </p:nvSpPr>
        <p:spPr>
          <a:xfrm xmlns:a="http://schemas.openxmlformats.org/drawingml/2006/main">
            <a:off x="572414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86" name="Google Shape;1586;p26">
            <a:extLst xmlns:a="http://schemas.openxmlformats.org/drawingml/2006/main">
              <a:ext uri="{FF2B5EF4-FFF2-40B4-BE49-F238E27FC236}">
                <a16:creationId xmlns:a16="http://schemas.microsoft.com/office/drawing/2014/main" id="{97D8C911-F0AB-446D-B18E-30B4B91137CF}"/>
              </a:ext>
            </a:extLst>
          </p:cNvPr>
          <p:cNvSpPr>
            <a:spLocks xmlns:a="http://schemas.openxmlformats.org/drawingml/2006/main" noGrp="1"/>
          </p:cNvSpPr>
          <p:nvPr/>
        </p:nvSpPr>
        <p:spPr>
          <a:xfrm xmlns:a="http://schemas.openxmlformats.org/drawingml/2006/main">
            <a:off x="7415784" y="3035808"/>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786" name="Google Shape;1587;p26"/>
          <p:cNvCxnSpPr/>
          <p:nvPr/>
        </p:nvCxnSpPr>
        <p:spPr>
          <a:xfrm xmlns:a="http://schemas.openxmlformats.org/drawingml/2006/main">
            <a:off x="320040" y="35935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88" name="Google Shape;1588;p26">
            <a:extLst xmlns:a="http://schemas.openxmlformats.org/drawingml/2006/main">
              <a:ext uri="{FF2B5EF4-FFF2-40B4-BE49-F238E27FC236}">
                <a16:creationId xmlns:a16="http://schemas.microsoft.com/office/drawing/2014/main" id="{740DD583-5FC2-442C-ABBD-58D2E93AF040}"/>
              </a:ext>
            </a:extLst>
          </p:cNvPr>
          <p:cNvSpPr>
            <a:spLocks xmlns:a="http://schemas.openxmlformats.org/drawingml/2006/main" noGrp="1"/>
          </p:cNvSpPr>
          <p:nvPr/>
        </p:nvSpPr>
        <p:spPr>
          <a:xfrm xmlns:a="http://schemas.openxmlformats.org/drawingml/2006/main">
            <a:off x="374904" y="331470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Traction on field</a:t>
            </a:r>
            <a:endParaRPr sz="850" b="0" i="0" u="none" cap="none">
              <a:solidFill>
                <a:schemeClr val="dk1"/>
              </a:solidFill>
              <a:latin typeface="Arial"/>
              <a:ea typeface="Arial"/>
              <a:cs typeface="Arial"/>
            </a:endParaRPr>
          </a:p>
        </p:txBody>
      </p:sp>
      <p:sp>
        <p:nvSpPr>
          <p:cNvPr id="1589" name="Google Shape;1589;p26">
            <a:extLst xmlns:a="http://schemas.openxmlformats.org/drawingml/2006/main">
              <a:ext uri="{FF2B5EF4-FFF2-40B4-BE49-F238E27FC236}">
                <a16:creationId xmlns:a16="http://schemas.microsoft.com/office/drawing/2014/main" id="{29BB1217-F601-4B51-896D-D92E4DCD61D2}"/>
              </a:ext>
            </a:extLst>
          </p:cNvPr>
          <p:cNvSpPr>
            <a:spLocks xmlns:a="http://schemas.openxmlformats.org/drawingml/2006/main" noGrp="1"/>
          </p:cNvSpPr>
          <p:nvPr/>
        </p:nvSpPr>
        <p:spPr>
          <a:xfrm xmlns:a="http://schemas.openxmlformats.org/drawingml/2006/main">
            <a:off x="2478024" y="331470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qualitative</a:t>
            </a:r>
            <a:endParaRPr sz="850" b="0" i="0" u="none" cap="none">
              <a:solidFill>
                <a:schemeClr val="dk1"/>
              </a:solidFill>
              <a:latin typeface="Arial"/>
              <a:ea typeface="Arial"/>
              <a:cs typeface="Arial"/>
            </a:endParaRPr>
          </a:p>
        </p:txBody>
      </p:sp>
      <p:sp>
        <p:nvSpPr>
          <p:cNvPr id="1590" name="Google Shape;1590;p26">
            <a:extLst xmlns:a="http://schemas.openxmlformats.org/drawingml/2006/main">
              <a:ext uri="{FF2B5EF4-FFF2-40B4-BE49-F238E27FC236}">
                <a16:creationId xmlns:a16="http://schemas.microsoft.com/office/drawing/2014/main" id="{53CD2728-691A-485B-AC61-4141A6C46717}"/>
              </a:ext>
            </a:extLst>
          </p:cNvPr>
          <p:cNvSpPr>
            <a:spLocks xmlns:a="http://schemas.openxmlformats.org/drawingml/2006/main" noGrp="1"/>
          </p:cNvSpPr>
          <p:nvPr/>
        </p:nvSpPr>
        <p:spPr>
          <a:xfrm xmlns:a="http://schemas.openxmlformats.org/drawingml/2006/main">
            <a:off x="403250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91" name="Google Shape;1591;p26">
            <a:extLst xmlns:a="http://schemas.openxmlformats.org/drawingml/2006/main">
              <a:ext uri="{FF2B5EF4-FFF2-40B4-BE49-F238E27FC236}">
                <a16:creationId xmlns:a16="http://schemas.microsoft.com/office/drawing/2014/main" id="{11B016D2-077F-45F7-A2C8-BC81F53EEE85}"/>
              </a:ext>
            </a:extLst>
          </p:cNvPr>
          <p:cNvSpPr>
            <a:spLocks xmlns:a="http://schemas.openxmlformats.org/drawingml/2006/main" noGrp="1"/>
          </p:cNvSpPr>
          <p:nvPr/>
        </p:nvSpPr>
        <p:spPr>
          <a:xfrm xmlns:a="http://schemas.openxmlformats.org/drawingml/2006/main">
            <a:off x="572414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92" name="Google Shape;1592;p26">
            <a:extLst xmlns:a="http://schemas.openxmlformats.org/drawingml/2006/main">
              <a:ext uri="{FF2B5EF4-FFF2-40B4-BE49-F238E27FC236}">
                <a16:creationId xmlns:a16="http://schemas.microsoft.com/office/drawing/2014/main" id="{92A62078-8C02-4F4B-B40F-9B8BD00F74E2}"/>
              </a:ext>
            </a:extLst>
          </p:cNvPr>
          <p:cNvSpPr>
            <a:spLocks xmlns:a="http://schemas.openxmlformats.org/drawingml/2006/main" noGrp="1"/>
          </p:cNvSpPr>
          <p:nvPr/>
        </p:nvSpPr>
        <p:spPr>
          <a:xfrm xmlns:a="http://schemas.openxmlformats.org/drawingml/2006/main">
            <a:off x="7415784" y="331470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93" name="Google Shape;1593;p26">
            <a:extLst xmlns:a="http://schemas.openxmlformats.org/drawingml/2006/main">
              <a:ext uri="{FF2B5EF4-FFF2-40B4-BE49-F238E27FC236}">
                <a16:creationId xmlns:a16="http://schemas.microsoft.com/office/drawing/2014/main" id="{956AE82B-D711-40D8-B561-69611E3F1C75}"/>
              </a:ext>
            </a:extLst>
          </p:cNvPr>
          <p:cNvSpPr>
            <a:spLocks xmlns:a="http://schemas.openxmlformats.org/drawingml/2006/main" noGrp="1"/>
          </p:cNvSpPr>
          <p:nvPr/>
        </p:nvSpPr>
        <p:spPr>
          <a:xfrm xmlns:a="http://schemas.openxmlformats.org/drawingml/2006/main">
            <a:off x="320040" y="3593592"/>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793" name="Google Shape;1594;p26"/>
          <p:cNvCxnSpPr/>
          <p:nvPr/>
        </p:nvCxnSpPr>
        <p:spPr>
          <a:xfrm xmlns:a="http://schemas.openxmlformats.org/drawingml/2006/main">
            <a:off x="320040" y="38724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595" name="Google Shape;1595;p26">
            <a:extLst xmlns:a="http://schemas.openxmlformats.org/drawingml/2006/main">
              <a:ext uri="{FF2B5EF4-FFF2-40B4-BE49-F238E27FC236}">
                <a16:creationId xmlns:a16="http://schemas.microsoft.com/office/drawing/2014/main" id="{6984A036-702E-4F47-B97A-7E751A7DD3FA}"/>
              </a:ext>
            </a:extLst>
          </p:cNvPr>
          <p:cNvSpPr>
            <a:spLocks xmlns:a="http://schemas.openxmlformats.org/drawingml/2006/main" noGrp="1"/>
          </p:cNvSpPr>
          <p:nvPr/>
        </p:nvSpPr>
        <p:spPr>
          <a:xfrm xmlns:a="http://schemas.openxmlformats.org/drawingml/2006/main">
            <a:off x="374904" y="359359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 count</a:t>
            </a:r>
            <a:endParaRPr sz="850" b="0" i="0" u="none" cap="none">
              <a:solidFill>
                <a:schemeClr val="dk1"/>
              </a:solidFill>
              <a:latin typeface="Arial"/>
              <a:ea typeface="Arial"/>
              <a:cs typeface="Arial"/>
            </a:endParaRPr>
          </a:p>
        </p:txBody>
      </p:sp>
      <p:sp>
        <p:nvSpPr>
          <p:cNvPr id="1596" name="Google Shape;1596;p26">
            <a:extLst xmlns:a="http://schemas.openxmlformats.org/drawingml/2006/main">
              <a:ext uri="{FF2B5EF4-FFF2-40B4-BE49-F238E27FC236}">
                <a16:creationId xmlns:a16="http://schemas.microsoft.com/office/drawing/2014/main" id="{287D582E-7662-4539-A463-7BD8A596FE89}"/>
              </a:ext>
            </a:extLst>
          </p:cNvPr>
          <p:cNvSpPr>
            <a:spLocks xmlns:a="http://schemas.openxmlformats.org/drawingml/2006/main" noGrp="1"/>
          </p:cNvSpPr>
          <p:nvPr/>
        </p:nvSpPr>
        <p:spPr>
          <a:xfrm xmlns:a="http://schemas.openxmlformats.org/drawingml/2006/main">
            <a:off x="2478024" y="359359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 motors</a:t>
            </a:r>
            <a:endParaRPr sz="850" b="0" i="0" u="none" cap="none">
              <a:solidFill>
                <a:schemeClr val="dk1"/>
              </a:solidFill>
              <a:latin typeface="Arial"/>
              <a:ea typeface="Arial"/>
              <a:cs typeface="Arial"/>
            </a:endParaRPr>
          </a:p>
        </p:txBody>
      </p:sp>
      <p:sp>
        <p:nvSpPr>
          <p:cNvPr id="1597" name="Google Shape;1597;p26">
            <a:extLst xmlns:a="http://schemas.openxmlformats.org/drawingml/2006/main">
              <a:ext uri="{FF2B5EF4-FFF2-40B4-BE49-F238E27FC236}">
                <a16:creationId xmlns:a16="http://schemas.microsoft.com/office/drawing/2014/main" id="{26E35F48-E03C-4E7C-80BB-1D920F61860C}"/>
              </a:ext>
            </a:extLst>
          </p:cNvPr>
          <p:cNvSpPr>
            <a:spLocks xmlns:a="http://schemas.openxmlformats.org/drawingml/2006/main" noGrp="1"/>
          </p:cNvSpPr>
          <p:nvPr/>
        </p:nvSpPr>
        <p:spPr>
          <a:xfrm xmlns:a="http://schemas.openxmlformats.org/drawingml/2006/main">
            <a:off x="403250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98" name="Google Shape;1598;p26">
            <a:extLst xmlns:a="http://schemas.openxmlformats.org/drawingml/2006/main">
              <a:ext uri="{FF2B5EF4-FFF2-40B4-BE49-F238E27FC236}">
                <a16:creationId xmlns:a16="http://schemas.microsoft.com/office/drawing/2014/main" id="{DA79E8E0-CBCE-4E5E-A580-EBA2D664E043}"/>
              </a:ext>
            </a:extLst>
          </p:cNvPr>
          <p:cNvSpPr>
            <a:spLocks xmlns:a="http://schemas.openxmlformats.org/drawingml/2006/main" noGrp="1"/>
          </p:cNvSpPr>
          <p:nvPr/>
        </p:nvSpPr>
        <p:spPr>
          <a:xfrm xmlns:a="http://schemas.openxmlformats.org/drawingml/2006/main">
            <a:off x="572414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599" name="Google Shape;1599;p26">
            <a:extLst xmlns:a="http://schemas.openxmlformats.org/drawingml/2006/main">
              <a:ext uri="{FF2B5EF4-FFF2-40B4-BE49-F238E27FC236}">
                <a16:creationId xmlns:a16="http://schemas.microsoft.com/office/drawing/2014/main" id="{F9ED37B4-A91A-4329-874A-E628D6B62CAB}"/>
              </a:ext>
            </a:extLst>
          </p:cNvPr>
          <p:cNvSpPr>
            <a:spLocks xmlns:a="http://schemas.openxmlformats.org/drawingml/2006/main" noGrp="1"/>
          </p:cNvSpPr>
          <p:nvPr/>
        </p:nvSpPr>
        <p:spPr>
          <a:xfrm xmlns:a="http://schemas.openxmlformats.org/drawingml/2006/main">
            <a:off x="7415784" y="359359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799" name="Google Shape;1600;p26"/>
          <p:cNvCxnSpPr/>
          <p:nvPr/>
        </p:nvCxnSpPr>
        <p:spPr>
          <a:xfrm xmlns:a="http://schemas.openxmlformats.org/drawingml/2006/main">
            <a:off x="320040" y="41513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01" name="Google Shape;1601;p26">
            <a:extLst xmlns:a="http://schemas.openxmlformats.org/drawingml/2006/main">
              <a:ext uri="{FF2B5EF4-FFF2-40B4-BE49-F238E27FC236}">
                <a16:creationId xmlns:a16="http://schemas.microsoft.com/office/drawing/2014/main" id="{B428870A-BFCE-47C6-8C7F-BA69997CB71A}"/>
              </a:ext>
            </a:extLst>
          </p:cNvPr>
          <p:cNvSpPr>
            <a:spLocks xmlns:a="http://schemas.openxmlformats.org/drawingml/2006/main" noGrp="1"/>
          </p:cNvSpPr>
          <p:nvPr/>
        </p:nvSpPr>
        <p:spPr>
          <a:xfrm xmlns:a="http://schemas.openxmlformats.org/drawingml/2006/main">
            <a:off x="374904" y="387248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Build risk</a:t>
            </a:r>
            <a:endParaRPr sz="850" b="0" i="0" u="none" cap="none">
              <a:solidFill>
                <a:schemeClr val="dk1"/>
              </a:solidFill>
              <a:latin typeface="Arial"/>
              <a:ea typeface="Arial"/>
              <a:cs typeface="Arial"/>
            </a:endParaRPr>
          </a:p>
        </p:txBody>
      </p:sp>
      <p:sp>
        <p:nvSpPr>
          <p:cNvPr id="1602" name="Google Shape;1602;p26">
            <a:extLst xmlns:a="http://schemas.openxmlformats.org/drawingml/2006/main">
              <a:ext uri="{FF2B5EF4-FFF2-40B4-BE49-F238E27FC236}">
                <a16:creationId xmlns:a16="http://schemas.microsoft.com/office/drawing/2014/main" id="{6320B0FA-963A-4C51-B61A-20BDBA53AAD7}"/>
              </a:ext>
            </a:extLst>
          </p:cNvPr>
          <p:cNvSpPr>
            <a:spLocks xmlns:a="http://schemas.openxmlformats.org/drawingml/2006/main" noGrp="1"/>
          </p:cNvSpPr>
          <p:nvPr/>
        </p:nvSpPr>
        <p:spPr>
          <a:xfrm xmlns:a="http://schemas.openxmlformats.org/drawingml/2006/main">
            <a:off x="2478024" y="387248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603" name="Google Shape;1603;p26">
            <a:extLst xmlns:a="http://schemas.openxmlformats.org/drawingml/2006/main">
              <a:ext uri="{FF2B5EF4-FFF2-40B4-BE49-F238E27FC236}">
                <a16:creationId xmlns:a16="http://schemas.microsoft.com/office/drawing/2014/main" id="{3A0753D9-FD38-43A6-8089-867BAF5F2140}"/>
              </a:ext>
            </a:extLst>
          </p:cNvPr>
          <p:cNvSpPr>
            <a:spLocks xmlns:a="http://schemas.openxmlformats.org/drawingml/2006/main" noGrp="1"/>
          </p:cNvSpPr>
          <p:nvPr/>
        </p:nvSpPr>
        <p:spPr>
          <a:xfrm xmlns:a="http://schemas.openxmlformats.org/drawingml/2006/main">
            <a:off x="403250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04" name="Google Shape;1604;p26">
            <a:extLst xmlns:a="http://schemas.openxmlformats.org/drawingml/2006/main">
              <a:ext uri="{FF2B5EF4-FFF2-40B4-BE49-F238E27FC236}">
                <a16:creationId xmlns:a16="http://schemas.microsoft.com/office/drawing/2014/main" id="{3F99B237-4B56-4F52-8A90-2C4543C2120F}"/>
              </a:ext>
            </a:extLst>
          </p:cNvPr>
          <p:cNvSpPr>
            <a:spLocks xmlns:a="http://schemas.openxmlformats.org/drawingml/2006/main" noGrp="1"/>
          </p:cNvSpPr>
          <p:nvPr/>
        </p:nvSpPr>
        <p:spPr>
          <a:xfrm xmlns:a="http://schemas.openxmlformats.org/drawingml/2006/main">
            <a:off x="572414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05" name="Google Shape;1605;p26">
            <a:extLst xmlns:a="http://schemas.openxmlformats.org/drawingml/2006/main">
              <a:ext uri="{FF2B5EF4-FFF2-40B4-BE49-F238E27FC236}">
                <a16:creationId xmlns:a16="http://schemas.microsoft.com/office/drawing/2014/main" id="{39DD1739-0F91-407A-9DA1-261A7BCDD624}"/>
              </a:ext>
            </a:extLst>
          </p:cNvPr>
          <p:cNvSpPr>
            <a:spLocks xmlns:a="http://schemas.openxmlformats.org/drawingml/2006/main" noGrp="1"/>
          </p:cNvSpPr>
          <p:nvPr/>
        </p:nvSpPr>
        <p:spPr>
          <a:xfrm xmlns:a="http://schemas.openxmlformats.org/drawingml/2006/main">
            <a:off x="7415784" y="387248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06" name="Google Shape;1606;p26">
            <a:extLst xmlns:a="http://schemas.openxmlformats.org/drawingml/2006/main">
              <a:ext uri="{FF2B5EF4-FFF2-40B4-BE49-F238E27FC236}">
                <a16:creationId xmlns:a16="http://schemas.microsoft.com/office/drawing/2014/main" id="{CF47FE28-004D-4737-87D6-ECAAAEA3B20C}"/>
              </a:ext>
            </a:extLst>
          </p:cNvPr>
          <p:cNvSpPr>
            <a:spLocks xmlns:a="http://schemas.openxmlformats.org/drawingml/2006/main" noGrp="1"/>
          </p:cNvSpPr>
          <p:nvPr/>
        </p:nvSpPr>
        <p:spPr>
          <a:xfrm xmlns:a="http://schemas.openxmlformats.org/drawingml/2006/main">
            <a:off x="320040" y="1682496"/>
            <a:ext cx="8503920" cy="2468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07" name="Google Shape;1607;p26">
            <a:extLst xmlns:a="http://schemas.openxmlformats.org/drawingml/2006/main">
              <a:ext uri="{FF2B5EF4-FFF2-40B4-BE49-F238E27FC236}">
                <a16:creationId xmlns:a16="http://schemas.microsoft.com/office/drawing/2014/main" id="{ABFB7647-6DCC-41BA-8373-F404390818BB}"/>
              </a:ext>
            </a:extLst>
          </p:cNvPr>
          <p:cNvSpPr>
            <a:spLocks xmlns:a="http://schemas.openxmlformats.org/drawingml/2006/main" noGrp="1"/>
          </p:cNvSpPr>
          <p:nvPr/>
        </p:nvSpPr>
        <p:spPr>
          <a:xfrm xmlns:a="http://schemas.openxmlformats.org/drawingml/2006/main">
            <a:off x="320040" y="42793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COMPARISON ANALYSIS  —  which concept leads on which criteria, and why</a:t>
            </a:r>
            <a:endParaRPr sz="850" b="0" i="0" u="none" cap="none">
              <a:solidFill>
                <a:schemeClr val="dk1"/>
              </a:solidFill>
              <a:latin typeface="Arial"/>
              <a:ea typeface="Arial"/>
              <a:cs typeface="Arial"/>
            </a:endParaRPr>
          </a:p>
        </p:txBody>
      </p:sp>
      <p:sp>
        <p:nvSpPr>
          <p:cNvPr id="1608" name="Google Shape;1608;p26">
            <a:extLst xmlns:a="http://schemas.openxmlformats.org/drawingml/2006/main">
              <a:ext uri="{FF2B5EF4-FFF2-40B4-BE49-F238E27FC236}">
                <a16:creationId xmlns:a16="http://schemas.microsoft.com/office/drawing/2014/main" id="{547CCC04-4A3D-47B8-AD5F-9EA0B51F4C0E}"/>
              </a:ext>
            </a:extLst>
          </p:cNvPr>
          <p:cNvSpPr>
            <a:spLocks xmlns:a="http://schemas.openxmlformats.org/drawingml/2006/main" noGrp="1"/>
          </p:cNvSpPr>
          <p:nvPr/>
        </p:nvSpPr>
        <p:spPr>
          <a:xfrm xmlns:a="http://schemas.openxmlformats.org/drawingml/2006/main">
            <a:off x="320040" y="4498848"/>
            <a:ext cx="8503920" cy="438912"/>
          </a:xfrm>
          <a:prstGeom xmlns:a="http://schemas.openxmlformats.org/drawingml/2006/main" prst="rect">
            <a:avLst/>
          </a:prstGeom>
          <a:solidFill xmlns:a="http://schemas.openxmlformats.org/drawingml/2006/main">
            <a:srgbClr val="FFFBEB"/>
          </a:solidFill>
          <a:ln xmlns:a="http://schemas.openxmlformats.org/drawingml/2006/main" w="9525"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09" name="Google Shape;1609;p26">
            <a:extLst xmlns:a="http://schemas.openxmlformats.org/drawingml/2006/main">
              <a:ext uri="{FF2B5EF4-FFF2-40B4-BE49-F238E27FC236}">
                <a16:creationId xmlns:a16="http://schemas.microsoft.com/office/drawing/2014/main" id="{B2875ECB-108B-418B-915D-1F415E95124A}"/>
              </a:ext>
            </a:extLst>
          </p:cNvPr>
          <p:cNvSpPr>
            <a:spLocks xmlns:a="http://schemas.openxmlformats.org/drawingml/2006/main" noGrp="1"/>
          </p:cNvSpPr>
          <p:nvPr/>
        </p:nvSpPr>
        <p:spPr>
          <a:xfrm xmlns:a="http://schemas.openxmlformats.org/drawingml/2006/main">
            <a:off x="457200" y="4498848"/>
            <a:ext cx="827532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[3–4 sentences. Identify the leader on each criterion. Name the tradeoffs. Note which concept is the emerging favorite for the decision matrix — and why.]</a:t>
            </a:r>
            <a:endParaRPr sz="950" b="0" i="0" u="none" cap="none">
              <a:solidFill>
                <a:schemeClr val="dk1"/>
              </a:solidFill>
              <a:latin typeface="Arial"/>
              <a:ea typeface="Arial"/>
              <a:cs typeface="Arial"/>
            </a:endParaRPr>
          </a:p>
        </p:txBody>
      </p:sp>
      <p:sp>
        <p:nvSpPr>
          <p:cNvPr id="1610" name="Google Shape;1610;p26">
            <a:extLst xmlns:a="http://schemas.openxmlformats.org/drawingml/2006/main">
              <a:ext uri="{FF2B5EF4-FFF2-40B4-BE49-F238E27FC236}">
                <a16:creationId xmlns:a16="http://schemas.microsoft.com/office/drawing/2014/main" id="{07E51917-E65D-48E4-9980-625BC56B4EC9}"/>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3dc4c08f9fb04087"/>
              </a:rPr>
              <a:t>mechanism-intakes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3aff63d37385412c"/>
              </a:rPr>
              <a:t>mechanism-lifts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e9cca14960664b7c"/>
              </a:rPr>
              <a:t>decision-matrix</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57548558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616" name="Google Shape;1616;p27">
            <a:extLst xmlns:a="http://schemas.openxmlformats.org/drawingml/2006/main">
              <a:ext uri="{FF2B5EF4-FFF2-40B4-BE49-F238E27FC236}">
                <a16:creationId xmlns:a16="http://schemas.microsoft.com/office/drawing/2014/main" id="{4DBDEE0F-3DA1-4D17-BFB8-AC0B9E42551E}"/>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17" name="Google Shape;1617;p27">
            <a:extLst xmlns:a="http://schemas.openxmlformats.org/drawingml/2006/main">
              <a:ext uri="{FF2B5EF4-FFF2-40B4-BE49-F238E27FC236}">
                <a16:creationId xmlns:a16="http://schemas.microsoft.com/office/drawing/2014/main" id="{BAC8F8F8-9DB0-4BE7-848F-B756226307D0}"/>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INTAKE COMPARISON</a:t>
            </a:r>
            <a:endParaRPr sz="1050" b="0" i="0" u="none" cap="none">
              <a:solidFill>
                <a:schemeClr val="dk1"/>
              </a:solidFill>
              <a:latin typeface="Arial"/>
              <a:ea typeface="Arial"/>
              <a:cs typeface="Arial"/>
            </a:endParaRPr>
          </a:p>
        </p:txBody>
      </p:sp>
      <p:sp>
        <p:nvSpPr>
          <p:cNvPr id="1618" name="Google Shape;1618;p27">
            <a:extLst xmlns:a="http://schemas.openxmlformats.org/drawingml/2006/main">
              <a:ext uri="{FF2B5EF4-FFF2-40B4-BE49-F238E27FC236}">
                <a16:creationId xmlns:a16="http://schemas.microsoft.com/office/drawing/2014/main" id="{B607C5AF-3521-4CCB-9AA6-1408A6F885F5}"/>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619" name="Google Shape;1619;p27">
            <a:extLst xmlns:a="http://schemas.openxmlformats.org/drawingml/2006/main">
              <a:ext uri="{FF2B5EF4-FFF2-40B4-BE49-F238E27FC236}">
                <a16:creationId xmlns:a16="http://schemas.microsoft.com/office/drawing/2014/main" id="{068226EF-2E47-49B6-BBD5-2857E911B4D9}"/>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Subsystem Comparison — Intake</a:t>
            </a:r>
            <a:endParaRPr sz="2200" b="0" i="0" u="none" cap="none">
              <a:solidFill>
                <a:schemeClr val="dk1"/>
              </a:solidFill>
              <a:latin typeface="Arial"/>
              <a:ea typeface="Arial"/>
              <a:cs typeface="Arial"/>
            </a:endParaRPr>
          </a:p>
        </p:txBody>
      </p:sp>
      <p:sp>
        <p:nvSpPr>
          <p:cNvPr id="1620" name="Google Shape;1620;p27">
            <a:extLst xmlns:a="http://schemas.openxmlformats.org/drawingml/2006/main">
              <a:ext uri="{FF2B5EF4-FFF2-40B4-BE49-F238E27FC236}">
                <a16:creationId xmlns:a16="http://schemas.microsoft.com/office/drawing/2014/main" id="{EE50BCCA-C775-4A42-9219-3F747D9B5C64}"/>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621" name="Google Shape;1621;p27">
            <a:extLst xmlns:a="http://schemas.openxmlformats.org/drawingml/2006/main">
              <a:ext uri="{FF2B5EF4-FFF2-40B4-BE49-F238E27FC236}">
                <a16:creationId xmlns:a16="http://schemas.microsoft.com/office/drawing/2014/main" id="{D9BDEA84-1155-425E-9E7D-FEA2EF325B7D}"/>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22" name="Google Shape;1622;p27">
            <a:extLst xmlns:a="http://schemas.openxmlformats.org/drawingml/2006/main">
              <a:ext uri="{FF2B5EF4-FFF2-40B4-BE49-F238E27FC236}">
                <a16:creationId xmlns:a16="http://schemas.microsoft.com/office/drawing/2014/main" id="{9B9B620F-31AB-4D19-8185-1384C5152D41}"/>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25 / 61</a:t>
            </a:r>
            <a:endParaRPr sz="900" b="0" i="0" u="none" cap="none">
              <a:solidFill>
                <a:schemeClr val="dk1"/>
              </a:solidFill>
              <a:latin typeface="Arial"/>
              <a:ea typeface="Arial"/>
              <a:cs typeface="Arial"/>
            </a:endParaRPr>
          </a:p>
        </p:txBody>
      </p:sp>
      <p:sp>
        <p:nvSpPr>
          <p:cNvPr id="1623" name="Google Shape;1623;p27">
            <a:extLst xmlns:a="http://schemas.openxmlformats.org/drawingml/2006/main">
              <a:ext uri="{FF2B5EF4-FFF2-40B4-BE49-F238E27FC236}">
                <a16:creationId xmlns:a16="http://schemas.microsoft.com/office/drawing/2014/main" id="{C0CB0029-F5E4-4B5A-879F-42911C6D164C}"/>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624" name="Google Shape;1624;p27">
            <a:extLst xmlns:a="http://schemas.openxmlformats.org/drawingml/2006/main">
              <a:ext uri="{FF2B5EF4-FFF2-40B4-BE49-F238E27FC236}">
                <a16:creationId xmlns:a16="http://schemas.microsoft.com/office/drawing/2014/main" id="{26E164FE-6692-457A-B9D6-9D2590E44148}"/>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Side-by-side numeric comparison of 3 intake concepts. This feeds the decision matrix in the Select phase. Sketches of each concept are on the next slide.</a:t>
            </a:r>
            <a:endParaRPr sz="1000" b="0" i="0" u="none" cap="none">
              <a:solidFill>
                <a:schemeClr val="dk1"/>
              </a:solidFill>
              <a:latin typeface="Arial"/>
              <a:ea typeface="Arial"/>
              <a:cs typeface="Arial"/>
            </a:endParaRPr>
          </a:p>
        </p:txBody>
      </p:sp>
      <p:sp>
        <p:nvSpPr>
          <p:cNvPr id="1625" name="Google Shape;1625;p27">
            <a:extLst xmlns:a="http://schemas.openxmlformats.org/drawingml/2006/main">
              <a:ext uri="{FF2B5EF4-FFF2-40B4-BE49-F238E27FC236}">
                <a16:creationId xmlns:a16="http://schemas.microsoft.com/office/drawing/2014/main" id="{6F0EB84A-E6AC-44E0-88CE-A5BF1977042C}"/>
              </a:ext>
            </a:extLst>
          </p:cNvPr>
          <p:cNvSpPr>
            <a:spLocks xmlns:a="http://schemas.openxmlformats.org/drawingml/2006/main" noGrp="1"/>
          </p:cNvSpPr>
          <p:nvPr/>
        </p:nvSpPr>
        <p:spPr>
          <a:xfrm xmlns:a="http://schemas.openxmlformats.org/drawingml/2006/main">
            <a:off x="320040" y="146304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INTAKE  ·  3 CONCEPTS COMPARED</a:t>
            </a:r>
            <a:endParaRPr sz="850" b="0" i="0" u="none" cap="none">
              <a:solidFill>
                <a:schemeClr val="dk1"/>
              </a:solidFill>
              <a:latin typeface="Arial"/>
              <a:ea typeface="Arial"/>
              <a:cs typeface="Arial"/>
            </a:endParaRPr>
          </a:p>
        </p:txBody>
      </p:sp>
      <p:sp>
        <p:nvSpPr>
          <p:cNvPr id="1626" name="Google Shape;1626;p27">
            <a:extLst xmlns:a="http://schemas.openxmlformats.org/drawingml/2006/main">
              <a:ext uri="{FF2B5EF4-FFF2-40B4-BE49-F238E27FC236}">
                <a16:creationId xmlns:a16="http://schemas.microsoft.com/office/drawing/2014/main" id="{59297872-040F-425E-96F9-3012674BF12D}"/>
              </a:ext>
            </a:extLst>
          </p:cNvPr>
          <p:cNvSpPr>
            <a:spLocks xmlns:a="http://schemas.openxmlformats.org/drawingml/2006/main" noGrp="1"/>
          </p:cNvSpPr>
          <p:nvPr/>
        </p:nvSpPr>
        <p:spPr>
          <a:xfrm xmlns:a="http://schemas.openxmlformats.org/drawingml/2006/main">
            <a:off x="320040" y="1682496"/>
            <a:ext cx="8503920" cy="237744"/>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27" name="Google Shape;1627;p27">
            <a:extLst xmlns:a="http://schemas.openxmlformats.org/drawingml/2006/main">
              <a:ext uri="{FF2B5EF4-FFF2-40B4-BE49-F238E27FC236}">
                <a16:creationId xmlns:a16="http://schemas.microsoft.com/office/drawing/2014/main" id="{C644DBF0-953C-4BBC-9376-EF90A59A1A3D}"/>
              </a:ext>
            </a:extLst>
          </p:cNvPr>
          <p:cNvSpPr>
            <a:spLocks xmlns:a="http://schemas.openxmlformats.org/drawingml/2006/main" noGrp="1"/>
          </p:cNvSpPr>
          <p:nvPr/>
        </p:nvSpPr>
        <p:spPr>
          <a:xfrm xmlns:a="http://schemas.openxmlformats.org/drawingml/2006/main">
            <a:off x="374904" y="1682496"/>
            <a:ext cx="20482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Criterion</a:t>
            </a:r>
            <a:endParaRPr sz="900" b="0" i="0" u="none" cap="none">
              <a:solidFill>
                <a:schemeClr val="dk1"/>
              </a:solidFill>
              <a:latin typeface="Arial"/>
              <a:ea typeface="Arial"/>
              <a:cs typeface="Arial"/>
            </a:endParaRPr>
          </a:p>
        </p:txBody>
      </p:sp>
      <p:sp>
        <p:nvSpPr>
          <p:cNvPr id="1628" name="Google Shape;1628;p27">
            <a:extLst xmlns:a="http://schemas.openxmlformats.org/drawingml/2006/main">
              <a:ext uri="{FF2B5EF4-FFF2-40B4-BE49-F238E27FC236}">
                <a16:creationId xmlns:a16="http://schemas.microsoft.com/office/drawing/2014/main" id="{4FF781C0-D82F-4502-A1D8-968BFA4ADE13}"/>
              </a:ext>
            </a:extLst>
          </p:cNvPr>
          <p:cNvSpPr>
            <a:spLocks xmlns:a="http://schemas.openxmlformats.org/drawingml/2006/main" noGrp="1"/>
          </p:cNvSpPr>
          <p:nvPr/>
        </p:nvSpPr>
        <p:spPr>
          <a:xfrm xmlns:a="http://schemas.openxmlformats.org/drawingml/2006/main">
            <a:off x="2478024" y="1682496"/>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Unit / Scale</a:t>
            </a:r>
            <a:endParaRPr sz="900" b="0" i="0" u="none" cap="none">
              <a:solidFill>
                <a:schemeClr val="dk1"/>
              </a:solidFill>
              <a:latin typeface="Arial"/>
              <a:ea typeface="Arial"/>
              <a:cs typeface="Arial"/>
            </a:endParaRPr>
          </a:p>
        </p:txBody>
      </p:sp>
      <p:sp>
        <p:nvSpPr>
          <p:cNvPr id="1629" name="Google Shape;1629;p27">
            <a:extLst xmlns:a="http://schemas.openxmlformats.org/drawingml/2006/main">
              <a:ext uri="{FF2B5EF4-FFF2-40B4-BE49-F238E27FC236}">
                <a16:creationId xmlns:a16="http://schemas.microsoft.com/office/drawing/2014/main" id="{36B6877F-2326-47F0-A931-1443C1767E4E}"/>
              </a:ext>
            </a:extLst>
          </p:cNvPr>
          <p:cNvSpPr>
            <a:spLocks xmlns:a="http://schemas.openxmlformats.org/drawingml/2006/main" noGrp="1"/>
          </p:cNvSpPr>
          <p:nvPr/>
        </p:nvSpPr>
        <p:spPr>
          <a:xfrm xmlns:a="http://schemas.openxmlformats.org/drawingml/2006/main">
            <a:off x="403250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1 name]</a:t>
            </a:r>
            <a:endParaRPr sz="900" b="0" i="0" u="none" cap="none">
              <a:solidFill>
                <a:schemeClr val="dk1"/>
              </a:solidFill>
              <a:latin typeface="Arial"/>
              <a:ea typeface="Arial"/>
              <a:cs typeface="Arial"/>
            </a:endParaRPr>
          </a:p>
        </p:txBody>
      </p:sp>
      <p:sp>
        <p:nvSpPr>
          <p:cNvPr id="1630" name="Google Shape;1630;p27">
            <a:extLst xmlns:a="http://schemas.openxmlformats.org/drawingml/2006/main">
              <a:ext uri="{FF2B5EF4-FFF2-40B4-BE49-F238E27FC236}">
                <a16:creationId xmlns:a16="http://schemas.microsoft.com/office/drawing/2014/main" id="{6955D700-96DF-4B44-9FD4-6B7C3F3C1F66}"/>
              </a:ext>
            </a:extLst>
          </p:cNvPr>
          <p:cNvSpPr>
            <a:spLocks xmlns:a="http://schemas.openxmlformats.org/drawingml/2006/main" noGrp="1"/>
          </p:cNvSpPr>
          <p:nvPr/>
        </p:nvSpPr>
        <p:spPr>
          <a:xfrm xmlns:a="http://schemas.openxmlformats.org/drawingml/2006/main">
            <a:off x="572414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2 name]</a:t>
            </a:r>
            <a:endParaRPr sz="900" b="0" i="0" u="none" cap="none">
              <a:solidFill>
                <a:schemeClr val="dk1"/>
              </a:solidFill>
              <a:latin typeface="Arial"/>
              <a:ea typeface="Arial"/>
              <a:cs typeface="Arial"/>
            </a:endParaRPr>
          </a:p>
        </p:txBody>
      </p:sp>
      <p:sp>
        <p:nvSpPr>
          <p:cNvPr id="1631" name="Google Shape;1631;p27">
            <a:extLst xmlns:a="http://schemas.openxmlformats.org/drawingml/2006/main">
              <a:ext uri="{FF2B5EF4-FFF2-40B4-BE49-F238E27FC236}">
                <a16:creationId xmlns:a16="http://schemas.microsoft.com/office/drawing/2014/main" id="{2BA76E82-B130-46CC-9B7E-87BE7831A150}"/>
              </a:ext>
            </a:extLst>
          </p:cNvPr>
          <p:cNvSpPr>
            <a:spLocks xmlns:a="http://schemas.openxmlformats.org/drawingml/2006/main" noGrp="1"/>
          </p:cNvSpPr>
          <p:nvPr/>
        </p:nvSpPr>
        <p:spPr>
          <a:xfrm xmlns:a="http://schemas.openxmlformats.org/drawingml/2006/main">
            <a:off x="7415784" y="1682496"/>
            <a:ext cx="13624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3 name]</a:t>
            </a:r>
            <a:endParaRPr sz="900" b="0" i="0" u="none" cap="none">
              <a:solidFill>
                <a:schemeClr val="dk1"/>
              </a:solidFill>
              <a:latin typeface="Arial"/>
              <a:ea typeface="Arial"/>
              <a:cs typeface="Arial"/>
            </a:endParaRPr>
          </a:p>
        </p:txBody>
      </p:sp>
      <p:sp>
        <p:nvSpPr>
          <p:cNvPr id="1632" name="Google Shape;1632;p27">
            <a:extLst xmlns:a="http://schemas.openxmlformats.org/drawingml/2006/main">
              <a:ext uri="{FF2B5EF4-FFF2-40B4-BE49-F238E27FC236}">
                <a16:creationId xmlns:a16="http://schemas.microsoft.com/office/drawing/2014/main" id="{63DC75A1-3B18-4D76-97D3-8BB2FA9FDCA1}"/>
              </a:ext>
            </a:extLst>
          </p:cNvPr>
          <p:cNvSpPr>
            <a:spLocks xmlns:a="http://schemas.openxmlformats.org/drawingml/2006/main" noGrp="1"/>
          </p:cNvSpPr>
          <p:nvPr/>
        </p:nvSpPr>
        <p:spPr>
          <a:xfrm xmlns:a="http://schemas.openxmlformats.org/drawingml/2006/main">
            <a:off x="320040" y="1920240"/>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832" name="Google Shape;1633;p27"/>
          <p:cNvCxnSpPr/>
          <p:nvPr/>
        </p:nvCxnSpPr>
        <p:spPr>
          <a:xfrm xmlns:a="http://schemas.openxmlformats.org/drawingml/2006/main">
            <a:off x="320040" y="219913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34" name="Google Shape;1634;p27">
            <a:extLst xmlns:a="http://schemas.openxmlformats.org/drawingml/2006/main">
              <a:ext uri="{FF2B5EF4-FFF2-40B4-BE49-F238E27FC236}">
                <a16:creationId xmlns:a16="http://schemas.microsoft.com/office/drawing/2014/main" id="{C6AA87F4-5E8D-42C8-BCB8-309F14FD703B}"/>
              </a:ext>
            </a:extLst>
          </p:cNvPr>
          <p:cNvSpPr>
            <a:spLocks xmlns:a="http://schemas.openxmlformats.org/drawingml/2006/main" noGrp="1"/>
          </p:cNvSpPr>
          <p:nvPr/>
        </p:nvSpPr>
        <p:spPr>
          <a:xfrm xmlns:a="http://schemas.openxmlformats.org/drawingml/2006/main">
            <a:off x="374904" y="192024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Pickup time per object</a:t>
            </a:r>
            <a:endParaRPr sz="850" b="0" i="0" u="none" cap="none">
              <a:solidFill>
                <a:schemeClr val="dk1"/>
              </a:solidFill>
              <a:latin typeface="Arial"/>
              <a:ea typeface="Arial"/>
              <a:cs typeface="Arial"/>
            </a:endParaRPr>
          </a:p>
        </p:txBody>
      </p:sp>
      <p:sp>
        <p:nvSpPr>
          <p:cNvPr id="1635" name="Google Shape;1635;p27">
            <a:extLst xmlns:a="http://schemas.openxmlformats.org/drawingml/2006/main">
              <a:ext uri="{FF2B5EF4-FFF2-40B4-BE49-F238E27FC236}">
                <a16:creationId xmlns:a16="http://schemas.microsoft.com/office/drawing/2014/main" id="{78B709D2-43B6-4B18-9325-3F6B3BD19501}"/>
              </a:ext>
            </a:extLst>
          </p:cNvPr>
          <p:cNvSpPr>
            <a:spLocks xmlns:a="http://schemas.openxmlformats.org/drawingml/2006/main" noGrp="1"/>
          </p:cNvSpPr>
          <p:nvPr/>
        </p:nvSpPr>
        <p:spPr>
          <a:xfrm xmlns:a="http://schemas.openxmlformats.org/drawingml/2006/main">
            <a:off x="2478024" y="192024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seconds</a:t>
            </a:r>
            <a:endParaRPr sz="850" b="0" i="0" u="none" cap="none">
              <a:solidFill>
                <a:schemeClr val="dk1"/>
              </a:solidFill>
              <a:latin typeface="Arial"/>
              <a:ea typeface="Arial"/>
              <a:cs typeface="Arial"/>
            </a:endParaRPr>
          </a:p>
        </p:txBody>
      </p:sp>
      <p:sp>
        <p:nvSpPr>
          <p:cNvPr id="1636" name="Google Shape;1636;p27">
            <a:extLst xmlns:a="http://schemas.openxmlformats.org/drawingml/2006/main">
              <a:ext uri="{FF2B5EF4-FFF2-40B4-BE49-F238E27FC236}">
                <a16:creationId xmlns:a16="http://schemas.microsoft.com/office/drawing/2014/main" id="{38B6C36F-4653-4A39-80A0-82A2BC8B6FC6}"/>
              </a:ext>
            </a:extLst>
          </p:cNvPr>
          <p:cNvSpPr>
            <a:spLocks xmlns:a="http://schemas.openxmlformats.org/drawingml/2006/main" noGrp="1"/>
          </p:cNvSpPr>
          <p:nvPr/>
        </p:nvSpPr>
        <p:spPr>
          <a:xfrm xmlns:a="http://schemas.openxmlformats.org/drawingml/2006/main">
            <a:off x="403250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37" name="Google Shape;1637;p27">
            <a:extLst xmlns:a="http://schemas.openxmlformats.org/drawingml/2006/main">
              <a:ext uri="{FF2B5EF4-FFF2-40B4-BE49-F238E27FC236}">
                <a16:creationId xmlns:a16="http://schemas.microsoft.com/office/drawing/2014/main" id="{870357DA-67B2-4DB6-A7BF-7C6B4C555114}"/>
              </a:ext>
            </a:extLst>
          </p:cNvPr>
          <p:cNvSpPr>
            <a:spLocks xmlns:a="http://schemas.openxmlformats.org/drawingml/2006/main" noGrp="1"/>
          </p:cNvSpPr>
          <p:nvPr/>
        </p:nvSpPr>
        <p:spPr>
          <a:xfrm xmlns:a="http://schemas.openxmlformats.org/drawingml/2006/main">
            <a:off x="572414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38" name="Google Shape;1638;p27">
            <a:extLst xmlns:a="http://schemas.openxmlformats.org/drawingml/2006/main">
              <a:ext uri="{FF2B5EF4-FFF2-40B4-BE49-F238E27FC236}">
                <a16:creationId xmlns:a16="http://schemas.microsoft.com/office/drawing/2014/main" id="{E2124A43-B838-4334-9753-4591A0165DFA}"/>
              </a:ext>
            </a:extLst>
          </p:cNvPr>
          <p:cNvSpPr>
            <a:spLocks xmlns:a="http://schemas.openxmlformats.org/drawingml/2006/main" noGrp="1"/>
          </p:cNvSpPr>
          <p:nvPr/>
        </p:nvSpPr>
        <p:spPr>
          <a:xfrm xmlns:a="http://schemas.openxmlformats.org/drawingml/2006/main">
            <a:off x="7415784" y="192024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838" name="Google Shape;1639;p27"/>
          <p:cNvCxnSpPr/>
          <p:nvPr/>
        </p:nvCxnSpPr>
        <p:spPr>
          <a:xfrm xmlns:a="http://schemas.openxmlformats.org/drawingml/2006/main">
            <a:off x="320040" y="247802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40" name="Google Shape;1640;p27">
            <a:extLst xmlns:a="http://schemas.openxmlformats.org/drawingml/2006/main">
              <a:ext uri="{FF2B5EF4-FFF2-40B4-BE49-F238E27FC236}">
                <a16:creationId xmlns:a16="http://schemas.microsoft.com/office/drawing/2014/main" id="{827F8A1A-5E71-4FEA-B194-ECED75A6557D}"/>
              </a:ext>
            </a:extLst>
          </p:cNvPr>
          <p:cNvSpPr>
            <a:spLocks xmlns:a="http://schemas.openxmlformats.org/drawingml/2006/main" noGrp="1"/>
          </p:cNvSpPr>
          <p:nvPr/>
        </p:nvSpPr>
        <p:spPr>
          <a:xfrm xmlns:a="http://schemas.openxmlformats.org/drawingml/2006/main">
            <a:off x="374904" y="219913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Reliability (pickups / 10)</a:t>
            </a:r>
            <a:endParaRPr sz="850" b="0" i="0" u="none" cap="none">
              <a:solidFill>
                <a:schemeClr val="dk1"/>
              </a:solidFill>
              <a:latin typeface="Arial"/>
              <a:ea typeface="Arial"/>
              <a:cs typeface="Arial"/>
            </a:endParaRPr>
          </a:p>
        </p:txBody>
      </p:sp>
      <p:sp>
        <p:nvSpPr>
          <p:cNvPr id="1641" name="Google Shape;1641;p27">
            <a:extLst xmlns:a="http://schemas.openxmlformats.org/drawingml/2006/main">
              <a:ext uri="{FF2B5EF4-FFF2-40B4-BE49-F238E27FC236}">
                <a16:creationId xmlns:a16="http://schemas.microsoft.com/office/drawing/2014/main" id="{75F9D3B2-3867-4043-B619-38AA18F68DE8}"/>
              </a:ext>
            </a:extLst>
          </p:cNvPr>
          <p:cNvSpPr>
            <a:spLocks xmlns:a="http://schemas.openxmlformats.org/drawingml/2006/main" noGrp="1"/>
          </p:cNvSpPr>
          <p:nvPr/>
        </p:nvSpPr>
        <p:spPr>
          <a:xfrm xmlns:a="http://schemas.openxmlformats.org/drawingml/2006/main">
            <a:off x="2478024" y="219913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#/10</a:t>
            </a:r>
            <a:endParaRPr sz="850" b="0" i="0" u="none" cap="none">
              <a:solidFill>
                <a:schemeClr val="dk1"/>
              </a:solidFill>
              <a:latin typeface="Arial"/>
              <a:ea typeface="Arial"/>
              <a:cs typeface="Arial"/>
            </a:endParaRPr>
          </a:p>
        </p:txBody>
      </p:sp>
      <p:sp>
        <p:nvSpPr>
          <p:cNvPr id="1642" name="Google Shape;1642;p27">
            <a:extLst xmlns:a="http://schemas.openxmlformats.org/drawingml/2006/main">
              <a:ext uri="{FF2B5EF4-FFF2-40B4-BE49-F238E27FC236}">
                <a16:creationId xmlns:a16="http://schemas.microsoft.com/office/drawing/2014/main" id="{B366089F-3C38-4F36-A874-02038A64337A}"/>
              </a:ext>
            </a:extLst>
          </p:cNvPr>
          <p:cNvSpPr>
            <a:spLocks xmlns:a="http://schemas.openxmlformats.org/drawingml/2006/main" noGrp="1"/>
          </p:cNvSpPr>
          <p:nvPr/>
        </p:nvSpPr>
        <p:spPr>
          <a:xfrm xmlns:a="http://schemas.openxmlformats.org/drawingml/2006/main">
            <a:off x="403250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43" name="Google Shape;1643;p27">
            <a:extLst xmlns:a="http://schemas.openxmlformats.org/drawingml/2006/main">
              <a:ext uri="{FF2B5EF4-FFF2-40B4-BE49-F238E27FC236}">
                <a16:creationId xmlns:a16="http://schemas.microsoft.com/office/drawing/2014/main" id="{57619A82-EC31-4FF6-8F47-456997A14E80}"/>
              </a:ext>
            </a:extLst>
          </p:cNvPr>
          <p:cNvSpPr>
            <a:spLocks xmlns:a="http://schemas.openxmlformats.org/drawingml/2006/main" noGrp="1"/>
          </p:cNvSpPr>
          <p:nvPr/>
        </p:nvSpPr>
        <p:spPr>
          <a:xfrm xmlns:a="http://schemas.openxmlformats.org/drawingml/2006/main">
            <a:off x="572414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44" name="Google Shape;1644;p27">
            <a:extLst xmlns:a="http://schemas.openxmlformats.org/drawingml/2006/main">
              <a:ext uri="{FF2B5EF4-FFF2-40B4-BE49-F238E27FC236}">
                <a16:creationId xmlns:a16="http://schemas.microsoft.com/office/drawing/2014/main" id="{4ABBC054-DD61-45C2-82A3-E3D8D112C8B5}"/>
              </a:ext>
            </a:extLst>
          </p:cNvPr>
          <p:cNvSpPr>
            <a:spLocks xmlns:a="http://schemas.openxmlformats.org/drawingml/2006/main" noGrp="1"/>
          </p:cNvSpPr>
          <p:nvPr/>
        </p:nvSpPr>
        <p:spPr>
          <a:xfrm xmlns:a="http://schemas.openxmlformats.org/drawingml/2006/main">
            <a:off x="7415784" y="219913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45" name="Google Shape;1645;p27">
            <a:extLst xmlns:a="http://schemas.openxmlformats.org/drawingml/2006/main">
              <a:ext uri="{FF2B5EF4-FFF2-40B4-BE49-F238E27FC236}">
                <a16:creationId xmlns:a16="http://schemas.microsoft.com/office/drawing/2014/main" id="{A0EBAEA6-AC4F-439A-A7AE-5149DE5D3B81}"/>
              </a:ext>
            </a:extLst>
          </p:cNvPr>
          <p:cNvSpPr>
            <a:spLocks xmlns:a="http://schemas.openxmlformats.org/drawingml/2006/main" noGrp="1"/>
          </p:cNvSpPr>
          <p:nvPr/>
        </p:nvSpPr>
        <p:spPr>
          <a:xfrm xmlns:a="http://schemas.openxmlformats.org/drawingml/2006/main">
            <a:off x="320040" y="2478024"/>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845" name="Google Shape;1646;p27"/>
          <p:cNvCxnSpPr/>
          <p:nvPr/>
        </p:nvCxnSpPr>
        <p:spPr>
          <a:xfrm xmlns:a="http://schemas.openxmlformats.org/drawingml/2006/main">
            <a:off x="320040" y="27569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47" name="Google Shape;1647;p27">
            <a:extLst xmlns:a="http://schemas.openxmlformats.org/drawingml/2006/main">
              <a:ext uri="{FF2B5EF4-FFF2-40B4-BE49-F238E27FC236}">
                <a16:creationId xmlns:a16="http://schemas.microsoft.com/office/drawing/2014/main" id="{23E064B2-58A9-4C0F-9F4E-59F3B83184BC}"/>
              </a:ext>
            </a:extLst>
          </p:cNvPr>
          <p:cNvSpPr>
            <a:spLocks xmlns:a="http://schemas.openxmlformats.org/drawingml/2006/main" noGrp="1"/>
          </p:cNvSpPr>
          <p:nvPr/>
        </p:nvSpPr>
        <p:spPr>
          <a:xfrm xmlns:a="http://schemas.openxmlformats.org/drawingml/2006/main">
            <a:off x="374904" y="247802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Max capacity</a:t>
            </a:r>
            <a:endParaRPr sz="850" b="0" i="0" u="none" cap="none">
              <a:solidFill>
                <a:schemeClr val="dk1"/>
              </a:solidFill>
              <a:latin typeface="Arial"/>
              <a:ea typeface="Arial"/>
              <a:cs typeface="Arial"/>
            </a:endParaRPr>
          </a:p>
        </p:txBody>
      </p:sp>
      <p:sp>
        <p:nvSpPr>
          <p:cNvPr id="1648" name="Google Shape;1648;p27">
            <a:extLst xmlns:a="http://schemas.openxmlformats.org/drawingml/2006/main">
              <a:ext uri="{FF2B5EF4-FFF2-40B4-BE49-F238E27FC236}">
                <a16:creationId xmlns:a16="http://schemas.microsoft.com/office/drawing/2014/main" id="{78426C1F-7104-4F6F-A25B-6D9835AF97AA}"/>
              </a:ext>
            </a:extLst>
          </p:cNvPr>
          <p:cNvSpPr>
            <a:spLocks xmlns:a="http://schemas.openxmlformats.org/drawingml/2006/main" noGrp="1"/>
          </p:cNvSpPr>
          <p:nvPr/>
        </p:nvSpPr>
        <p:spPr>
          <a:xfrm xmlns:a="http://schemas.openxmlformats.org/drawingml/2006/main">
            <a:off x="2478024" y="247802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 objects</a:t>
            </a:r>
            <a:endParaRPr sz="850" b="0" i="0" u="none" cap="none">
              <a:solidFill>
                <a:schemeClr val="dk1"/>
              </a:solidFill>
              <a:latin typeface="Arial"/>
              <a:ea typeface="Arial"/>
              <a:cs typeface="Arial"/>
            </a:endParaRPr>
          </a:p>
        </p:txBody>
      </p:sp>
      <p:sp>
        <p:nvSpPr>
          <p:cNvPr id="1649" name="Google Shape;1649;p27">
            <a:extLst xmlns:a="http://schemas.openxmlformats.org/drawingml/2006/main">
              <a:ext uri="{FF2B5EF4-FFF2-40B4-BE49-F238E27FC236}">
                <a16:creationId xmlns:a16="http://schemas.microsoft.com/office/drawing/2014/main" id="{D6999E3C-BC39-453D-A639-7A932608851D}"/>
              </a:ext>
            </a:extLst>
          </p:cNvPr>
          <p:cNvSpPr>
            <a:spLocks xmlns:a="http://schemas.openxmlformats.org/drawingml/2006/main" noGrp="1"/>
          </p:cNvSpPr>
          <p:nvPr/>
        </p:nvSpPr>
        <p:spPr>
          <a:xfrm xmlns:a="http://schemas.openxmlformats.org/drawingml/2006/main">
            <a:off x="403250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50" name="Google Shape;1650;p27">
            <a:extLst xmlns:a="http://schemas.openxmlformats.org/drawingml/2006/main">
              <a:ext uri="{FF2B5EF4-FFF2-40B4-BE49-F238E27FC236}">
                <a16:creationId xmlns:a16="http://schemas.microsoft.com/office/drawing/2014/main" id="{0D9622BE-281C-4EAA-9A47-B7CAAB60E909}"/>
              </a:ext>
            </a:extLst>
          </p:cNvPr>
          <p:cNvSpPr>
            <a:spLocks xmlns:a="http://schemas.openxmlformats.org/drawingml/2006/main" noGrp="1"/>
          </p:cNvSpPr>
          <p:nvPr/>
        </p:nvSpPr>
        <p:spPr>
          <a:xfrm xmlns:a="http://schemas.openxmlformats.org/drawingml/2006/main">
            <a:off x="572414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51" name="Google Shape;1651;p27">
            <a:extLst xmlns:a="http://schemas.openxmlformats.org/drawingml/2006/main">
              <a:ext uri="{FF2B5EF4-FFF2-40B4-BE49-F238E27FC236}">
                <a16:creationId xmlns:a16="http://schemas.microsoft.com/office/drawing/2014/main" id="{0DB73A65-82D5-4EDC-8AF1-944D0FA4B109}"/>
              </a:ext>
            </a:extLst>
          </p:cNvPr>
          <p:cNvSpPr>
            <a:spLocks xmlns:a="http://schemas.openxmlformats.org/drawingml/2006/main" noGrp="1"/>
          </p:cNvSpPr>
          <p:nvPr/>
        </p:nvSpPr>
        <p:spPr>
          <a:xfrm xmlns:a="http://schemas.openxmlformats.org/drawingml/2006/main">
            <a:off x="7415784" y="247802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851" name="Google Shape;1652;p27"/>
          <p:cNvCxnSpPr/>
          <p:nvPr/>
        </p:nvCxnSpPr>
        <p:spPr>
          <a:xfrm xmlns:a="http://schemas.openxmlformats.org/drawingml/2006/main">
            <a:off x="320040" y="30358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53" name="Google Shape;1653;p27">
            <a:extLst xmlns:a="http://schemas.openxmlformats.org/drawingml/2006/main">
              <a:ext uri="{FF2B5EF4-FFF2-40B4-BE49-F238E27FC236}">
                <a16:creationId xmlns:a16="http://schemas.microsoft.com/office/drawing/2014/main" id="{A224C66B-85C7-4F90-B361-FA9E437399F4}"/>
              </a:ext>
            </a:extLst>
          </p:cNvPr>
          <p:cNvSpPr>
            <a:spLocks xmlns:a="http://schemas.openxmlformats.org/drawingml/2006/main" noGrp="1"/>
          </p:cNvSpPr>
          <p:nvPr/>
        </p:nvSpPr>
        <p:spPr>
          <a:xfrm xmlns:a="http://schemas.openxmlformats.org/drawingml/2006/main">
            <a:off x="374904" y="2756916"/>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a:t>
            </a:r>
            <a:endParaRPr sz="850" b="0" i="0" u="none" cap="none">
              <a:solidFill>
                <a:schemeClr val="dk1"/>
              </a:solidFill>
              <a:latin typeface="Arial"/>
              <a:ea typeface="Arial"/>
              <a:cs typeface="Arial"/>
            </a:endParaRPr>
          </a:p>
        </p:txBody>
      </p:sp>
      <p:sp>
        <p:nvSpPr>
          <p:cNvPr id="1654" name="Google Shape;1654;p27">
            <a:extLst xmlns:a="http://schemas.openxmlformats.org/drawingml/2006/main">
              <a:ext uri="{FF2B5EF4-FFF2-40B4-BE49-F238E27FC236}">
                <a16:creationId xmlns:a16="http://schemas.microsoft.com/office/drawing/2014/main" id="{87CB9CA3-041A-43AC-AF59-8A2CB596FA01}"/>
              </a:ext>
            </a:extLst>
          </p:cNvPr>
          <p:cNvSpPr>
            <a:spLocks xmlns:a="http://schemas.openxmlformats.org/drawingml/2006/main" noGrp="1"/>
          </p:cNvSpPr>
          <p:nvPr/>
        </p:nvSpPr>
        <p:spPr>
          <a:xfrm xmlns:a="http://schemas.openxmlformats.org/drawingml/2006/main">
            <a:off x="2478024" y="2756916"/>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lb</a:t>
            </a:r>
            <a:endParaRPr sz="850" b="0" i="0" u="none" cap="none">
              <a:solidFill>
                <a:schemeClr val="dk1"/>
              </a:solidFill>
              <a:latin typeface="Arial"/>
              <a:ea typeface="Arial"/>
              <a:cs typeface="Arial"/>
            </a:endParaRPr>
          </a:p>
        </p:txBody>
      </p:sp>
      <p:sp>
        <p:nvSpPr>
          <p:cNvPr id="1655" name="Google Shape;1655;p27">
            <a:extLst xmlns:a="http://schemas.openxmlformats.org/drawingml/2006/main">
              <a:ext uri="{FF2B5EF4-FFF2-40B4-BE49-F238E27FC236}">
                <a16:creationId xmlns:a16="http://schemas.microsoft.com/office/drawing/2014/main" id="{A2CFD6B5-338A-4061-B738-E992FF6586C7}"/>
              </a:ext>
            </a:extLst>
          </p:cNvPr>
          <p:cNvSpPr>
            <a:spLocks xmlns:a="http://schemas.openxmlformats.org/drawingml/2006/main" noGrp="1"/>
          </p:cNvSpPr>
          <p:nvPr/>
        </p:nvSpPr>
        <p:spPr>
          <a:xfrm xmlns:a="http://schemas.openxmlformats.org/drawingml/2006/main">
            <a:off x="403250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56" name="Google Shape;1656;p27">
            <a:extLst xmlns:a="http://schemas.openxmlformats.org/drawingml/2006/main">
              <a:ext uri="{FF2B5EF4-FFF2-40B4-BE49-F238E27FC236}">
                <a16:creationId xmlns:a16="http://schemas.microsoft.com/office/drawing/2014/main" id="{D1EA1471-C71A-4D26-9539-9D3F55BB4DA2}"/>
              </a:ext>
            </a:extLst>
          </p:cNvPr>
          <p:cNvSpPr>
            <a:spLocks xmlns:a="http://schemas.openxmlformats.org/drawingml/2006/main" noGrp="1"/>
          </p:cNvSpPr>
          <p:nvPr/>
        </p:nvSpPr>
        <p:spPr>
          <a:xfrm xmlns:a="http://schemas.openxmlformats.org/drawingml/2006/main">
            <a:off x="572414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57" name="Google Shape;1657;p27">
            <a:extLst xmlns:a="http://schemas.openxmlformats.org/drawingml/2006/main">
              <a:ext uri="{FF2B5EF4-FFF2-40B4-BE49-F238E27FC236}">
                <a16:creationId xmlns:a16="http://schemas.microsoft.com/office/drawing/2014/main" id="{98ED5B23-D4A7-440E-A845-04A38EDBA1E5}"/>
              </a:ext>
            </a:extLst>
          </p:cNvPr>
          <p:cNvSpPr>
            <a:spLocks xmlns:a="http://schemas.openxmlformats.org/drawingml/2006/main" noGrp="1"/>
          </p:cNvSpPr>
          <p:nvPr/>
        </p:nvSpPr>
        <p:spPr>
          <a:xfrm xmlns:a="http://schemas.openxmlformats.org/drawingml/2006/main">
            <a:off x="7415784" y="2756916"/>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58" name="Google Shape;1658;p27">
            <a:extLst xmlns:a="http://schemas.openxmlformats.org/drawingml/2006/main">
              <a:ext uri="{FF2B5EF4-FFF2-40B4-BE49-F238E27FC236}">
                <a16:creationId xmlns:a16="http://schemas.microsoft.com/office/drawing/2014/main" id="{AA0EC3FE-B007-44E5-9165-EE4766EF7026}"/>
              </a:ext>
            </a:extLst>
          </p:cNvPr>
          <p:cNvSpPr>
            <a:spLocks xmlns:a="http://schemas.openxmlformats.org/drawingml/2006/main" noGrp="1"/>
          </p:cNvSpPr>
          <p:nvPr/>
        </p:nvSpPr>
        <p:spPr>
          <a:xfrm xmlns:a="http://schemas.openxmlformats.org/drawingml/2006/main">
            <a:off x="320040" y="3035808"/>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858" name="Google Shape;1659;p27"/>
          <p:cNvCxnSpPr/>
          <p:nvPr/>
        </p:nvCxnSpPr>
        <p:spPr>
          <a:xfrm xmlns:a="http://schemas.openxmlformats.org/drawingml/2006/main">
            <a:off x="320040" y="331470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60" name="Google Shape;1660;p27">
            <a:extLst xmlns:a="http://schemas.openxmlformats.org/drawingml/2006/main">
              <a:ext uri="{FF2B5EF4-FFF2-40B4-BE49-F238E27FC236}">
                <a16:creationId xmlns:a16="http://schemas.microsoft.com/office/drawing/2014/main" id="{93891AC5-D8A0-4B2A-A4C4-AB1A56044995}"/>
              </a:ext>
            </a:extLst>
          </p:cNvPr>
          <p:cNvSpPr>
            <a:spLocks xmlns:a="http://schemas.openxmlformats.org/drawingml/2006/main" noGrp="1"/>
          </p:cNvSpPr>
          <p:nvPr/>
        </p:nvSpPr>
        <p:spPr>
          <a:xfrm xmlns:a="http://schemas.openxmlformats.org/drawingml/2006/main">
            <a:off x="374904" y="3035808"/>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Complexity</a:t>
            </a:r>
            <a:endParaRPr sz="850" b="0" i="0" u="none" cap="none">
              <a:solidFill>
                <a:schemeClr val="dk1"/>
              </a:solidFill>
              <a:latin typeface="Arial"/>
              <a:ea typeface="Arial"/>
              <a:cs typeface="Arial"/>
            </a:endParaRPr>
          </a:p>
        </p:txBody>
      </p:sp>
      <p:sp>
        <p:nvSpPr>
          <p:cNvPr id="1661" name="Google Shape;1661;p27">
            <a:extLst xmlns:a="http://schemas.openxmlformats.org/drawingml/2006/main">
              <a:ext uri="{FF2B5EF4-FFF2-40B4-BE49-F238E27FC236}">
                <a16:creationId xmlns:a16="http://schemas.microsoft.com/office/drawing/2014/main" id="{4D4703A8-7C38-406A-8E7B-C80E52AFF281}"/>
              </a:ext>
            </a:extLst>
          </p:cNvPr>
          <p:cNvSpPr>
            <a:spLocks xmlns:a="http://schemas.openxmlformats.org/drawingml/2006/main" noGrp="1"/>
          </p:cNvSpPr>
          <p:nvPr/>
        </p:nvSpPr>
        <p:spPr>
          <a:xfrm xmlns:a="http://schemas.openxmlformats.org/drawingml/2006/main">
            <a:off x="2478024" y="3035808"/>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662" name="Google Shape;1662;p27">
            <a:extLst xmlns:a="http://schemas.openxmlformats.org/drawingml/2006/main">
              <a:ext uri="{FF2B5EF4-FFF2-40B4-BE49-F238E27FC236}">
                <a16:creationId xmlns:a16="http://schemas.microsoft.com/office/drawing/2014/main" id="{332CA005-3238-4CD7-A31E-9C51643A3242}"/>
              </a:ext>
            </a:extLst>
          </p:cNvPr>
          <p:cNvSpPr>
            <a:spLocks xmlns:a="http://schemas.openxmlformats.org/drawingml/2006/main" noGrp="1"/>
          </p:cNvSpPr>
          <p:nvPr/>
        </p:nvSpPr>
        <p:spPr>
          <a:xfrm xmlns:a="http://schemas.openxmlformats.org/drawingml/2006/main">
            <a:off x="403250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63" name="Google Shape;1663;p27">
            <a:extLst xmlns:a="http://schemas.openxmlformats.org/drawingml/2006/main">
              <a:ext uri="{FF2B5EF4-FFF2-40B4-BE49-F238E27FC236}">
                <a16:creationId xmlns:a16="http://schemas.microsoft.com/office/drawing/2014/main" id="{20FA626A-F4B3-4BB9-9F26-2211E06BE8E3}"/>
              </a:ext>
            </a:extLst>
          </p:cNvPr>
          <p:cNvSpPr>
            <a:spLocks xmlns:a="http://schemas.openxmlformats.org/drawingml/2006/main" noGrp="1"/>
          </p:cNvSpPr>
          <p:nvPr/>
        </p:nvSpPr>
        <p:spPr>
          <a:xfrm xmlns:a="http://schemas.openxmlformats.org/drawingml/2006/main">
            <a:off x="572414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64" name="Google Shape;1664;p27">
            <a:extLst xmlns:a="http://schemas.openxmlformats.org/drawingml/2006/main">
              <a:ext uri="{FF2B5EF4-FFF2-40B4-BE49-F238E27FC236}">
                <a16:creationId xmlns:a16="http://schemas.microsoft.com/office/drawing/2014/main" id="{205784F0-CFA7-4137-A1FD-90083096CB42}"/>
              </a:ext>
            </a:extLst>
          </p:cNvPr>
          <p:cNvSpPr>
            <a:spLocks xmlns:a="http://schemas.openxmlformats.org/drawingml/2006/main" noGrp="1"/>
          </p:cNvSpPr>
          <p:nvPr/>
        </p:nvSpPr>
        <p:spPr>
          <a:xfrm xmlns:a="http://schemas.openxmlformats.org/drawingml/2006/main">
            <a:off x="7415784" y="3035808"/>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864" name="Google Shape;1665;p27"/>
          <p:cNvCxnSpPr/>
          <p:nvPr/>
        </p:nvCxnSpPr>
        <p:spPr>
          <a:xfrm xmlns:a="http://schemas.openxmlformats.org/drawingml/2006/main">
            <a:off x="320040" y="35935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66" name="Google Shape;1666;p27">
            <a:extLst xmlns:a="http://schemas.openxmlformats.org/drawingml/2006/main">
              <a:ext uri="{FF2B5EF4-FFF2-40B4-BE49-F238E27FC236}">
                <a16:creationId xmlns:a16="http://schemas.microsoft.com/office/drawing/2014/main" id="{7684F97A-841A-4AA0-9325-84FD68A8DE60}"/>
              </a:ext>
            </a:extLst>
          </p:cNvPr>
          <p:cNvSpPr>
            <a:spLocks xmlns:a="http://schemas.openxmlformats.org/drawingml/2006/main" noGrp="1"/>
          </p:cNvSpPr>
          <p:nvPr/>
        </p:nvSpPr>
        <p:spPr>
          <a:xfrm xmlns:a="http://schemas.openxmlformats.org/drawingml/2006/main">
            <a:off x="374904" y="331470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Fits under low bar?</a:t>
            </a:r>
            <a:endParaRPr sz="850" b="0" i="0" u="none" cap="none">
              <a:solidFill>
                <a:schemeClr val="dk1"/>
              </a:solidFill>
              <a:latin typeface="Arial"/>
              <a:ea typeface="Arial"/>
              <a:cs typeface="Arial"/>
            </a:endParaRPr>
          </a:p>
        </p:txBody>
      </p:sp>
      <p:sp>
        <p:nvSpPr>
          <p:cNvPr id="1667" name="Google Shape;1667;p27">
            <a:extLst xmlns:a="http://schemas.openxmlformats.org/drawingml/2006/main">
              <a:ext uri="{FF2B5EF4-FFF2-40B4-BE49-F238E27FC236}">
                <a16:creationId xmlns:a16="http://schemas.microsoft.com/office/drawing/2014/main" id="{C24F8A61-7E59-4BE8-B6AB-2115A3C96DF2}"/>
              </a:ext>
            </a:extLst>
          </p:cNvPr>
          <p:cNvSpPr>
            <a:spLocks xmlns:a="http://schemas.openxmlformats.org/drawingml/2006/main" noGrp="1"/>
          </p:cNvSpPr>
          <p:nvPr/>
        </p:nvSpPr>
        <p:spPr>
          <a:xfrm xmlns:a="http://schemas.openxmlformats.org/drawingml/2006/main">
            <a:off x="2478024" y="331470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Y/N</a:t>
            </a:r>
            <a:endParaRPr sz="850" b="0" i="0" u="none" cap="none">
              <a:solidFill>
                <a:schemeClr val="dk1"/>
              </a:solidFill>
              <a:latin typeface="Arial"/>
              <a:ea typeface="Arial"/>
              <a:cs typeface="Arial"/>
            </a:endParaRPr>
          </a:p>
        </p:txBody>
      </p:sp>
      <p:sp>
        <p:nvSpPr>
          <p:cNvPr id="1668" name="Google Shape;1668;p27">
            <a:extLst xmlns:a="http://schemas.openxmlformats.org/drawingml/2006/main">
              <a:ext uri="{FF2B5EF4-FFF2-40B4-BE49-F238E27FC236}">
                <a16:creationId xmlns:a16="http://schemas.microsoft.com/office/drawing/2014/main" id="{FD3B7A18-9D09-4334-A450-3A7D82052151}"/>
              </a:ext>
            </a:extLst>
          </p:cNvPr>
          <p:cNvSpPr>
            <a:spLocks xmlns:a="http://schemas.openxmlformats.org/drawingml/2006/main" noGrp="1"/>
          </p:cNvSpPr>
          <p:nvPr/>
        </p:nvSpPr>
        <p:spPr>
          <a:xfrm xmlns:a="http://schemas.openxmlformats.org/drawingml/2006/main">
            <a:off x="403250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69" name="Google Shape;1669;p27">
            <a:extLst xmlns:a="http://schemas.openxmlformats.org/drawingml/2006/main">
              <a:ext uri="{FF2B5EF4-FFF2-40B4-BE49-F238E27FC236}">
                <a16:creationId xmlns:a16="http://schemas.microsoft.com/office/drawing/2014/main" id="{298F331A-2E08-422B-A7DD-5D709FB75D19}"/>
              </a:ext>
            </a:extLst>
          </p:cNvPr>
          <p:cNvSpPr>
            <a:spLocks xmlns:a="http://schemas.openxmlformats.org/drawingml/2006/main" noGrp="1"/>
          </p:cNvSpPr>
          <p:nvPr/>
        </p:nvSpPr>
        <p:spPr>
          <a:xfrm xmlns:a="http://schemas.openxmlformats.org/drawingml/2006/main">
            <a:off x="572414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70" name="Google Shape;1670;p27">
            <a:extLst xmlns:a="http://schemas.openxmlformats.org/drawingml/2006/main">
              <a:ext uri="{FF2B5EF4-FFF2-40B4-BE49-F238E27FC236}">
                <a16:creationId xmlns:a16="http://schemas.microsoft.com/office/drawing/2014/main" id="{6622DDEF-B90B-4696-8190-985E74491A83}"/>
              </a:ext>
            </a:extLst>
          </p:cNvPr>
          <p:cNvSpPr>
            <a:spLocks xmlns:a="http://schemas.openxmlformats.org/drawingml/2006/main" noGrp="1"/>
          </p:cNvSpPr>
          <p:nvPr/>
        </p:nvSpPr>
        <p:spPr>
          <a:xfrm xmlns:a="http://schemas.openxmlformats.org/drawingml/2006/main">
            <a:off x="7415784" y="331470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71" name="Google Shape;1671;p27">
            <a:extLst xmlns:a="http://schemas.openxmlformats.org/drawingml/2006/main">
              <a:ext uri="{FF2B5EF4-FFF2-40B4-BE49-F238E27FC236}">
                <a16:creationId xmlns:a16="http://schemas.microsoft.com/office/drawing/2014/main" id="{BFD81804-374C-42B7-8309-F415E2689341}"/>
              </a:ext>
            </a:extLst>
          </p:cNvPr>
          <p:cNvSpPr>
            <a:spLocks xmlns:a="http://schemas.openxmlformats.org/drawingml/2006/main" noGrp="1"/>
          </p:cNvSpPr>
          <p:nvPr/>
        </p:nvSpPr>
        <p:spPr>
          <a:xfrm xmlns:a="http://schemas.openxmlformats.org/drawingml/2006/main">
            <a:off x="320040" y="3593592"/>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871" name="Google Shape;1672;p27"/>
          <p:cNvCxnSpPr/>
          <p:nvPr/>
        </p:nvCxnSpPr>
        <p:spPr>
          <a:xfrm xmlns:a="http://schemas.openxmlformats.org/drawingml/2006/main">
            <a:off x="320040" y="38724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73" name="Google Shape;1673;p27">
            <a:extLst xmlns:a="http://schemas.openxmlformats.org/drawingml/2006/main">
              <a:ext uri="{FF2B5EF4-FFF2-40B4-BE49-F238E27FC236}">
                <a16:creationId xmlns:a16="http://schemas.microsoft.com/office/drawing/2014/main" id="{DB9BAB5D-C7B8-461C-AE5E-CE9A9DF045BF}"/>
              </a:ext>
            </a:extLst>
          </p:cNvPr>
          <p:cNvSpPr>
            <a:spLocks xmlns:a="http://schemas.openxmlformats.org/drawingml/2006/main" noGrp="1"/>
          </p:cNvSpPr>
          <p:nvPr/>
        </p:nvSpPr>
        <p:spPr>
          <a:xfrm xmlns:a="http://schemas.openxmlformats.org/drawingml/2006/main">
            <a:off x="374904" y="359359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 count</a:t>
            </a:r>
            <a:endParaRPr sz="850" b="0" i="0" u="none" cap="none">
              <a:solidFill>
                <a:schemeClr val="dk1"/>
              </a:solidFill>
              <a:latin typeface="Arial"/>
              <a:ea typeface="Arial"/>
              <a:cs typeface="Arial"/>
            </a:endParaRPr>
          </a:p>
        </p:txBody>
      </p:sp>
      <p:sp>
        <p:nvSpPr>
          <p:cNvPr id="1674" name="Google Shape;1674;p27">
            <a:extLst xmlns:a="http://schemas.openxmlformats.org/drawingml/2006/main">
              <a:ext uri="{FF2B5EF4-FFF2-40B4-BE49-F238E27FC236}">
                <a16:creationId xmlns:a16="http://schemas.microsoft.com/office/drawing/2014/main" id="{F7BAB828-F8E6-4F16-9AE6-139A315C02A0}"/>
              </a:ext>
            </a:extLst>
          </p:cNvPr>
          <p:cNvSpPr>
            <a:spLocks xmlns:a="http://schemas.openxmlformats.org/drawingml/2006/main" noGrp="1"/>
          </p:cNvSpPr>
          <p:nvPr/>
        </p:nvSpPr>
        <p:spPr>
          <a:xfrm xmlns:a="http://schemas.openxmlformats.org/drawingml/2006/main">
            <a:off x="2478024" y="359359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 motors</a:t>
            </a:r>
            <a:endParaRPr sz="850" b="0" i="0" u="none" cap="none">
              <a:solidFill>
                <a:schemeClr val="dk1"/>
              </a:solidFill>
              <a:latin typeface="Arial"/>
              <a:ea typeface="Arial"/>
              <a:cs typeface="Arial"/>
            </a:endParaRPr>
          </a:p>
        </p:txBody>
      </p:sp>
      <p:sp>
        <p:nvSpPr>
          <p:cNvPr id="1675" name="Google Shape;1675;p27">
            <a:extLst xmlns:a="http://schemas.openxmlformats.org/drawingml/2006/main">
              <a:ext uri="{FF2B5EF4-FFF2-40B4-BE49-F238E27FC236}">
                <a16:creationId xmlns:a16="http://schemas.microsoft.com/office/drawing/2014/main" id="{0930722C-6588-4650-B76A-89D5795A2390}"/>
              </a:ext>
            </a:extLst>
          </p:cNvPr>
          <p:cNvSpPr>
            <a:spLocks xmlns:a="http://schemas.openxmlformats.org/drawingml/2006/main" noGrp="1"/>
          </p:cNvSpPr>
          <p:nvPr/>
        </p:nvSpPr>
        <p:spPr>
          <a:xfrm xmlns:a="http://schemas.openxmlformats.org/drawingml/2006/main">
            <a:off x="403250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76" name="Google Shape;1676;p27">
            <a:extLst xmlns:a="http://schemas.openxmlformats.org/drawingml/2006/main">
              <a:ext uri="{FF2B5EF4-FFF2-40B4-BE49-F238E27FC236}">
                <a16:creationId xmlns:a16="http://schemas.microsoft.com/office/drawing/2014/main" id="{9AC71BE4-0EB8-466D-8B29-F6098D098C77}"/>
              </a:ext>
            </a:extLst>
          </p:cNvPr>
          <p:cNvSpPr>
            <a:spLocks xmlns:a="http://schemas.openxmlformats.org/drawingml/2006/main" noGrp="1"/>
          </p:cNvSpPr>
          <p:nvPr/>
        </p:nvSpPr>
        <p:spPr>
          <a:xfrm xmlns:a="http://schemas.openxmlformats.org/drawingml/2006/main">
            <a:off x="572414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77" name="Google Shape;1677;p27">
            <a:extLst xmlns:a="http://schemas.openxmlformats.org/drawingml/2006/main">
              <a:ext uri="{FF2B5EF4-FFF2-40B4-BE49-F238E27FC236}">
                <a16:creationId xmlns:a16="http://schemas.microsoft.com/office/drawing/2014/main" id="{C6A37B00-9E01-477B-99E5-97F030AC9D58}"/>
              </a:ext>
            </a:extLst>
          </p:cNvPr>
          <p:cNvSpPr>
            <a:spLocks xmlns:a="http://schemas.openxmlformats.org/drawingml/2006/main" noGrp="1"/>
          </p:cNvSpPr>
          <p:nvPr/>
        </p:nvSpPr>
        <p:spPr>
          <a:xfrm xmlns:a="http://schemas.openxmlformats.org/drawingml/2006/main">
            <a:off x="7415784" y="359359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877" name="Google Shape;1678;p27"/>
          <p:cNvCxnSpPr/>
          <p:nvPr/>
        </p:nvCxnSpPr>
        <p:spPr>
          <a:xfrm xmlns:a="http://schemas.openxmlformats.org/drawingml/2006/main">
            <a:off x="320040" y="41513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679" name="Google Shape;1679;p27">
            <a:extLst xmlns:a="http://schemas.openxmlformats.org/drawingml/2006/main">
              <a:ext uri="{FF2B5EF4-FFF2-40B4-BE49-F238E27FC236}">
                <a16:creationId xmlns:a16="http://schemas.microsoft.com/office/drawing/2014/main" id="{633AC205-413D-4090-9F28-A8C733360199}"/>
              </a:ext>
            </a:extLst>
          </p:cNvPr>
          <p:cNvSpPr>
            <a:spLocks xmlns:a="http://schemas.openxmlformats.org/drawingml/2006/main" noGrp="1"/>
          </p:cNvSpPr>
          <p:nvPr/>
        </p:nvSpPr>
        <p:spPr>
          <a:xfrm xmlns:a="http://schemas.openxmlformats.org/drawingml/2006/main">
            <a:off x="374904" y="387248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Build risk</a:t>
            </a:r>
            <a:endParaRPr sz="850" b="0" i="0" u="none" cap="none">
              <a:solidFill>
                <a:schemeClr val="dk1"/>
              </a:solidFill>
              <a:latin typeface="Arial"/>
              <a:ea typeface="Arial"/>
              <a:cs typeface="Arial"/>
            </a:endParaRPr>
          </a:p>
        </p:txBody>
      </p:sp>
      <p:sp>
        <p:nvSpPr>
          <p:cNvPr id="1680" name="Google Shape;1680;p27">
            <a:extLst xmlns:a="http://schemas.openxmlformats.org/drawingml/2006/main">
              <a:ext uri="{FF2B5EF4-FFF2-40B4-BE49-F238E27FC236}">
                <a16:creationId xmlns:a16="http://schemas.microsoft.com/office/drawing/2014/main" id="{C8F3131D-2595-4073-8A2A-6F896A972324}"/>
              </a:ext>
            </a:extLst>
          </p:cNvPr>
          <p:cNvSpPr>
            <a:spLocks xmlns:a="http://schemas.openxmlformats.org/drawingml/2006/main" noGrp="1"/>
          </p:cNvSpPr>
          <p:nvPr/>
        </p:nvSpPr>
        <p:spPr>
          <a:xfrm xmlns:a="http://schemas.openxmlformats.org/drawingml/2006/main">
            <a:off x="2478024" y="387248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681" name="Google Shape;1681;p27">
            <a:extLst xmlns:a="http://schemas.openxmlformats.org/drawingml/2006/main">
              <a:ext uri="{FF2B5EF4-FFF2-40B4-BE49-F238E27FC236}">
                <a16:creationId xmlns:a16="http://schemas.microsoft.com/office/drawing/2014/main" id="{B984499C-1FAC-4573-853A-387078903EE3}"/>
              </a:ext>
            </a:extLst>
          </p:cNvPr>
          <p:cNvSpPr>
            <a:spLocks xmlns:a="http://schemas.openxmlformats.org/drawingml/2006/main" noGrp="1"/>
          </p:cNvSpPr>
          <p:nvPr/>
        </p:nvSpPr>
        <p:spPr>
          <a:xfrm xmlns:a="http://schemas.openxmlformats.org/drawingml/2006/main">
            <a:off x="403250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82" name="Google Shape;1682;p27">
            <a:extLst xmlns:a="http://schemas.openxmlformats.org/drawingml/2006/main">
              <a:ext uri="{FF2B5EF4-FFF2-40B4-BE49-F238E27FC236}">
                <a16:creationId xmlns:a16="http://schemas.microsoft.com/office/drawing/2014/main" id="{DCAF3488-58FB-4D6F-9B06-DA3B86A6B601}"/>
              </a:ext>
            </a:extLst>
          </p:cNvPr>
          <p:cNvSpPr>
            <a:spLocks xmlns:a="http://schemas.openxmlformats.org/drawingml/2006/main" noGrp="1"/>
          </p:cNvSpPr>
          <p:nvPr/>
        </p:nvSpPr>
        <p:spPr>
          <a:xfrm xmlns:a="http://schemas.openxmlformats.org/drawingml/2006/main">
            <a:off x="572414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83" name="Google Shape;1683;p27">
            <a:extLst xmlns:a="http://schemas.openxmlformats.org/drawingml/2006/main">
              <a:ext uri="{FF2B5EF4-FFF2-40B4-BE49-F238E27FC236}">
                <a16:creationId xmlns:a16="http://schemas.microsoft.com/office/drawing/2014/main" id="{358EAF3C-08F2-4024-8ACA-F0402AB6C7C4}"/>
              </a:ext>
            </a:extLst>
          </p:cNvPr>
          <p:cNvSpPr>
            <a:spLocks xmlns:a="http://schemas.openxmlformats.org/drawingml/2006/main" noGrp="1"/>
          </p:cNvSpPr>
          <p:nvPr/>
        </p:nvSpPr>
        <p:spPr>
          <a:xfrm xmlns:a="http://schemas.openxmlformats.org/drawingml/2006/main">
            <a:off x="7415784" y="387248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684" name="Google Shape;1684;p27">
            <a:extLst xmlns:a="http://schemas.openxmlformats.org/drawingml/2006/main">
              <a:ext uri="{FF2B5EF4-FFF2-40B4-BE49-F238E27FC236}">
                <a16:creationId xmlns:a16="http://schemas.microsoft.com/office/drawing/2014/main" id="{9398906C-1E67-4D08-9382-64020AAC368D}"/>
              </a:ext>
            </a:extLst>
          </p:cNvPr>
          <p:cNvSpPr>
            <a:spLocks xmlns:a="http://schemas.openxmlformats.org/drawingml/2006/main" noGrp="1"/>
          </p:cNvSpPr>
          <p:nvPr/>
        </p:nvSpPr>
        <p:spPr>
          <a:xfrm xmlns:a="http://schemas.openxmlformats.org/drawingml/2006/main">
            <a:off x="320040" y="1682496"/>
            <a:ext cx="8503920" cy="2468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85" name="Google Shape;1685;p27">
            <a:extLst xmlns:a="http://schemas.openxmlformats.org/drawingml/2006/main">
              <a:ext uri="{FF2B5EF4-FFF2-40B4-BE49-F238E27FC236}">
                <a16:creationId xmlns:a16="http://schemas.microsoft.com/office/drawing/2014/main" id="{F13CFAE4-7B50-4ECB-AC29-948A385F53C0}"/>
              </a:ext>
            </a:extLst>
          </p:cNvPr>
          <p:cNvSpPr>
            <a:spLocks xmlns:a="http://schemas.openxmlformats.org/drawingml/2006/main" noGrp="1"/>
          </p:cNvSpPr>
          <p:nvPr/>
        </p:nvSpPr>
        <p:spPr>
          <a:xfrm xmlns:a="http://schemas.openxmlformats.org/drawingml/2006/main">
            <a:off x="320040" y="42793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COMPARISON ANALYSIS  —  which concept leads on which criteria, and why</a:t>
            </a:r>
            <a:endParaRPr sz="850" b="0" i="0" u="none" cap="none">
              <a:solidFill>
                <a:schemeClr val="dk1"/>
              </a:solidFill>
              <a:latin typeface="Arial"/>
              <a:ea typeface="Arial"/>
              <a:cs typeface="Arial"/>
            </a:endParaRPr>
          </a:p>
        </p:txBody>
      </p:sp>
      <p:sp>
        <p:nvSpPr>
          <p:cNvPr id="1686" name="Google Shape;1686;p27">
            <a:extLst xmlns:a="http://schemas.openxmlformats.org/drawingml/2006/main">
              <a:ext uri="{FF2B5EF4-FFF2-40B4-BE49-F238E27FC236}">
                <a16:creationId xmlns:a16="http://schemas.microsoft.com/office/drawing/2014/main" id="{704DDABB-1FA9-4530-95D9-FA68F9CBAD81}"/>
              </a:ext>
            </a:extLst>
          </p:cNvPr>
          <p:cNvSpPr>
            <a:spLocks xmlns:a="http://schemas.openxmlformats.org/drawingml/2006/main" noGrp="1"/>
          </p:cNvSpPr>
          <p:nvPr/>
        </p:nvSpPr>
        <p:spPr>
          <a:xfrm xmlns:a="http://schemas.openxmlformats.org/drawingml/2006/main">
            <a:off x="320040" y="4498848"/>
            <a:ext cx="8503920" cy="438912"/>
          </a:xfrm>
          <a:prstGeom xmlns:a="http://schemas.openxmlformats.org/drawingml/2006/main" prst="rect">
            <a:avLst/>
          </a:prstGeom>
          <a:solidFill xmlns:a="http://schemas.openxmlformats.org/drawingml/2006/main">
            <a:srgbClr val="FFFBEB"/>
          </a:solidFill>
          <a:ln xmlns:a="http://schemas.openxmlformats.org/drawingml/2006/main" w="9525"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87" name="Google Shape;1687;p27">
            <a:extLst xmlns:a="http://schemas.openxmlformats.org/drawingml/2006/main">
              <a:ext uri="{FF2B5EF4-FFF2-40B4-BE49-F238E27FC236}">
                <a16:creationId xmlns:a16="http://schemas.microsoft.com/office/drawing/2014/main" id="{78EA390F-8F1B-42EA-A568-9A75FB392638}"/>
              </a:ext>
            </a:extLst>
          </p:cNvPr>
          <p:cNvSpPr>
            <a:spLocks xmlns:a="http://schemas.openxmlformats.org/drawingml/2006/main" noGrp="1"/>
          </p:cNvSpPr>
          <p:nvPr/>
        </p:nvSpPr>
        <p:spPr>
          <a:xfrm xmlns:a="http://schemas.openxmlformats.org/drawingml/2006/main">
            <a:off x="457200" y="4498848"/>
            <a:ext cx="827532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[3–4 sentences. Identify the leader on each criterion. Name the tradeoffs. Note which concept is the emerging favorite for the decision matrix — and why.]</a:t>
            </a:r>
            <a:endParaRPr sz="950" b="0" i="0" u="none" cap="none">
              <a:solidFill>
                <a:schemeClr val="dk1"/>
              </a:solidFill>
              <a:latin typeface="Arial"/>
              <a:ea typeface="Arial"/>
              <a:cs typeface="Arial"/>
            </a:endParaRPr>
          </a:p>
        </p:txBody>
      </p:sp>
      <p:sp>
        <p:nvSpPr>
          <p:cNvPr id="1688" name="Google Shape;1688;p27">
            <a:extLst xmlns:a="http://schemas.openxmlformats.org/drawingml/2006/main">
              <a:ext uri="{FF2B5EF4-FFF2-40B4-BE49-F238E27FC236}">
                <a16:creationId xmlns:a16="http://schemas.microsoft.com/office/drawing/2014/main" id="{08A15BD5-3CDB-4E78-B3E9-0583B0079AB2}"/>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707a5e268373432c"/>
              </a:rPr>
              <a:t>mechanism-intakes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dbfc7b0df3904660"/>
              </a:rPr>
              <a:t>mechanism-lifts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50b84117f4e94410"/>
              </a:rPr>
              <a:t>decision-matrix</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16209860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694" name="Google Shape;1694;p28">
            <a:extLst xmlns:a="http://schemas.openxmlformats.org/drawingml/2006/main">
              <a:ext uri="{FF2B5EF4-FFF2-40B4-BE49-F238E27FC236}">
                <a16:creationId xmlns:a16="http://schemas.microsoft.com/office/drawing/2014/main" id="{982E217E-E3DA-49BA-AA4F-7BECB2D5BDF2}"/>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695" name="Google Shape;1695;p28">
            <a:extLst xmlns:a="http://schemas.openxmlformats.org/drawingml/2006/main">
              <a:ext uri="{FF2B5EF4-FFF2-40B4-BE49-F238E27FC236}">
                <a16:creationId xmlns:a16="http://schemas.microsoft.com/office/drawing/2014/main" id="{D041A9FF-22C9-406C-854D-7E19D304D165}"/>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SCORING COMPARISON</a:t>
            </a:r>
            <a:endParaRPr sz="1050" b="0" i="0" u="none" cap="none">
              <a:solidFill>
                <a:schemeClr val="dk1"/>
              </a:solidFill>
              <a:latin typeface="Arial"/>
              <a:ea typeface="Arial"/>
              <a:cs typeface="Arial"/>
            </a:endParaRPr>
          </a:p>
        </p:txBody>
      </p:sp>
      <p:sp>
        <p:nvSpPr>
          <p:cNvPr id="1696" name="Google Shape;1696;p28">
            <a:extLst xmlns:a="http://schemas.openxmlformats.org/drawingml/2006/main">
              <a:ext uri="{FF2B5EF4-FFF2-40B4-BE49-F238E27FC236}">
                <a16:creationId xmlns:a16="http://schemas.microsoft.com/office/drawing/2014/main" id="{77B07507-A7B8-4C57-97E1-4EC2C8539232}"/>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697" name="Google Shape;1697;p28">
            <a:extLst xmlns:a="http://schemas.openxmlformats.org/drawingml/2006/main">
              <a:ext uri="{FF2B5EF4-FFF2-40B4-BE49-F238E27FC236}">
                <a16:creationId xmlns:a16="http://schemas.microsoft.com/office/drawing/2014/main" id="{9CFCFC4D-3360-4ADB-8FED-31D4D8C1C83A}"/>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Subsystem Comparison — Scoring</a:t>
            </a:r>
            <a:endParaRPr sz="2200" b="0" i="0" u="none" cap="none">
              <a:solidFill>
                <a:schemeClr val="dk1"/>
              </a:solidFill>
              <a:latin typeface="Arial"/>
              <a:ea typeface="Arial"/>
              <a:cs typeface="Arial"/>
            </a:endParaRPr>
          </a:p>
        </p:txBody>
      </p:sp>
      <p:sp>
        <p:nvSpPr>
          <p:cNvPr id="1698" name="Google Shape;1698;p28">
            <a:extLst xmlns:a="http://schemas.openxmlformats.org/drawingml/2006/main">
              <a:ext uri="{FF2B5EF4-FFF2-40B4-BE49-F238E27FC236}">
                <a16:creationId xmlns:a16="http://schemas.microsoft.com/office/drawing/2014/main" id="{FF0B2E48-F0A2-4899-9CDB-C4A3695A35F6}"/>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699" name="Google Shape;1699;p28">
            <a:extLst xmlns:a="http://schemas.openxmlformats.org/drawingml/2006/main">
              <a:ext uri="{FF2B5EF4-FFF2-40B4-BE49-F238E27FC236}">
                <a16:creationId xmlns:a16="http://schemas.microsoft.com/office/drawing/2014/main" id="{F1A4019D-3328-47F3-A79A-327341B808B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00" name="Google Shape;1700;p28">
            <a:extLst xmlns:a="http://schemas.openxmlformats.org/drawingml/2006/main">
              <a:ext uri="{FF2B5EF4-FFF2-40B4-BE49-F238E27FC236}">
                <a16:creationId xmlns:a16="http://schemas.microsoft.com/office/drawing/2014/main" id="{F0532235-D026-4292-910B-C48270ADCEC6}"/>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26 / 61</a:t>
            </a:r>
            <a:endParaRPr sz="900" b="0" i="0" u="none" cap="none">
              <a:solidFill>
                <a:schemeClr val="dk1"/>
              </a:solidFill>
              <a:latin typeface="Arial"/>
              <a:ea typeface="Arial"/>
              <a:cs typeface="Arial"/>
            </a:endParaRPr>
          </a:p>
        </p:txBody>
      </p:sp>
      <p:sp>
        <p:nvSpPr>
          <p:cNvPr id="1701" name="Google Shape;1701;p28">
            <a:extLst xmlns:a="http://schemas.openxmlformats.org/drawingml/2006/main">
              <a:ext uri="{FF2B5EF4-FFF2-40B4-BE49-F238E27FC236}">
                <a16:creationId xmlns:a16="http://schemas.microsoft.com/office/drawing/2014/main" id="{901981BA-8CEF-4CFB-885C-111403349467}"/>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702" name="Google Shape;1702;p28">
            <a:extLst xmlns:a="http://schemas.openxmlformats.org/drawingml/2006/main">
              <a:ext uri="{FF2B5EF4-FFF2-40B4-BE49-F238E27FC236}">
                <a16:creationId xmlns:a16="http://schemas.microsoft.com/office/drawing/2014/main" id="{A88CBD57-EAF0-4046-9884-0240898F386B}"/>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Side-by-side numeric comparison of 3 scoring concepts. This feeds the decision matrix in the Select phase. Sketches of each concept are on the next slide.</a:t>
            </a:r>
            <a:endParaRPr sz="1000" b="0" i="0" u="none" cap="none">
              <a:solidFill>
                <a:schemeClr val="dk1"/>
              </a:solidFill>
              <a:latin typeface="Arial"/>
              <a:ea typeface="Arial"/>
              <a:cs typeface="Arial"/>
            </a:endParaRPr>
          </a:p>
        </p:txBody>
      </p:sp>
      <p:sp>
        <p:nvSpPr>
          <p:cNvPr id="1703" name="Google Shape;1703;p28">
            <a:extLst xmlns:a="http://schemas.openxmlformats.org/drawingml/2006/main">
              <a:ext uri="{FF2B5EF4-FFF2-40B4-BE49-F238E27FC236}">
                <a16:creationId xmlns:a16="http://schemas.microsoft.com/office/drawing/2014/main" id="{F0CEC620-83A8-462E-9674-B5BD6D1DEBAF}"/>
              </a:ext>
            </a:extLst>
          </p:cNvPr>
          <p:cNvSpPr>
            <a:spLocks xmlns:a="http://schemas.openxmlformats.org/drawingml/2006/main" noGrp="1"/>
          </p:cNvSpPr>
          <p:nvPr/>
        </p:nvSpPr>
        <p:spPr>
          <a:xfrm xmlns:a="http://schemas.openxmlformats.org/drawingml/2006/main">
            <a:off x="320040" y="146304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SCORING  ·  3 CONCEPTS COMPARED</a:t>
            </a:r>
            <a:endParaRPr sz="850" b="0" i="0" u="none" cap="none">
              <a:solidFill>
                <a:schemeClr val="dk1"/>
              </a:solidFill>
              <a:latin typeface="Arial"/>
              <a:ea typeface="Arial"/>
              <a:cs typeface="Arial"/>
            </a:endParaRPr>
          </a:p>
        </p:txBody>
      </p:sp>
      <p:sp>
        <p:nvSpPr>
          <p:cNvPr id="1704" name="Google Shape;1704;p28">
            <a:extLst xmlns:a="http://schemas.openxmlformats.org/drawingml/2006/main">
              <a:ext uri="{FF2B5EF4-FFF2-40B4-BE49-F238E27FC236}">
                <a16:creationId xmlns:a16="http://schemas.microsoft.com/office/drawing/2014/main" id="{774C5326-218D-4C95-A6D1-319BE9E9BA5B}"/>
              </a:ext>
            </a:extLst>
          </p:cNvPr>
          <p:cNvSpPr>
            <a:spLocks xmlns:a="http://schemas.openxmlformats.org/drawingml/2006/main" noGrp="1"/>
          </p:cNvSpPr>
          <p:nvPr/>
        </p:nvSpPr>
        <p:spPr>
          <a:xfrm xmlns:a="http://schemas.openxmlformats.org/drawingml/2006/main">
            <a:off x="320040" y="1682496"/>
            <a:ext cx="8503920" cy="237744"/>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05" name="Google Shape;1705;p28">
            <a:extLst xmlns:a="http://schemas.openxmlformats.org/drawingml/2006/main">
              <a:ext uri="{FF2B5EF4-FFF2-40B4-BE49-F238E27FC236}">
                <a16:creationId xmlns:a16="http://schemas.microsoft.com/office/drawing/2014/main" id="{11EEBFF7-74A2-4765-B725-EF155B063BB2}"/>
              </a:ext>
            </a:extLst>
          </p:cNvPr>
          <p:cNvSpPr>
            <a:spLocks xmlns:a="http://schemas.openxmlformats.org/drawingml/2006/main" noGrp="1"/>
          </p:cNvSpPr>
          <p:nvPr/>
        </p:nvSpPr>
        <p:spPr>
          <a:xfrm xmlns:a="http://schemas.openxmlformats.org/drawingml/2006/main">
            <a:off x="374904" y="1682496"/>
            <a:ext cx="20482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Criterion</a:t>
            </a:r>
            <a:endParaRPr sz="900" b="0" i="0" u="none" cap="none">
              <a:solidFill>
                <a:schemeClr val="dk1"/>
              </a:solidFill>
              <a:latin typeface="Arial"/>
              <a:ea typeface="Arial"/>
              <a:cs typeface="Arial"/>
            </a:endParaRPr>
          </a:p>
        </p:txBody>
      </p:sp>
      <p:sp>
        <p:nvSpPr>
          <p:cNvPr id="1706" name="Google Shape;1706;p28">
            <a:extLst xmlns:a="http://schemas.openxmlformats.org/drawingml/2006/main">
              <a:ext uri="{FF2B5EF4-FFF2-40B4-BE49-F238E27FC236}">
                <a16:creationId xmlns:a16="http://schemas.microsoft.com/office/drawing/2014/main" id="{DB3B9DC1-EE1C-40BC-B0DD-D437EDE2EB24}"/>
              </a:ext>
            </a:extLst>
          </p:cNvPr>
          <p:cNvSpPr>
            <a:spLocks xmlns:a="http://schemas.openxmlformats.org/drawingml/2006/main" noGrp="1"/>
          </p:cNvSpPr>
          <p:nvPr/>
        </p:nvSpPr>
        <p:spPr>
          <a:xfrm xmlns:a="http://schemas.openxmlformats.org/drawingml/2006/main">
            <a:off x="2478024" y="1682496"/>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Unit / Scale</a:t>
            </a:r>
            <a:endParaRPr sz="900" b="0" i="0" u="none" cap="none">
              <a:solidFill>
                <a:schemeClr val="dk1"/>
              </a:solidFill>
              <a:latin typeface="Arial"/>
              <a:ea typeface="Arial"/>
              <a:cs typeface="Arial"/>
            </a:endParaRPr>
          </a:p>
        </p:txBody>
      </p:sp>
      <p:sp>
        <p:nvSpPr>
          <p:cNvPr id="1707" name="Google Shape;1707;p28">
            <a:extLst xmlns:a="http://schemas.openxmlformats.org/drawingml/2006/main">
              <a:ext uri="{FF2B5EF4-FFF2-40B4-BE49-F238E27FC236}">
                <a16:creationId xmlns:a16="http://schemas.microsoft.com/office/drawing/2014/main" id="{78295C3B-328F-4344-8B5E-6D32B01E2516}"/>
              </a:ext>
            </a:extLst>
          </p:cNvPr>
          <p:cNvSpPr>
            <a:spLocks xmlns:a="http://schemas.openxmlformats.org/drawingml/2006/main" noGrp="1"/>
          </p:cNvSpPr>
          <p:nvPr/>
        </p:nvSpPr>
        <p:spPr>
          <a:xfrm xmlns:a="http://schemas.openxmlformats.org/drawingml/2006/main">
            <a:off x="403250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1 name]</a:t>
            </a:r>
            <a:endParaRPr sz="900" b="0" i="0" u="none" cap="none">
              <a:solidFill>
                <a:schemeClr val="dk1"/>
              </a:solidFill>
              <a:latin typeface="Arial"/>
              <a:ea typeface="Arial"/>
              <a:cs typeface="Arial"/>
            </a:endParaRPr>
          </a:p>
        </p:txBody>
      </p:sp>
      <p:sp>
        <p:nvSpPr>
          <p:cNvPr id="1708" name="Google Shape;1708;p28">
            <a:extLst xmlns:a="http://schemas.openxmlformats.org/drawingml/2006/main">
              <a:ext uri="{FF2B5EF4-FFF2-40B4-BE49-F238E27FC236}">
                <a16:creationId xmlns:a16="http://schemas.microsoft.com/office/drawing/2014/main" id="{CE59762C-B7C0-4D5C-B652-EF46C1F710A0}"/>
              </a:ext>
            </a:extLst>
          </p:cNvPr>
          <p:cNvSpPr>
            <a:spLocks xmlns:a="http://schemas.openxmlformats.org/drawingml/2006/main" noGrp="1"/>
          </p:cNvSpPr>
          <p:nvPr/>
        </p:nvSpPr>
        <p:spPr>
          <a:xfrm xmlns:a="http://schemas.openxmlformats.org/drawingml/2006/main">
            <a:off x="572414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2 name]</a:t>
            </a:r>
            <a:endParaRPr sz="900" b="0" i="0" u="none" cap="none">
              <a:solidFill>
                <a:schemeClr val="dk1"/>
              </a:solidFill>
              <a:latin typeface="Arial"/>
              <a:ea typeface="Arial"/>
              <a:cs typeface="Arial"/>
            </a:endParaRPr>
          </a:p>
        </p:txBody>
      </p:sp>
      <p:sp>
        <p:nvSpPr>
          <p:cNvPr id="1709" name="Google Shape;1709;p28">
            <a:extLst xmlns:a="http://schemas.openxmlformats.org/drawingml/2006/main">
              <a:ext uri="{FF2B5EF4-FFF2-40B4-BE49-F238E27FC236}">
                <a16:creationId xmlns:a16="http://schemas.microsoft.com/office/drawing/2014/main" id="{87AFD774-9C47-4EE5-A2E9-0A0C00DD86D2}"/>
              </a:ext>
            </a:extLst>
          </p:cNvPr>
          <p:cNvSpPr>
            <a:spLocks xmlns:a="http://schemas.openxmlformats.org/drawingml/2006/main" noGrp="1"/>
          </p:cNvSpPr>
          <p:nvPr/>
        </p:nvSpPr>
        <p:spPr>
          <a:xfrm xmlns:a="http://schemas.openxmlformats.org/drawingml/2006/main">
            <a:off x="7415784" y="1682496"/>
            <a:ext cx="13624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3 name]</a:t>
            </a:r>
            <a:endParaRPr sz="900" b="0" i="0" u="none" cap="none">
              <a:solidFill>
                <a:schemeClr val="dk1"/>
              </a:solidFill>
              <a:latin typeface="Arial"/>
              <a:ea typeface="Arial"/>
              <a:cs typeface="Arial"/>
            </a:endParaRPr>
          </a:p>
        </p:txBody>
      </p:sp>
      <p:sp>
        <p:nvSpPr>
          <p:cNvPr id="1710" name="Google Shape;1710;p28">
            <a:extLst xmlns:a="http://schemas.openxmlformats.org/drawingml/2006/main">
              <a:ext uri="{FF2B5EF4-FFF2-40B4-BE49-F238E27FC236}">
                <a16:creationId xmlns:a16="http://schemas.microsoft.com/office/drawing/2014/main" id="{6C642E5E-8FC1-4D04-B92D-EE161FC9C130}"/>
              </a:ext>
            </a:extLst>
          </p:cNvPr>
          <p:cNvSpPr>
            <a:spLocks xmlns:a="http://schemas.openxmlformats.org/drawingml/2006/main" noGrp="1"/>
          </p:cNvSpPr>
          <p:nvPr/>
        </p:nvSpPr>
        <p:spPr>
          <a:xfrm xmlns:a="http://schemas.openxmlformats.org/drawingml/2006/main">
            <a:off x="320040" y="1920240"/>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910" name="Google Shape;1711;p28"/>
          <p:cNvCxnSpPr/>
          <p:nvPr/>
        </p:nvCxnSpPr>
        <p:spPr>
          <a:xfrm xmlns:a="http://schemas.openxmlformats.org/drawingml/2006/main">
            <a:off x="320040" y="219913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12" name="Google Shape;1712;p28">
            <a:extLst xmlns:a="http://schemas.openxmlformats.org/drawingml/2006/main">
              <a:ext uri="{FF2B5EF4-FFF2-40B4-BE49-F238E27FC236}">
                <a16:creationId xmlns:a16="http://schemas.microsoft.com/office/drawing/2014/main" id="{1243B9B2-76D7-4A3B-8B56-DC9EBA562062}"/>
              </a:ext>
            </a:extLst>
          </p:cNvPr>
          <p:cNvSpPr>
            <a:spLocks xmlns:a="http://schemas.openxmlformats.org/drawingml/2006/main" noGrp="1"/>
          </p:cNvSpPr>
          <p:nvPr/>
        </p:nvSpPr>
        <p:spPr>
          <a:xfrm xmlns:a="http://schemas.openxmlformats.org/drawingml/2006/main">
            <a:off x="374904" y="192024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Time per score</a:t>
            </a:r>
            <a:endParaRPr sz="850" b="0" i="0" u="none" cap="none">
              <a:solidFill>
                <a:schemeClr val="dk1"/>
              </a:solidFill>
              <a:latin typeface="Arial"/>
              <a:ea typeface="Arial"/>
              <a:cs typeface="Arial"/>
            </a:endParaRPr>
          </a:p>
        </p:txBody>
      </p:sp>
      <p:sp>
        <p:nvSpPr>
          <p:cNvPr id="1713" name="Google Shape;1713;p28">
            <a:extLst xmlns:a="http://schemas.openxmlformats.org/drawingml/2006/main">
              <a:ext uri="{FF2B5EF4-FFF2-40B4-BE49-F238E27FC236}">
                <a16:creationId xmlns:a16="http://schemas.microsoft.com/office/drawing/2014/main" id="{D9248018-FCE5-4AA5-8EC5-407A8315C1EA}"/>
              </a:ext>
            </a:extLst>
          </p:cNvPr>
          <p:cNvSpPr>
            <a:spLocks xmlns:a="http://schemas.openxmlformats.org/drawingml/2006/main" noGrp="1"/>
          </p:cNvSpPr>
          <p:nvPr/>
        </p:nvSpPr>
        <p:spPr>
          <a:xfrm xmlns:a="http://schemas.openxmlformats.org/drawingml/2006/main">
            <a:off x="2478024" y="192024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seconds</a:t>
            </a:r>
            <a:endParaRPr sz="850" b="0" i="0" u="none" cap="none">
              <a:solidFill>
                <a:schemeClr val="dk1"/>
              </a:solidFill>
              <a:latin typeface="Arial"/>
              <a:ea typeface="Arial"/>
              <a:cs typeface="Arial"/>
            </a:endParaRPr>
          </a:p>
        </p:txBody>
      </p:sp>
      <p:sp>
        <p:nvSpPr>
          <p:cNvPr id="1714" name="Google Shape;1714;p28">
            <a:extLst xmlns:a="http://schemas.openxmlformats.org/drawingml/2006/main">
              <a:ext uri="{FF2B5EF4-FFF2-40B4-BE49-F238E27FC236}">
                <a16:creationId xmlns:a16="http://schemas.microsoft.com/office/drawing/2014/main" id="{406EE3C7-DE47-490A-AD24-BF5A655F54D2}"/>
              </a:ext>
            </a:extLst>
          </p:cNvPr>
          <p:cNvSpPr>
            <a:spLocks xmlns:a="http://schemas.openxmlformats.org/drawingml/2006/main" noGrp="1"/>
          </p:cNvSpPr>
          <p:nvPr/>
        </p:nvSpPr>
        <p:spPr>
          <a:xfrm xmlns:a="http://schemas.openxmlformats.org/drawingml/2006/main">
            <a:off x="403250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15" name="Google Shape;1715;p28">
            <a:extLst xmlns:a="http://schemas.openxmlformats.org/drawingml/2006/main">
              <a:ext uri="{FF2B5EF4-FFF2-40B4-BE49-F238E27FC236}">
                <a16:creationId xmlns:a16="http://schemas.microsoft.com/office/drawing/2014/main" id="{EF8A6177-653C-4778-8BAF-5434AB2C01EB}"/>
              </a:ext>
            </a:extLst>
          </p:cNvPr>
          <p:cNvSpPr>
            <a:spLocks xmlns:a="http://schemas.openxmlformats.org/drawingml/2006/main" noGrp="1"/>
          </p:cNvSpPr>
          <p:nvPr/>
        </p:nvSpPr>
        <p:spPr>
          <a:xfrm xmlns:a="http://schemas.openxmlformats.org/drawingml/2006/main">
            <a:off x="572414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16" name="Google Shape;1716;p28">
            <a:extLst xmlns:a="http://schemas.openxmlformats.org/drawingml/2006/main">
              <a:ext uri="{FF2B5EF4-FFF2-40B4-BE49-F238E27FC236}">
                <a16:creationId xmlns:a16="http://schemas.microsoft.com/office/drawing/2014/main" id="{D68A58A5-20F3-4B1F-93C0-A9E4480D41CD}"/>
              </a:ext>
            </a:extLst>
          </p:cNvPr>
          <p:cNvSpPr>
            <a:spLocks xmlns:a="http://schemas.openxmlformats.org/drawingml/2006/main" noGrp="1"/>
          </p:cNvSpPr>
          <p:nvPr/>
        </p:nvSpPr>
        <p:spPr>
          <a:xfrm xmlns:a="http://schemas.openxmlformats.org/drawingml/2006/main">
            <a:off x="7415784" y="192024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916" name="Google Shape;1717;p28"/>
          <p:cNvCxnSpPr/>
          <p:nvPr/>
        </p:nvCxnSpPr>
        <p:spPr>
          <a:xfrm xmlns:a="http://schemas.openxmlformats.org/drawingml/2006/main">
            <a:off x="320040" y="247802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18" name="Google Shape;1718;p28">
            <a:extLst xmlns:a="http://schemas.openxmlformats.org/drawingml/2006/main">
              <a:ext uri="{FF2B5EF4-FFF2-40B4-BE49-F238E27FC236}">
                <a16:creationId xmlns:a16="http://schemas.microsoft.com/office/drawing/2014/main" id="{73520A5F-1953-4155-A47C-6EBCAAE73F7E}"/>
              </a:ext>
            </a:extLst>
          </p:cNvPr>
          <p:cNvSpPr>
            <a:spLocks xmlns:a="http://schemas.openxmlformats.org/drawingml/2006/main" noGrp="1"/>
          </p:cNvSpPr>
          <p:nvPr/>
        </p:nvSpPr>
        <p:spPr>
          <a:xfrm xmlns:a="http://schemas.openxmlformats.org/drawingml/2006/main">
            <a:off x="374904" y="219913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Max scoring height</a:t>
            </a:r>
            <a:endParaRPr sz="850" b="0" i="0" u="none" cap="none">
              <a:solidFill>
                <a:schemeClr val="dk1"/>
              </a:solidFill>
              <a:latin typeface="Arial"/>
              <a:ea typeface="Arial"/>
              <a:cs typeface="Arial"/>
            </a:endParaRPr>
          </a:p>
        </p:txBody>
      </p:sp>
      <p:sp>
        <p:nvSpPr>
          <p:cNvPr id="1719" name="Google Shape;1719;p28">
            <a:extLst xmlns:a="http://schemas.openxmlformats.org/drawingml/2006/main">
              <a:ext uri="{FF2B5EF4-FFF2-40B4-BE49-F238E27FC236}">
                <a16:creationId xmlns:a16="http://schemas.microsoft.com/office/drawing/2014/main" id="{1145A8E1-E7A8-49DE-A11A-B18454BA018C}"/>
              </a:ext>
            </a:extLst>
          </p:cNvPr>
          <p:cNvSpPr>
            <a:spLocks xmlns:a="http://schemas.openxmlformats.org/drawingml/2006/main" noGrp="1"/>
          </p:cNvSpPr>
          <p:nvPr/>
        </p:nvSpPr>
        <p:spPr>
          <a:xfrm xmlns:a="http://schemas.openxmlformats.org/drawingml/2006/main">
            <a:off x="2478024" y="219913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in</a:t>
            </a:r>
            <a:endParaRPr sz="850" b="0" i="0" u="none" cap="none">
              <a:solidFill>
                <a:schemeClr val="dk1"/>
              </a:solidFill>
              <a:latin typeface="Arial"/>
              <a:ea typeface="Arial"/>
              <a:cs typeface="Arial"/>
            </a:endParaRPr>
          </a:p>
        </p:txBody>
      </p:sp>
      <p:sp>
        <p:nvSpPr>
          <p:cNvPr id="1720" name="Google Shape;1720;p28">
            <a:extLst xmlns:a="http://schemas.openxmlformats.org/drawingml/2006/main">
              <a:ext uri="{FF2B5EF4-FFF2-40B4-BE49-F238E27FC236}">
                <a16:creationId xmlns:a16="http://schemas.microsoft.com/office/drawing/2014/main" id="{2BD6C142-4D8F-4C4A-ABB9-C5DDDDDD9B07}"/>
              </a:ext>
            </a:extLst>
          </p:cNvPr>
          <p:cNvSpPr>
            <a:spLocks xmlns:a="http://schemas.openxmlformats.org/drawingml/2006/main" noGrp="1"/>
          </p:cNvSpPr>
          <p:nvPr/>
        </p:nvSpPr>
        <p:spPr>
          <a:xfrm xmlns:a="http://schemas.openxmlformats.org/drawingml/2006/main">
            <a:off x="403250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21" name="Google Shape;1721;p28">
            <a:extLst xmlns:a="http://schemas.openxmlformats.org/drawingml/2006/main">
              <a:ext uri="{FF2B5EF4-FFF2-40B4-BE49-F238E27FC236}">
                <a16:creationId xmlns:a16="http://schemas.microsoft.com/office/drawing/2014/main" id="{53D56BE0-7787-4CA6-9838-B0B97E0EEC51}"/>
              </a:ext>
            </a:extLst>
          </p:cNvPr>
          <p:cNvSpPr>
            <a:spLocks xmlns:a="http://schemas.openxmlformats.org/drawingml/2006/main" noGrp="1"/>
          </p:cNvSpPr>
          <p:nvPr/>
        </p:nvSpPr>
        <p:spPr>
          <a:xfrm xmlns:a="http://schemas.openxmlformats.org/drawingml/2006/main">
            <a:off x="572414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22" name="Google Shape;1722;p28">
            <a:extLst xmlns:a="http://schemas.openxmlformats.org/drawingml/2006/main">
              <a:ext uri="{FF2B5EF4-FFF2-40B4-BE49-F238E27FC236}">
                <a16:creationId xmlns:a16="http://schemas.microsoft.com/office/drawing/2014/main" id="{EE9DAAE0-A516-4B14-88DD-6E19ACFD4274}"/>
              </a:ext>
            </a:extLst>
          </p:cNvPr>
          <p:cNvSpPr>
            <a:spLocks xmlns:a="http://schemas.openxmlformats.org/drawingml/2006/main" noGrp="1"/>
          </p:cNvSpPr>
          <p:nvPr/>
        </p:nvSpPr>
        <p:spPr>
          <a:xfrm xmlns:a="http://schemas.openxmlformats.org/drawingml/2006/main">
            <a:off x="7415784" y="219913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23" name="Google Shape;1723;p28">
            <a:extLst xmlns:a="http://schemas.openxmlformats.org/drawingml/2006/main">
              <a:ext uri="{FF2B5EF4-FFF2-40B4-BE49-F238E27FC236}">
                <a16:creationId xmlns:a16="http://schemas.microsoft.com/office/drawing/2014/main" id="{FB79EFE7-3F20-47F8-A339-96BCC58B09EF}"/>
              </a:ext>
            </a:extLst>
          </p:cNvPr>
          <p:cNvSpPr>
            <a:spLocks xmlns:a="http://schemas.openxmlformats.org/drawingml/2006/main" noGrp="1"/>
          </p:cNvSpPr>
          <p:nvPr/>
        </p:nvSpPr>
        <p:spPr>
          <a:xfrm xmlns:a="http://schemas.openxmlformats.org/drawingml/2006/main">
            <a:off x="320040" y="2478024"/>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923" name="Google Shape;1724;p28"/>
          <p:cNvCxnSpPr/>
          <p:nvPr/>
        </p:nvCxnSpPr>
        <p:spPr>
          <a:xfrm xmlns:a="http://schemas.openxmlformats.org/drawingml/2006/main">
            <a:off x="320040" y="27569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25" name="Google Shape;1725;p28">
            <a:extLst xmlns:a="http://schemas.openxmlformats.org/drawingml/2006/main">
              <a:ext uri="{FF2B5EF4-FFF2-40B4-BE49-F238E27FC236}">
                <a16:creationId xmlns:a16="http://schemas.microsoft.com/office/drawing/2014/main" id="{46FED651-925B-4E9F-9F76-86446094E3C0}"/>
              </a:ext>
            </a:extLst>
          </p:cNvPr>
          <p:cNvSpPr>
            <a:spLocks xmlns:a="http://schemas.openxmlformats.org/drawingml/2006/main" noGrp="1"/>
          </p:cNvSpPr>
          <p:nvPr/>
        </p:nvSpPr>
        <p:spPr>
          <a:xfrm xmlns:a="http://schemas.openxmlformats.org/drawingml/2006/main">
            <a:off x="374904" y="247802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Reach range</a:t>
            </a:r>
            <a:endParaRPr sz="850" b="0" i="0" u="none" cap="none">
              <a:solidFill>
                <a:schemeClr val="dk1"/>
              </a:solidFill>
              <a:latin typeface="Arial"/>
              <a:ea typeface="Arial"/>
              <a:cs typeface="Arial"/>
            </a:endParaRPr>
          </a:p>
        </p:txBody>
      </p:sp>
      <p:sp>
        <p:nvSpPr>
          <p:cNvPr id="1726" name="Google Shape;1726;p28">
            <a:extLst xmlns:a="http://schemas.openxmlformats.org/drawingml/2006/main">
              <a:ext uri="{FF2B5EF4-FFF2-40B4-BE49-F238E27FC236}">
                <a16:creationId xmlns:a16="http://schemas.microsoft.com/office/drawing/2014/main" id="{8C2B80B4-15F9-4628-8C17-DC25461A6B5F}"/>
              </a:ext>
            </a:extLst>
          </p:cNvPr>
          <p:cNvSpPr>
            <a:spLocks xmlns:a="http://schemas.openxmlformats.org/drawingml/2006/main" noGrp="1"/>
          </p:cNvSpPr>
          <p:nvPr/>
        </p:nvSpPr>
        <p:spPr>
          <a:xfrm xmlns:a="http://schemas.openxmlformats.org/drawingml/2006/main">
            <a:off x="2478024" y="247802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in</a:t>
            </a:r>
            <a:endParaRPr sz="850" b="0" i="0" u="none" cap="none">
              <a:solidFill>
                <a:schemeClr val="dk1"/>
              </a:solidFill>
              <a:latin typeface="Arial"/>
              <a:ea typeface="Arial"/>
              <a:cs typeface="Arial"/>
            </a:endParaRPr>
          </a:p>
        </p:txBody>
      </p:sp>
      <p:sp>
        <p:nvSpPr>
          <p:cNvPr id="1727" name="Google Shape;1727;p28">
            <a:extLst xmlns:a="http://schemas.openxmlformats.org/drawingml/2006/main">
              <a:ext uri="{FF2B5EF4-FFF2-40B4-BE49-F238E27FC236}">
                <a16:creationId xmlns:a16="http://schemas.microsoft.com/office/drawing/2014/main" id="{75144813-04EB-4C7B-AFE3-2A0B1C2B3DA6}"/>
              </a:ext>
            </a:extLst>
          </p:cNvPr>
          <p:cNvSpPr>
            <a:spLocks xmlns:a="http://schemas.openxmlformats.org/drawingml/2006/main" noGrp="1"/>
          </p:cNvSpPr>
          <p:nvPr/>
        </p:nvSpPr>
        <p:spPr>
          <a:xfrm xmlns:a="http://schemas.openxmlformats.org/drawingml/2006/main">
            <a:off x="403250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28" name="Google Shape;1728;p28">
            <a:extLst xmlns:a="http://schemas.openxmlformats.org/drawingml/2006/main">
              <a:ext uri="{FF2B5EF4-FFF2-40B4-BE49-F238E27FC236}">
                <a16:creationId xmlns:a16="http://schemas.microsoft.com/office/drawing/2014/main" id="{6D095239-B344-4E0E-ABC4-9E51729F039D}"/>
              </a:ext>
            </a:extLst>
          </p:cNvPr>
          <p:cNvSpPr>
            <a:spLocks xmlns:a="http://schemas.openxmlformats.org/drawingml/2006/main" noGrp="1"/>
          </p:cNvSpPr>
          <p:nvPr/>
        </p:nvSpPr>
        <p:spPr>
          <a:xfrm xmlns:a="http://schemas.openxmlformats.org/drawingml/2006/main">
            <a:off x="572414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29" name="Google Shape;1729;p28">
            <a:extLst xmlns:a="http://schemas.openxmlformats.org/drawingml/2006/main">
              <a:ext uri="{FF2B5EF4-FFF2-40B4-BE49-F238E27FC236}">
                <a16:creationId xmlns:a16="http://schemas.microsoft.com/office/drawing/2014/main" id="{0599CCBC-C147-4B09-8728-0769A38F8485}"/>
              </a:ext>
            </a:extLst>
          </p:cNvPr>
          <p:cNvSpPr>
            <a:spLocks xmlns:a="http://schemas.openxmlformats.org/drawingml/2006/main" noGrp="1"/>
          </p:cNvSpPr>
          <p:nvPr/>
        </p:nvSpPr>
        <p:spPr>
          <a:xfrm xmlns:a="http://schemas.openxmlformats.org/drawingml/2006/main">
            <a:off x="7415784" y="247802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929" name="Google Shape;1730;p28"/>
          <p:cNvCxnSpPr/>
          <p:nvPr/>
        </p:nvCxnSpPr>
        <p:spPr>
          <a:xfrm xmlns:a="http://schemas.openxmlformats.org/drawingml/2006/main">
            <a:off x="320040" y="30358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31" name="Google Shape;1731;p28">
            <a:extLst xmlns:a="http://schemas.openxmlformats.org/drawingml/2006/main">
              <a:ext uri="{FF2B5EF4-FFF2-40B4-BE49-F238E27FC236}">
                <a16:creationId xmlns:a16="http://schemas.microsoft.com/office/drawing/2014/main" id="{D02B7E32-C8D9-4433-8DF3-5829A08EAE14}"/>
              </a:ext>
            </a:extLst>
          </p:cNvPr>
          <p:cNvSpPr>
            <a:spLocks xmlns:a="http://schemas.openxmlformats.org/drawingml/2006/main" noGrp="1"/>
          </p:cNvSpPr>
          <p:nvPr/>
        </p:nvSpPr>
        <p:spPr>
          <a:xfrm xmlns:a="http://schemas.openxmlformats.org/drawingml/2006/main">
            <a:off x="374904" y="2756916"/>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a:t>
            </a:r>
            <a:endParaRPr sz="850" b="0" i="0" u="none" cap="none">
              <a:solidFill>
                <a:schemeClr val="dk1"/>
              </a:solidFill>
              <a:latin typeface="Arial"/>
              <a:ea typeface="Arial"/>
              <a:cs typeface="Arial"/>
            </a:endParaRPr>
          </a:p>
        </p:txBody>
      </p:sp>
      <p:sp>
        <p:nvSpPr>
          <p:cNvPr id="1732" name="Google Shape;1732;p28">
            <a:extLst xmlns:a="http://schemas.openxmlformats.org/drawingml/2006/main">
              <a:ext uri="{FF2B5EF4-FFF2-40B4-BE49-F238E27FC236}">
                <a16:creationId xmlns:a16="http://schemas.microsoft.com/office/drawing/2014/main" id="{3CCAF6C5-9E52-4A7C-B2BE-287AFC790CEA}"/>
              </a:ext>
            </a:extLst>
          </p:cNvPr>
          <p:cNvSpPr>
            <a:spLocks xmlns:a="http://schemas.openxmlformats.org/drawingml/2006/main" noGrp="1"/>
          </p:cNvSpPr>
          <p:nvPr/>
        </p:nvSpPr>
        <p:spPr>
          <a:xfrm xmlns:a="http://schemas.openxmlformats.org/drawingml/2006/main">
            <a:off x="2478024" y="2756916"/>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lb</a:t>
            </a:r>
            <a:endParaRPr sz="850" b="0" i="0" u="none" cap="none">
              <a:solidFill>
                <a:schemeClr val="dk1"/>
              </a:solidFill>
              <a:latin typeface="Arial"/>
              <a:ea typeface="Arial"/>
              <a:cs typeface="Arial"/>
            </a:endParaRPr>
          </a:p>
        </p:txBody>
      </p:sp>
      <p:sp>
        <p:nvSpPr>
          <p:cNvPr id="1733" name="Google Shape;1733;p28">
            <a:extLst xmlns:a="http://schemas.openxmlformats.org/drawingml/2006/main">
              <a:ext uri="{FF2B5EF4-FFF2-40B4-BE49-F238E27FC236}">
                <a16:creationId xmlns:a16="http://schemas.microsoft.com/office/drawing/2014/main" id="{4BC173B8-8CF4-4B7D-A699-56E383C3AA59}"/>
              </a:ext>
            </a:extLst>
          </p:cNvPr>
          <p:cNvSpPr>
            <a:spLocks xmlns:a="http://schemas.openxmlformats.org/drawingml/2006/main" noGrp="1"/>
          </p:cNvSpPr>
          <p:nvPr/>
        </p:nvSpPr>
        <p:spPr>
          <a:xfrm xmlns:a="http://schemas.openxmlformats.org/drawingml/2006/main">
            <a:off x="403250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34" name="Google Shape;1734;p28">
            <a:extLst xmlns:a="http://schemas.openxmlformats.org/drawingml/2006/main">
              <a:ext uri="{FF2B5EF4-FFF2-40B4-BE49-F238E27FC236}">
                <a16:creationId xmlns:a16="http://schemas.microsoft.com/office/drawing/2014/main" id="{74F83615-2F31-4143-A044-25D71B6F0D4F}"/>
              </a:ext>
            </a:extLst>
          </p:cNvPr>
          <p:cNvSpPr>
            <a:spLocks xmlns:a="http://schemas.openxmlformats.org/drawingml/2006/main" noGrp="1"/>
          </p:cNvSpPr>
          <p:nvPr/>
        </p:nvSpPr>
        <p:spPr>
          <a:xfrm xmlns:a="http://schemas.openxmlformats.org/drawingml/2006/main">
            <a:off x="572414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35" name="Google Shape;1735;p28">
            <a:extLst xmlns:a="http://schemas.openxmlformats.org/drawingml/2006/main">
              <a:ext uri="{FF2B5EF4-FFF2-40B4-BE49-F238E27FC236}">
                <a16:creationId xmlns:a16="http://schemas.microsoft.com/office/drawing/2014/main" id="{9484C198-3591-44D3-AB43-CD7BE25AF105}"/>
              </a:ext>
            </a:extLst>
          </p:cNvPr>
          <p:cNvSpPr>
            <a:spLocks xmlns:a="http://schemas.openxmlformats.org/drawingml/2006/main" noGrp="1"/>
          </p:cNvSpPr>
          <p:nvPr/>
        </p:nvSpPr>
        <p:spPr>
          <a:xfrm xmlns:a="http://schemas.openxmlformats.org/drawingml/2006/main">
            <a:off x="7415784" y="2756916"/>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36" name="Google Shape;1736;p28">
            <a:extLst xmlns:a="http://schemas.openxmlformats.org/drawingml/2006/main">
              <a:ext uri="{FF2B5EF4-FFF2-40B4-BE49-F238E27FC236}">
                <a16:creationId xmlns:a16="http://schemas.microsoft.com/office/drawing/2014/main" id="{D8B9BF59-3355-48A1-BF0D-A5808F29B038}"/>
              </a:ext>
            </a:extLst>
          </p:cNvPr>
          <p:cNvSpPr>
            <a:spLocks xmlns:a="http://schemas.openxmlformats.org/drawingml/2006/main" noGrp="1"/>
          </p:cNvSpPr>
          <p:nvPr/>
        </p:nvSpPr>
        <p:spPr>
          <a:xfrm xmlns:a="http://schemas.openxmlformats.org/drawingml/2006/main">
            <a:off x="320040" y="3035808"/>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936" name="Google Shape;1737;p28"/>
          <p:cNvCxnSpPr/>
          <p:nvPr/>
        </p:nvCxnSpPr>
        <p:spPr>
          <a:xfrm xmlns:a="http://schemas.openxmlformats.org/drawingml/2006/main">
            <a:off x="320040" y="331470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38" name="Google Shape;1738;p28">
            <a:extLst xmlns:a="http://schemas.openxmlformats.org/drawingml/2006/main">
              <a:ext uri="{FF2B5EF4-FFF2-40B4-BE49-F238E27FC236}">
                <a16:creationId xmlns:a16="http://schemas.microsoft.com/office/drawing/2014/main" id="{CFF0EF3F-B267-4A68-88B0-87C103BBBEAB}"/>
              </a:ext>
            </a:extLst>
          </p:cNvPr>
          <p:cNvSpPr>
            <a:spLocks xmlns:a="http://schemas.openxmlformats.org/drawingml/2006/main" noGrp="1"/>
          </p:cNvSpPr>
          <p:nvPr/>
        </p:nvSpPr>
        <p:spPr>
          <a:xfrm xmlns:a="http://schemas.openxmlformats.org/drawingml/2006/main">
            <a:off x="374904" y="3035808"/>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Complexity</a:t>
            </a:r>
            <a:endParaRPr sz="850" b="0" i="0" u="none" cap="none">
              <a:solidFill>
                <a:schemeClr val="dk1"/>
              </a:solidFill>
              <a:latin typeface="Arial"/>
              <a:ea typeface="Arial"/>
              <a:cs typeface="Arial"/>
            </a:endParaRPr>
          </a:p>
        </p:txBody>
      </p:sp>
      <p:sp>
        <p:nvSpPr>
          <p:cNvPr id="1739" name="Google Shape;1739;p28">
            <a:extLst xmlns:a="http://schemas.openxmlformats.org/drawingml/2006/main">
              <a:ext uri="{FF2B5EF4-FFF2-40B4-BE49-F238E27FC236}">
                <a16:creationId xmlns:a16="http://schemas.microsoft.com/office/drawing/2014/main" id="{FEAD0755-02F6-4598-AC3E-89266A81C164}"/>
              </a:ext>
            </a:extLst>
          </p:cNvPr>
          <p:cNvSpPr>
            <a:spLocks xmlns:a="http://schemas.openxmlformats.org/drawingml/2006/main" noGrp="1"/>
          </p:cNvSpPr>
          <p:nvPr/>
        </p:nvSpPr>
        <p:spPr>
          <a:xfrm xmlns:a="http://schemas.openxmlformats.org/drawingml/2006/main">
            <a:off x="2478024" y="3035808"/>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740" name="Google Shape;1740;p28">
            <a:extLst xmlns:a="http://schemas.openxmlformats.org/drawingml/2006/main">
              <a:ext uri="{FF2B5EF4-FFF2-40B4-BE49-F238E27FC236}">
                <a16:creationId xmlns:a16="http://schemas.microsoft.com/office/drawing/2014/main" id="{AD0A8A6D-332F-405E-876C-A4927727AD77}"/>
              </a:ext>
            </a:extLst>
          </p:cNvPr>
          <p:cNvSpPr>
            <a:spLocks xmlns:a="http://schemas.openxmlformats.org/drawingml/2006/main" noGrp="1"/>
          </p:cNvSpPr>
          <p:nvPr/>
        </p:nvSpPr>
        <p:spPr>
          <a:xfrm xmlns:a="http://schemas.openxmlformats.org/drawingml/2006/main">
            <a:off x="403250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41" name="Google Shape;1741;p28">
            <a:extLst xmlns:a="http://schemas.openxmlformats.org/drawingml/2006/main">
              <a:ext uri="{FF2B5EF4-FFF2-40B4-BE49-F238E27FC236}">
                <a16:creationId xmlns:a16="http://schemas.microsoft.com/office/drawing/2014/main" id="{FB9DD150-3F2D-47BF-9DC5-7D4D67554526}"/>
              </a:ext>
            </a:extLst>
          </p:cNvPr>
          <p:cNvSpPr>
            <a:spLocks xmlns:a="http://schemas.openxmlformats.org/drawingml/2006/main" noGrp="1"/>
          </p:cNvSpPr>
          <p:nvPr/>
        </p:nvSpPr>
        <p:spPr>
          <a:xfrm xmlns:a="http://schemas.openxmlformats.org/drawingml/2006/main">
            <a:off x="572414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42" name="Google Shape;1742;p28">
            <a:extLst xmlns:a="http://schemas.openxmlformats.org/drawingml/2006/main">
              <a:ext uri="{FF2B5EF4-FFF2-40B4-BE49-F238E27FC236}">
                <a16:creationId xmlns:a16="http://schemas.microsoft.com/office/drawing/2014/main" id="{55B48086-DEF0-44B0-9307-25C5B2326B64}"/>
              </a:ext>
            </a:extLst>
          </p:cNvPr>
          <p:cNvSpPr>
            <a:spLocks xmlns:a="http://schemas.openxmlformats.org/drawingml/2006/main" noGrp="1"/>
          </p:cNvSpPr>
          <p:nvPr/>
        </p:nvSpPr>
        <p:spPr>
          <a:xfrm xmlns:a="http://schemas.openxmlformats.org/drawingml/2006/main">
            <a:off x="7415784" y="3035808"/>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942" name="Google Shape;1743;p28"/>
          <p:cNvCxnSpPr/>
          <p:nvPr/>
        </p:nvCxnSpPr>
        <p:spPr>
          <a:xfrm xmlns:a="http://schemas.openxmlformats.org/drawingml/2006/main">
            <a:off x="320040" y="35935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44" name="Google Shape;1744;p28">
            <a:extLst xmlns:a="http://schemas.openxmlformats.org/drawingml/2006/main">
              <a:ext uri="{FF2B5EF4-FFF2-40B4-BE49-F238E27FC236}">
                <a16:creationId xmlns:a16="http://schemas.microsoft.com/office/drawing/2014/main" id="{38A82C49-2F07-4BB1-B3C6-D2C2E804F887}"/>
              </a:ext>
            </a:extLst>
          </p:cNvPr>
          <p:cNvSpPr>
            <a:spLocks xmlns:a="http://schemas.openxmlformats.org/drawingml/2006/main" noGrp="1"/>
          </p:cNvSpPr>
          <p:nvPr/>
        </p:nvSpPr>
        <p:spPr>
          <a:xfrm xmlns:a="http://schemas.openxmlformats.org/drawingml/2006/main">
            <a:off x="374904" y="331470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Reliability under load</a:t>
            </a:r>
            <a:endParaRPr sz="850" b="0" i="0" u="none" cap="none">
              <a:solidFill>
                <a:schemeClr val="dk1"/>
              </a:solidFill>
              <a:latin typeface="Arial"/>
              <a:ea typeface="Arial"/>
              <a:cs typeface="Arial"/>
            </a:endParaRPr>
          </a:p>
        </p:txBody>
      </p:sp>
      <p:sp>
        <p:nvSpPr>
          <p:cNvPr id="1745" name="Google Shape;1745;p28">
            <a:extLst xmlns:a="http://schemas.openxmlformats.org/drawingml/2006/main">
              <a:ext uri="{FF2B5EF4-FFF2-40B4-BE49-F238E27FC236}">
                <a16:creationId xmlns:a16="http://schemas.microsoft.com/office/drawing/2014/main" id="{05F6A722-5530-48BE-BF54-13B704EAE96A}"/>
              </a:ext>
            </a:extLst>
          </p:cNvPr>
          <p:cNvSpPr>
            <a:spLocks xmlns:a="http://schemas.openxmlformats.org/drawingml/2006/main" noGrp="1"/>
          </p:cNvSpPr>
          <p:nvPr/>
        </p:nvSpPr>
        <p:spPr>
          <a:xfrm xmlns:a="http://schemas.openxmlformats.org/drawingml/2006/main">
            <a:off x="2478024" y="331470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qualitative</a:t>
            </a:r>
            <a:endParaRPr sz="850" b="0" i="0" u="none" cap="none">
              <a:solidFill>
                <a:schemeClr val="dk1"/>
              </a:solidFill>
              <a:latin typeface="Arial"/>
              <a:ea typeface="Arial"/>
              <a:cs typeface="Arial"/>
            </a:endParaRPr>
          </a:p>
        </p:txBody>
      </p:sp>
      <p:sp>
        <p:nvSpPr>
          <p:cNvPr id="1746" name="Google Shape;1746;p28">
            <a:extLst xmlns:a="http://schemas.openxmlformats.org/drawingml/2006/main">
              <a:ext uri="{FF2B5EF4-FFF2-40B4-BE49-F238E27FC236}">
                <a16:creationId xmlns:a16="http://schemas.microsoft.com/office/drawing/2014/main" id="{9806F577-4D7D-4945-A1DB-CF119DADDE26}"/>
              </a:ext>
            </a:extLst>
          </p:cNvPr>
          <p:cNvSpPr>
            <a:spLocks xmlns:a="http://schemas.openxmlformats.org/drawingml/2006/main" noGrp="1"/>
          </p:cNvSpPr>
          <p:nvPr/>
        </p:nvSpPr>
        <p:spPr>
          <a:xfrm xmlns:a="http://schemas.openxmlformats.org/drawingml/2006/main">
            <a:off x="403250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47" name="Google Shape;1747;p28">
            <a:extLst xmlns:a="http://schemas.openxmlformats.org/drawingml/2006/main">
              <a:ext uri="{FF2B5EF4-FFF2-40B4-BE49-F238E27FC236}">
                <a16:creationId xmlns:a16="http://schemas.microsoft.com/office/drawing/2014/main" id="{86A60871-5E20-4BB9-8070-F2D00DD82EE3}"/>
              </a:ext>
            </a:extLst>
          </p:cNvPr>
          <p:cNvSpPr>
            <a:spLocks xmlns:a="http://schemas.openxmlformats.org/drawingml/2006/main" noGrp="1"/>
          </p:cNvSpPr>
          <p:nvPr/>
        </p:nvSpPr>
        <p:spPr>
          <a:xfrm xmlns:a="http://schemas.openxmlformats.org/drawingml/2006/main">
            <a:off x="572414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48" name="Google Shape;1748;p28">
            <a:extLst xmlns:a="http://schemas.openxmlformats.org/drawingml/2006/main">
              <a:ext uri="{FF2B5EF4-FFF2-40B4-BE49-F238E27FC236}">
                <a16:creationId xmlns:a16="http://schemas.microsoft.com/office/drawing/2014/main" id="{563942BE-1271-4D21-8C23-C9E22078D158}"/>
              </a:ext>
            </a:extLst>
          </p:cNvPr>
          <p:cNvSpPr>
            <a:spLocks xmlns:a="http://schemas.openxmlformats.org/drawingml/2006/main" noGrp="1"/>
          </p:cNvSpPr>
          <p:nvPr/>
        </p:nvSpPr>
        <p:spPr>
          <a:xfrm xmlns:a="http://schemas.openxmlformats.org/drawingml/2006/main">
            <a:off x="7415784" y="331470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49" name="Google Shape;1749;p28">
            <a:extLst xmlns:a="http://schemas.openxmlformats.org/drawingml/2006/main">
              <a:ext uri="{FF2B5EF4-FFF2-40B4-BE49-F238E27FC236}">
                <a16:creationId xmlns:a16="http://schemas.microsoft.com/office/drawing/2014/main" id="{75039A60-A31C-4CBF-867B-967BD107E0E0}"/>
              </a:ext>
            </a:extLst>
          </p:cNvPr>
          <p:cNvSpPr>
            <a:spLocks xmlns:a="http://schemas.openxmlformats.org/drawingml/2006/main" noGrp="1"/>
          </p:cNvSpPr>
          <p:nvPr/>
        </p:nvSpPr>
        <p:spPr>
          <a:xfrm xmlns:a="http://schemas.openxmlformats.org/drawingml/2006/main">
            <a:off x="320040" y="3593592"/>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949" name="Google Shape;1750;p28"/>
          <p:cNvCxnSpPr/>
          <p:nvPr/>
        </p:nvCxnSpPr>
        <p:spPr>
          <a:xfrm xmlns:a="http://schemas.openxmlformats.org/drawingml/2006/main">
            <a:off x="320040" y="38724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51" name="Google Shape;1751;p28">
            <a:extLst xmlns:a="http://schemas.openxmlformats.org/drawingml/2006/main">
              <a:ext uri="{FF2B5EF4-FFF2-40B4-BE49-F238E27FC236}">
                <a16:creationId xmlns:a16="http://schemas.microsoft.com/office/drawing/2014/main" id="{C7481B7D-6A51-450C-85A0-DC8DA0C4D9E8}"/>
              </a:ext>
            </a:extLst>
          </p:cNvPr>
          <p:cNvSpPr>
            <a:spLocks xmlns:a="http://schemas.openxmlformats.org/drawingml/2006/main" noGrp="1"/>
          </p:cNvSpPr>
          <p:nvPr/>
        </p:nvSpPr>
        <p:spPr>
          <a:xfrm xmlns:a="http://schemas.openxmlformats.org/drawingml/2006/main">
            <a:off x="374904" y="359359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Smart Motor / sensor count</a:t>
            </a:r>
            <a:endParaRPr sz="850" b="0" i="0" u="none" cap="none">
              <a:solidFill>
                <a:schemeClr val="dk1"/>
              </a:solidFill>
              <a:latin typeface="Arial"/>
              <a:ea typeface="Arial"/>
              <a:cs typeface="Arial"/>
            </a:endParaRPr>
          </a:p>
        </p:txBody>
      </p:sp>
      <p:sp>
        <p:nvSpPr>
          <p:cNvPr id="1752" name="Google Shape;1752;p28">
            <a:extLst xmlns:a="http://schemas.openxmlformats.org/drawingml/2006/main">
              <a:ext uri="{FF2B5EF4-FFF2-40B4-BE49-F238E27FC236}">
                <a16:creationId xmlns:a16="http://schemas.microsoft.com/office/drawing/2014/main" id="{33697876-4040-4B24-8F43-A47E62428AE9}"/>
              </a:ext>
            </a:extLst>
          </p:cNvPr>
          <p:cNvSpPr>
            <a:spLocks xmlns:a="http://schemas.openxmlformats.org/drawingml/2006/main" noGrp="1"/>
          </p:cNvSpPr>
          <p:nvPr/>
        </p:nvSpPr>
        <p:spPr>
          <a:xfrm xmlns:a="http://schemas.openxmlformats.org/drawingml/2006/main">
            <a:off x="2478024" y="359359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t>
            </a:r>
            <a:endParaRPr sz="850" b="0" i="0" u="none" cap="none">
              <a:solidFill>
                <a:schemeClr val="dk1"/>
              </a:solidFill>
              <a:latin typeface="Arial"/>
              <a:ea typeface="Arial"/>
              <a:cs typeface="Arial"/>
            </a:endParaRPr>
          </a:p>
        </p:txBody>
      </p:sp>
      <p:sp>
        <p:nvSpPr>
          <p:cNvPr id="1753" name="Google Shape;1753;p28">
            <a:extLst xmlns:a="http://schemas.openxmlformats.org/drawingml/2006/main">
              <a:ext uri="{FF2B5EF4-FFF2-40B4-BE49-F238E27FC236}">
                <a16:creationId xmlns:a16="http://schemas.microsoft.com/office/drawing/2014/main" id="{F25F54E7-FDD2-4BE8-8B7D-2AD3E84D018D}"/>
              </a:ext>
            </a:extLst>
          </p:cNvPr>
          <p:cNvSpPr>
            <a:spLocks xmlns:a="http://schemas.openxmlformats.org/drawingml/2006/main" noGrp="1"/>
          </p:cNvSpPr>
          <p:nvPr/>
        </p:nvSpPr>
        <p:spPr>
          <a:xfrm xmlns:a="http://schemas.openxmlformats.org/drawingml/2006/main">
            <a:off x="403250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54" name="Google Shape;1754;p28">
            <a:extLst xmlns:a="http://schemas.openxmlformats.org/drawingml/2006/main">
              <a:ext uri="{FF2B5EF4-FFF2-40B4-BE49-F238E27FC236}">
                <a16:creationId xmlns:a16="http://schemas.microsoft.com/office/drawing/2014/main" id="{C3D14E6D-8B98-48ED-980B-B2D4BB842816}"/>
              </a:ext>
            </a:extLst>
          </p:cNvPr>
          <p:cNvSpPr>
            <a:spLocks xmlns:a="http://schemas.openxmlformats.org/drawingml/2006/main" noGrp="1"/>
          </p:cNvSpPr>
          <p:nvPr/>
        </p:nvSpPr>
        <p:spPr>
          <a:xfrm xmlns:a="http://schemas.openxmlformats.org/drawingml/2006/main">
            <a:off x="572414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55" name="Google Shape;1755;p28">
            <a:extLst xmlns:a="http://schemas.openxmlformats.org/drawingml/2006/main">
              <a:ext uri="{FF2B5EF4-FFF2-40B4-BE49-F238E27FC236}">
                <a16:creationId xmlns:a16="http://schemas.microsoft.com/office/drawing/2014/main" id="{D20F10DE-2861-43D4-80FD-27C4198DC3FC}"/>
              </a:ext>
            </a:extLst>
          </p:cNvPr>
          <p:cNvSpPr>
            <a:spLocks xmlns:a="http://schemas.openxmlformats.org/drawingml/2006/main" noGrp="1"/>
          </p:cNvSpPr>
          <p:nvPr/>
        </p:nvSpPr>
        <p:spPr>
          <a:xfrm xmlns:a="http://schemas.openxmlformats.org/drawingml/2006/main">
            <a:off x="7415784" y="359359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955" name="Google Shape;1756;p28"/>
          <p:cNvCxnSpPr/>
          <p:nvPr/>
        </p:nvCxnSpPr>
        <p:spPr>
          <a:xfrm xmlns:a="http://schemas.openxmlformats.org/drawingml/2006/main">
            <a:off x="320040" y="41513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57" name="Google Shape;1757;p28">
            <a:extLst xmlns:a="http://schemas.openxmlformats.org/drawingml/2006/main">
              <a:ext uri="{FF2B5EF4-FFF2-40B4-BE49-F238E27FC236}">
                <a16:creationId xmlns:a16="http://schemas.microsoft.com/office/drawing/2014/main" id="{04FD809F-21B1-44C5-9F17-48B8D1C1417C}"/>
              </a:ext>
            </a:extLst>
          </p:cNvPr>
          <p:cNvSpPr>
            <a:spLocks xmlns:a="http://schemas.openxmlformats.org/drawingml/2006/main" noGrp="1"/>
          </p:cNvSpPr>
          <p:nvPr/>
        </p:nvSpPr>
        <p:spPr>
          <a:xfrm xmlns:a="http://schemas.openxmlformats.org/drawingml/2006/main">
            <a:off x="374904" y="387248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Build risk</a:t>
            </a:r>
            <a:endParaRPr sz="850" b="0" i="0" u="none" cap="none">
              <a:solidFill>
                <a:schemeClr val="dk1"/>
              </a:solidFill>
              <a:latin typeface="Arial"/>
              <a:ea typeface="Arial"/>
              <a:cs typeface="Arial"/>
            </a:endParaRPr>
          </a:p>
        </p:txBody>
      </p:sp>
      <p:sp>
        <p:nvSpPr>
          <p:cNvPr id="1758" name="Google Shape;1758;p28">
            <a:extLst xmlns:a="http://schemas.openxmlformats.org/drawingml/2006/main">
              <a:ext uri="{FF2B5EF4-FFF2-40B4-BE49-F238E27FC236}">
                <a16:creationId xmlns:a16="http://schemas.microsoft.com/office/drawing/2014/main" id="{ADC09C9D-3E33-46A8-982D-66777988E875}"/>
              </a:ext>
            </a:extLst>
          </p:cNvPr>
          <p:cNvSpPr>
            <a:spLocks xmlns:a="http://schemas.openxmlformats.org/drawingml/2006/main" noGrp="1"/>
          </p:cNvSpPr>
          <p:nvPr/>
        </p:nvSpPr>
        <p:spPr>
          <a:xfrm xmlns:a="http://schemas.openxmlformats.org/drawingml/2006/main">
            <a:off x="2478024" y="387248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759" name="Google Shape;1759;p28">
            <a:extLst xmlns:a="http://schemas.openxmlformats.org/drawingml/2006/main">
              <a:ext uri="{FF2B5EF4-FFF2-40B4-BE49-F238E27FC236}">
                <a16:creationId xmlns:a16="http://schemas.microsoft.com/office/drawing/2014/main" id="{3DA84AD0-B881-4841-9420-32D7451C3338}"/>
              </a:ext>
            </a:extLst>
          </p:cNvPr>
          <p:cNvSpPr>
            <a:spLocks xmlns:a="http://schemas.openxmlformats.org/drawingml/2006/main" noGrp="1"/>
          </p:cNvSpPr>
          <p:nvPr/>
        </p:nvSpPr>
        <p:spPr>
          <a:xfrm xmlns:a="http://schemas.openxmlformats.org/drawingml/2006/main">
            <a:off x="403250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60" name="Google Shape;1760;p28">
            <a:extLst xmlns:a="http://schemas.openxmlformats.org/drawingml/2006/main">
              <a:ext uri="{FF2B5EF4-FFF2-40B4-BE49-F238E27FC236}">
                <a16:creationId xmlns:a16="http://schemas.microsoft.com/office/drawing/2014/main" id="{E43ADE14-5509-44A9-9A7A-023A5CA122B3}"/>
              </a:ext>
            </a:extLst>
          </p:cNvPr>
          <p:cNvSpPr>
            <a:spLocks xmlns:a="http://schemas.openxmlformats.org/drawingml/2006/main" noGrp="1"/>
          </p:cNvSpPr>
          <p:nvPr/>
        </p:nvSpPr>
        <p:spPr>
          <a:xfrm xmlns:a="http://schemas.openxmlformats.org/drawingml/2006/main">
            <a:off x="572414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61" name="Google Shape;1761;p28">
            <a:extLst xmlns:a="http://schemas.openxmlformats.org/drawingml/2006/main">
              <a:ext uri="{FF2B5EF4-FFF2-40B4-BE49-F238E27FC236}">
                <a16:creationId xmlns:a16="http://schemas.microsoft.com/office/drawing/2014/main" id="{CDA33FAA-75F5-4854-B838-EAFA3E800F50}"/>
              </a:ext>
            </a:extLst>
          </p:cNvPr>
          <p:cNvSpPr>
            <a:spLocks xmlns:a="http://schemas.openxmlformats.org/drawingml/2006/main" noGrp="1"/>
          </p:cNvSpPr>
          <p:nvPr/>
        </p:nvSpPr>
        <p:spPr>
          <a:xfrm xmlns:a="http://schemas.openxmlformats.org/drawingml/2006/main">
            <a:off x="7415784" y="387248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62" name="Google Shape;1762;p28">
            <a:extLst xmlns:a="http://schemas.openxmlformats.org/drawingml/2006/main">
              <a:ext uri="{FF2B5EF4-FFF2-40B4-BE49-F238E27FC236}">
                <a16:creationId xmlns:a16="http://schemas.microsoft.com/office/drawing/2014/main" id="{2D42042A-8D98-4C18-886B-CFC2199D6805}"/>
              </a:ext>
            </a:extLst>
          </p:cNvPr>
          <p:cNvSpPr>
            <a:spLocks xmlns:a="http://schemas.openxmlformats.org/drawingml/2006/main" noGrp="1"/>
          </p:cNvSpPr>
          <p:nvPr/>
        </p:nvSpPr>
        <p:spPr>
          <a:xfrm xmlns:a="http://schemas.openxmlformats.org/drawingml/2006/main">
            <a:off x="320040" y="1682496"/>
            <a:ext cx="8503920" cy="2468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63" name="Google Shape;1763;p28">
            <a:extLst xmlns:a="http://schemas.openxmlformats.org/drawingml/2006/main">
              <a:ext uri="{FF2B5EF4-FFF2-40B4-BE49-F238E27FC236}">
                <a16:creationId xmlns:a16="http://schemas.microsoft.com/office/drawing/2014/main" id="{FF21D098-7836-40EF-B3C5-32C57452BA14}"/>
              </a:ext>
            </a:extLst>
          </p:cNvPr>
          <p:cNvSpPr>
            <a:spLocks xmlns:a="http://schemas.openxmlformats.org/drawingml/2006/main" noGrp="1"/>
          </p:cNvSpPr>
          <p:nvPr/>
        </p:nvSpPr>
        <p:spPr>
          <a:xfrm xmlns:a="http://schemas.openxmlformats.org/drawingml/2006/main">
            <a:off x="320040" y="42793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COMPARISON ANALYSIS  —  which concept leads on which criteria, and why</a:t>
            </a:r>
            <a:endParaRPr sz="850" b="0" i="0" u="none" cap="none">
              <a:solidFill>
                <a:schemeClr val="dk1"/>
              </a:solidFill>
              <a:latin typeface="Arial"/>
              <a:ea typeface="Arial"/>
              <a:cs typeface="Arial"/>
            </a:endParaRPr>
          </a:p>
        </p:txBody>
      </p:sp>
      <p:sp>
        <p:nvSpPr>
          <p:cNvPr id="1764" name="Google Shape;1764;p28">
            <a:extLst xmlns:a="http://schemas.openxmlformats.org/drawingml/2006/main">
              <a:ext uri="{FF2B5EF4-FFF2-40B4-BE49-F238E27FC236}">
                <a16:creationId xmlns:a16="http://schemas.microsoft.com/office/drawing/2014/main" id="{AA9A6030-48AC-4CDD-856D-784FE6E3F3A9}"/>
              </a:ext>
            </a:extLst>
          </p:cNvPr>
          <p:cNvSpPr>
            <a:spLocks xmlns:a="http://schemas.openxmlformats.org/drawingml/2006/main" noGrp="1"/>
          </p:cNvSpPr>
          <p:nvPr/>
        </p:nvSpPr>
        <p:spPr>
          <a:xfrm xmlns:a="http://schemas.openxmlformats.org/drawingml/2006/main">
            <a:off x="320040" y="4498848"/>
            <a:ext cx="8503920" cy="438912"/>
          </a:xfrm>
          <a:prstGeom xmlns:a="http://schemas.openxmlformats.org/drawingml/2006/main" prst="rect">
            <a:avLst/>
          </a:prstGeom>
          <a:solidFill xmlns:a="http://schemas.openxmlformats.org/drawingml/2006/main">
            <a:srgbClr val="FFFBEB"/>
          </a:solidFill>
          <a:ln xmlns:a="http://schemas.openxmlformats.org/drawingml/2006/main" w="9525"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65" name="Google Shape;1765;p28">
            <a:extLst xmlns:a="http://schemas.openxmlformats.org/drawingml/2006/main">
              <a:ext uri="{FF2B5EF4-FFF2-40B4-BE49-F238E27FC236}">
                <a16:creationId xmlns:a16="http://schemas.microsoft.com/office/drawing/2014/main" id="{13A97982-93F3-4E02-BA0D-57112FA60C4E}"/>
              </a:ext>
            </a:extLst>
          </p:cNvPr>
          <p:cNvSpPr>
            <a:spLocks xmlns:a="http://schemas.openxmlformats.org/drawingml/2006/main" noGrp="1"/>
          </p:cNvSpPr>
          <p:nvPr/>
        </p:nvSpPr>
        <p:spPr>
          <a:xfrm xmlns:a="http://schemas.openxmlformats.org/drawingml/2006/main">
            <a:off x="457200" y="4498848"/>
            <a:ext cx="827532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[3–4 sentences. Identify the leader on each criterion. Name the tradeoffs. Note which concept is the emerging favorite for the decision matrix — and why.]</a:t>
            </a:r>
            <a:endParaRPr sz="950" b="0" i="0" u="none" cap="none">
              <a:solidFill>
                <a:schemeClr val="dk1"/>
              </a:solidFill>
              <a:latin typeface="Arial"/>
              <a:ea typeface="Arial"/>
              <a:cs typeface="Arial"/>
            </a:endParaRPr>
          </a:p>
        </p:txBody>
      </p:sp>
      <p:sp>
        <p:nvSpPr>
          <p:cNvPr id="1766" name="Google Shape;1766;p28">
            <a:extLst xmlns:a="http://schemas.openxmlformats.org/drawingml/2006/main">
              <a:ext uri="{FF2B5EF4-FFF2-40B4-BE49-F238E27FC236}">
                <a16:creationId xmlns:a16="http://schemas.microsoft.com/office/drawing/2014/main" id="{4DA47058-0A78-41AC-80F5-EB569213505C}"/>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e7cb8c35f5274d72"/>
              </a:rPr>
              <a:t>mechanism-intakes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c28403db3f014678"/>
              </a:rPr>
              <a:t>mechanism-lifts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c5970b615e7d41a3"/>
              </a:rPr>
              <a:t>decision-matrix</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94684908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772" name="Google Shape;1772;p29">
            <a:extLst xmlns:a="http://schemas.openxmlformats.org/drawingml/2006/main">
              <a:ext uri="{FF2B5EF4-FFF2-40B4-BE49-F238E27FC236}">
                <a16:creationId xmlns:a16="http://schemas.microsoft.com/office/drawing/2014/main" id="{1D30A817-9A40-47F5-896D-F059D3ADA47D}"/>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73" name="Google Shape;1773;p29">
            <a:extLst xmlns:a="http://schemas.openxmlformats.org/drawingml/2006/main">
              <a:ext uri="{FF2B5EF4-FFF2-40B4-BE49-F238E27FC236}">
                <a16:creationId xmlns:a16="http://schemas.microsoft.com/office/drawing/2014/main" id="{38BB0FE0-4A80-49DA-AADE-1D40E6BA5BF5}"/>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BRAINSTORM &amp; RESEARCH  ·  DEFENSIVE COMPARISON</a:t>
            </a:r>
            <a:endParaRPr sz="1050" b="0" i="0" u="none" cap="none">
              <a:solidFill>
                <a:schemeClr val="dk1"/>
              </a:solidFill>
              <a:latin typeface="Arial"/>
              <a:ea typeface="Arial"/>
              <a:cs typeface="Arial"/>
            </a:endParaRPr>
          </a:p>
        </p:txBody>
      </p:sp>
      <p:sp>
        <p:nvSpPr>
          <p:cNvPr id="1774" name="Google Shape;1774;p29">
            <a:extLst xmlns:a="http://schemas.openxmlformats.org/drawingml/2006/main">
              <a:ext uri="{FF2B5EF4-FFF2-40B4-BE49-F238E27FC236}">
                <a16:creationId xmlns:a16="http://schemas.microsoft.com/office/drawing/2014/main" id="{ABEF58B8-DB05-4685-9FDC-78C381A55FCA}"/>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775" name="Google Shape;1775;p29">
            <a:extLst xmlns:a="http://schemas.openxmlformats.org/drawingml/2006/main">
              <a:ext uri="{FF2B5EF4-FFF2-40B4-BE49-F238E27FC236}">
                <a16:creationId xmlns:a16="http://schemas.microsoft.com/office/drawing/2014/main" id="{95DC6B33-1E5E-4750-ABBF-3EB75361DA21}"/>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Subsystem Comparison — Partner Coordination</a:t>
            </a:r>
            <a:endParaRPr sz="2200" b="0" i="0" u="none" cap="none">
              <a:solidFill>
                <a:schemeClr val="dk1"/>
              </a:solidFill>
              <a:latin typeface="Arial"/>
              <a:ea typeface="Arial"/>
              <a:cs typeface="Arial"/>
            </a:endParaRPr>
          </a:p>
        </p:txBody>
      </p:sp>
      <p:sp>
        <p:nvSpPr>
          <p:cNvPr id="1776" name="Google Shape;1776;p29">
            <a:extLst xmlns:a="http://schemas.openxmlformats.org/drawingml/2006/main">
              <a:ext uri="{FF2B5EF4-FFF2-40B4-BE49-F238E27FC236}">
                <a16:creationId xmlns:a16="http://schemas.microsoft.com/office/drawing/2014/main" id="{C0839A49-0EB8-4C06-AEA2-ED4E3D626CF6}"/>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1777" name="Google Shape;1777;p29">
            <a:extLst xmlns:a="http://schemas.openxmlformats.org/drawingml/2006/main">
              <a:ext uri="{FF2B5EF4-FFF2-40B4-BE49-F238E27FC236}">
                <a16:creationId xmlns:a16="http://schemas.microsoft.com/office/drawing/2014/main" id="{8E401598-705D-43B1-B25D-7C778B5433C5}"/>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78" name="Google Shape;1778;p29">
            <a:extLst xmlns:a="http://schemas.openxmlformats.org/drawingml/2006/main">
              <a:ext uri="{FF2B5EF4-FFF2-40B4-BE49-F238E27FC236}">
                <a16:creationId xmlns:a16="http://schemas.microsoft.com/office/drawing/2014/main" id="{A524A1F8-C37B-41A8-918D-768F5BD16B45}"/>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27 / 61</a:t>
            </a:r>
            <a:endParaRPr sz="900" b="0" i="0" u="none" cap="none">
              <a:solidFill>
                <a:schemeClr val="dk1"/>
              </a:solidFill>
              <a:latin typeface="Arial"/>
              <a:ea typeface="Arial"/>
              <a:cs typeface="Arial"/>
            </a:endParaRPr>
          </a:p>
        </p:txBody>
      </p:sp>
      <p:sp>
        <p:nvSpPr>
          <p:cNvPr id="1779" name="Google Shape;1779;p29">
            <a:extLst xmlns:a="http://schemas.openxmlformats.org/drawingml/2006/main">
              <a:ext uri="{FF2B5EF4-FFF2-40B4-BE49-F238E27FC236}">
                <a16:creationId xmlns:a16="http://schemas.microsoft.com/office/drawing/2014/main" id="{5D6066D4-382E-4E1B-BF53-F9316159B2C8}"/>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780" name="Google Shape;1780;p29">
            <a:extLst xmlns:a="http://schemas.openxmlformats.org/drawingml/2006/main">
              <a:ext uri="{FF2B5EF4-FFF2-40B4-BE49-F238E27FC236}">
                <a16:creationId xmlns:a16="http://schemas.microsoft.com/office/drawing/2014/main" id="{6B3CE10E-A6F3-4EE5-8667-571EA8822559}"/>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Side-by-side numeric comparison of 3 partner-coordination concepts. This feeds the decision matrix in the Select phase. Sketches of each concept are on the next slide.</a:t>
            </a:r>
            <a:endParaRPr sz="1000" b="0" i="0" u="none" cap="none">
              <a:solidFill>
                <a:schemeClr val="dk1"/>
              </a:solidFill>
              <a:latin typeface="Arial"/>
              <a:ea typeface="Arial"/>
              <a:cs typeface="Arial"/>
            </a:endParaRPr>
          </a:p>
        </p:txBody>
      </p:sp>
      <p:sp>
        <p:nvSpPr>
          <p:cNvPr id="1781" name="Google Shape;1781;p29">
            <a:extLst xmlns:a="http://schemas.openxmlformats.org/drawingml/2006/main">
              <a:ext uri="{FF2B5EF4-FFF2-40B4-BE49-F238E27FC236}">
                <a16:creationId xmlns:a16="http://schemas.microsoft.com/office/drawing/2014/main" id="{F88CAF23-747F-4C31-8424-2862787EC036}"/>
              </a:ext>
            </a:extLst>
          </p:cNvPr>
          <p:cNvSpPr>
            <a:spLocks xmlns:a="http://schemas.openxmlformats.org/drawingml/2006/main" noGrp="1"/>
          </p:cNvSpPr>
          <p:nvPr/>
        </p:nvSpPr>
        <p:spPr>
          <a:xfrm xmlns:a="http://schemas.openxmlformats.org/drawingml/2006/main">
            <a:off x="320040" y="146304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DEFENSIVE  ·  3 CONCEPTS COMPARED</a:t>
            </a:r>
            <a:endParaRPr sz="850" b="0" i="0" u="none" cap="none">
              <a:solidFill>
                <a:schemeClr val="dk1"/>
              </a:solidFill>
              <a:latin typeface="Arial"/>
              <a:ea typeface="Arial"/>
              <a:cs typeface="Arial"/>
            </a:endParaRPr>
          </a:p>
        </p:txBody>
      </p:sp>
      <p:sp>
        <p:nvSpPr>
          <p:cNvPr id="1782" name="Google Shape;1782;p29">
            <a:extLst xmlns:a="http://schemas.openxmlformats.org/drawingml/2006/main">
              <a:ext uri="{FF2B5EF4-FFF2-40B4-BE49-F238E27FC236}">
                <a16:creationId xmlns:a16="http://schemas.microsoft.com/office/drawing/2014/main" id="{AB2EFE25-745A-4073-A1D1-89939696DBE1}"/>
              </a:ext>
            </a:extLst>
          </p:cNvPr>
          <p:cNvSpPr>
            <a:spLocks xmlns:a="http://schemas.openxmlformats.org/drawingml/2006/main" noGrp="1"/>
          </p:cNvSpPr>
          <p:nvPr/>
        </p:nvSpPr>
        <p:spPr>
          <a:xfrm xmlns:a="http://schemas.openxmlformats.org/drawingml/2006/main">
            <a:off x="320040" y="1682496"/>
            <a:ext cx="8503920" cy="237744"/>
          </a:xfrm>
          <a:prstGeom xmlns:a="http://schemas.openxmlformats.org/drawingml/2006/main" prst="rect">
            <a:avLst/>
          </a:prstGeom>
          <a:solidFill xmlns:a="http://schemas.openxmlformats.org/drawingml/2006/main">
            <a:srgbClr val="D97706"/>
          </a:solidFill>
          <a:ln xmlns:a="http://schemas.openxmlformats.org/drawingml/2006/main" w="12700"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783" name="Google Shape;1783;p29">
            <a:extLst xmlns:a="http://schemas.openxmlformats.org/drawingml/2006/main">
              <a:ext uri="{FF2B5EF4-FFF2-40B4-BE49-F238E27FC236}">
                <a16:creationId xmlns:a16="http://schemas.microsoft.com/office/drawing/2014/main" id="{B3AF2822-51CF-48E4-BF96-87408A850268}"/>
              </a:ext>
            </a:extLst>
          </p:cNvPr>
          <p:cNvSpPr>
            <a:spLocks xmlns:a="http://schemas.openxmlformats.org/drawingml/2006/main" noGrp="1"/>
          </p:cNvSpPr>
          <p:nvPr/>
        </p:nvSpPr>
        <p:spPr>
          <a:xfrm xmlns:a="http://schemas.openxmlformats.org/drawingml/2006/main">
            <a:off x="374904" y="1682496"/>
            <a:ext cx="20482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Criterion</a:t>
            </a:r>
            <a:endParaRPr sz="900" b="0" i="0" u="none" cap="none">
              <a:solidFill>
                <a:schemeClr val="dk1"/>
              </a:solidFill>
              <a:latin typeface="Arial"/>
              <a:ea typeface="Arial"/>
              <a:cs typeface="Arial"/>
            </a:endParaRPr>
          </a:p>
        </p:txBody>
      </p:sp>
      <p:sp>
        <p:nvSpPr>
          <p:cNvPr id="1784" name="Google Shape;1784;p29">
            <a:extLst xmlns:a="http://schemas.openxmlformats.org/drawingml/2006/main">
              <a:ext uri="{FF2B5EF4-FFF2-40B4-BE49-F238E27FC236}">
                <a16:creationId xmlns:a16="http://schemas.microsoft.com/office/drawing/2014/main" id="{A621F517-6601-4D49-8DDA-8E2FA4790347}"/>
              </a:ext>
            </a:extLst>
          </p:cNvPr>
          <p:cNvSpPr>
            <a:spLocks xmlns:a="http://schemas.openxmlformats.org/drawingml/2006/main" noGrp="1"/>
          </p:cNvSpPr>
          <p:nvPr/>
        </p:nvSpPr>
        <p:spPr>
          <a:xfrm xmlns:a="http://schemas.openxmlformats.org/drawingml/2006/main">
            <a:off x="2478024" y="1682496"/>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Unit / Scale</a:t>
            </a:r>
            <a:endParaRPr sz="900" b="0" i="0" u="none" cap="none">
              <a:solidFill>
                <a:schemeClr val="dk1"/>
              </a:solidFill>
              <a:latin typeface="Arial"/>
              <a:ea typeface="Arial"/>
              <a:cs typeface="Arial"/>
            </a:endParaRPr>
          </a:p>
        </p:txBody>
      </p:sp>
      <p:sp>
        <p:nvSpPr>
          <p:cNvPr id="1785" name="Google Shape;1785;p29">
            <a:extLst xmlns:a="http://schemas.openxmlformats.org/drawingml/2006/main">
              <a:ext uri="{FF2B5EF4-FFF2-40B4-BE49-F238E27FC236}">
                <a16:creationId xmlns:a16="http://schemas.microsoft.com/office/drawing/2014/main" id="{1E9CABAD-9718-44D9-8B5F-54E0E336652A}"/>
              </a:ext>
            </a:extLst>
          </p:cNvPr>
          <p:cNvSpPr>
            <a:spLocks xmlns:a="http://schemas.openxmlformats.org/drawingml/2006/main" noGrp="1"/>
          </p:cNvSpPr>
          <p:nvPr/>
        </p:nvSpPr>
        <p:spPr>
          <a:xfrm xmlns:a="http://schemas.openxmlformats.org/drawingml/2006/main">
            <a:off x="403250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1 name]</a:t>
            </a:r>
            <a:endParaRPr sz="900" b="0" i="0" u="none" cap="none">
              <a:solidFill>
                <a:schemeClr val="dk1"/>
              </a:solidFill>
              <a:latin typeface="Arial"/>
              <a:ea typeface="Arial"/>
              <a:cs typeface="Arial"/>
            </a:endParaRPr>
          </a:p>
        </p:txBody>
      </p:sp>
      <p:sp>
        <p:nvSpPr>
          <p:cNvPr id="1786" name="Google Shape;1786;p29">
            <a:extLst xmlns:a="http://schemas.openxmlformats.org/drawingml/2006/main">
              <a:ext uri="{FF2B5EF4-FFF2-40B4-BE49-F238E27FC236}">
                <a16:creationId xmlns:a16="http://schemas.microsoft.com/office/drawing/2014/main" id="{8B1A22E2-4508-43F6-A91F-13A31D76CDD3}"/>
              </a:ext>
            </a:extLst>
          </p:cNvPr>
          <p:cNvSpPr>
            <a:spLocks xmlns:a="http://schemas.openxmlformats.org/drawingml/2006/main" noGrp="1"/>
          </p:cNvSpPr>
          <p:nvPr/>
        </p:nvSpPr>
        <p:spPr>
          <a:xfrm xmlns:a="http://schemas.openxmlformats.org/drawingml/2006/main">
            <a:off x="5724144" y="1682496"/>
            <a:ext cx="1636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2 name]</a:t>
            </a:r>
            <a:endParaRPr sz="900" b="0" i="0" u="none" cap="none">
              <a:solidFill>
                <a:schemeClr val="dk1"/>
              </a:solidFill>
              <a:latin typeface="Arial"/>
              <a:ea typeface="Arial"/>
              <a:cs typeface="Arial"/>
            </a:endParaRPr>
          </a:p>
        </p:txBody>
      </p:sp>
      <p:sp>
        <p:nvSpPr>
          <p:cNvPr id="1787" name="Google Shape;1787;p29">
            <a:extLst xmlns:a="http://schemas.openxmlformats.org/drawingml/2006/main">
              <a:ext uri="{FF2B5EF4-FFF2-40B4-BE49-F238E27FC236}">
                <a16:creationId xmlns:a16="http://schemas.microsoft.com/office/drawing/2014/main" id="{DCAB480F-5F24-40F9-8B1F-6BCD337D7B30}"/>
              </a:ext>
            </a:extLst>
          </p:cNvPr>
          <p:cNvSpPr>
            <a:spLocks xmlns:a="http://schemas.openxmlformats.org/drawingml/2006/main" noGrp="1"/>
          </p:cNvSpPr>
          <p:nvPr/>
        </p:nvSpPr>
        <p:spPr>
          <a:xfrm xmlns:a="http://schemas.openxmlformats.org/drawingml/2006/main">
            <a:off x="7415784" y="1682496"/>
            <a:ext cx="13624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 3 name]</a:t>
            </a:r>
            <a:endParaRPr sz="900" b="0" i="0" u="none" cap="none">
              <a:solidFill>
                <a:schemeClr val="dk1"/>
              </a:solidFill>
              <a:latin typeface="Arial"/>
              <a:ea typeface="Arial"/>
              <a:cs typeface="Arial"/>
            </a:endParaRPr>
          </a:p>
        </p:txBody>
      </p:sp>
      <p:sp>
        <p:nvSpPr>
          <p:cNvPr id="1788" name="Google Shape;1788;p29">
            <a:extLst xmlns:a="http://schemas.openxmlformats.org/drawingml/2006/main">
              <a:ext uri="{FF2B5EF4-FFF2-40B4-BE49-F238E27FC236}">
                <a16:creationId xmlns:a16="http://schemas.microsoft.com/office/drawing/2014/main" id="{2682C6B4-6329-4F12-AAA6-12E16F870562}"/>
              </a:ext>
            </a:extLst>
          </p:cNvPr>
          <p:cNvSpPr>
            <a:spLocks xmlns:a="http://schemas.openxmlformats.org/drawingml/2006/main" noGrp="1"/>
          </p:cNvSpPr>
          <p:nvPr/>
        </p:nvSpPr>
        <p:spPr>
          <a:xfrm xmlns:a="http://schemas.openxmlformats.org/drawingml/2006/main">
            <a:off x="320040" y="1920240"/>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1988" name="Google Shape;1789;p29"/>
          <p:cNvCxnSpPr/>
          <p:nvPr/>
        </p:nvCxnSpPr>
        <p:spPr>
          <a:xfrm xmlns:a="http://schemas.openxmlformats.org/drawingml/2006/main">
            <a:off x="320040" y="219913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90" name="Google Shape;1790;p29">
            <a:extLst xmlns:a="http://schemas.openxmlformats.org/drawingml/2006/main">
              <a:ext uri="{FF2B5EF4-FFF2-40B4-BE49-F238E27FC236}">
                <a16:creationId xmlns:a16="http://schemas.microsoft.com/office/drawing/2014/main" id="{D010E932-7FCB-476C-9023-D37C8CB6B05D}"/>
              </a:ext>
            </a:extLst>
          </p:cNvPr>
          <p:cNvSpPr>
            <a:spLocks xmlns:a="http://schemas.openxmlformats.org/drawingml/2006/main" noGrp="1"/>
          </p:cNvSpPr>
          <p:nvPr/>
        </p:nvSpPr>
        <p:spPr>
          <a:xfrm xmlns:a="http://schemas.openxmlformats.org/drawingml/2006/main">
            <a:off x="374904" y="192024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Block / disrupt time</a:t>
            </a:r>
            <a:endParaRPr sz="850" b="0" i="0" u="none" cap="none">
              <a:solidFill>
                <a:schemeClr val="dk1"/>
              </a:solidFill>
              <a:latin typeface="Arial"/>
              <a:ea typeface="Arial"/>
              <a:cs typeface="Arial"/>
            </a:endParaRPr>
          </a:p>
        </p:txBody>
      </p:sp>
      <p:sp>
        <p:nvSpPr>
          <p:cNvPr id="1791" name="Google Shape;1791;p29">
            <a:extLst xmlns:a="http://schemas.openxmlformats.org/drawingml/2006/main">
              <a:ext uri="{FF2B5EF4-FFF2-40B4-BE49-F238E27FC236}">
                <a16:creationId xmlns:a16="http://schemas.microsoft.com/office/drawing/2014/main" id="{1E25AFB9-FAAF-4AA5-8BE4-D5139E7EAB31}"/>
              </a:ext>
            </a:extLst>
          </p:cNvPr>
          <p:cNvSpPr>
            <a:spLocks xmlns:a="http://schemas.openxmlformats.org/drawingml/2006/main" noGrp="1"/>
          </p:cNvSpPr>
          <p:nvPr/>
        </p:nvSpPr>
        <p:spPr>
          <a:xfrm xmlns:a="http://schemas.openxmlformats.org/drawingml/2006/main">
            <a:off x="2478024" y="192024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seconds</a:t>
            </a:r>
            <a:endParaRPr sz="850" b="0" i="0" u="none" cap="none">
              <a:solidFill>
                <a:schemeClr val="dk1"/>
              </a:solidFill>
              <a:latin typeface="Arial"/>
              <a:ea typeface="Arial"/>
              <a:cs typeface="Arial"/>
            </a:endParaRPr>
          </a:p>
        </p:txBody>
      </p:sp>
      <p:sp>
        <p:nvSpPr>
          <p:cNvPr id="1792" name="Google Shape;1792;p29">
            <a:extLst xmlns:a="http://schemas.openxmlformats.org/drawingml/2006/main">
              <a:ext uri="{FF2B5EF4-FFF2-40B4-BE49-F238E27FC236}">
                <a16:creationId xmlns:a16="http://schemas.microsoft.com/office/drawing/2014/main" id="{F92736BD-C5B4-45FD-B4EB-61B9D32D8050}"/>
              </a:ext>
            </a:extLst>
          </p:cNvPr>
          <p:cNvSpPr>
            <a:spLocks xmlns:a="http://schemas.openxmlformats.org/drawingml/2006/main" noGrp="1"/>
          </p:cNvSpPr>
          <p:nvPr/>
        </p:nvSpPr>
        <p:spPr>
          <a:xfrm xmlns:a="http://schemas.openxmlformats.org/drawingml/2006/main">
            <a:off x="403250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93" name="Google Shape;1793;p29">
            <a:extLst xmlns:a="http://schemas.openxmlformats.org/drawingml/2006/main">
              <a:ext uri="{FF2B5EF4-FFF2-40B4-BE49-F238E27FC236}">
                <a16:creationId xmlns:a16="http://schemas.microsoft.com/office/drawing/2014/main" id="{D1E3BA4A-3184-4DE1-9668-53721379402B}"/>
              </a:ext>
            </a:extLst>
          </p:cNvPr>
          <p:cNvSpPr>
            <a:spLocks xmlns:a="http://schemas.openxmlformats.org/drawingml/2006/main" noGrp="1"/>
          </p:cNvSpPr>
          <p:nvPr/>
        </p:nvSpPr>
        <p:spPr>
          <a:xfrm xmlns:a="http://schemas.openxmlformats.org/drawingml/2006/main">
            <a:off x="5724144" y="192024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94" name="Google Shape;1794;p29">
            <a:extLst xmlns:a="http://schemas.openxmlformats.org/drawingml/2006/main">
              <a:ext uri="{FF2B5EF4-FFF2-40B4-BE49-F238E27FC236}">
                <a16:creationId xmlns:a16="http://schemas.microsoft.com/office/drawing/2014/main" id="{EFEEF9A7-AE26-4418-8308-9A2B755DA46E}"/>
              </a:ext>
            </a:extLst>
          </p:cNvPr>
          <p:cNvSpPr>
            <a:spLocks xmlns:a="http://schemas.openxmlformats.org/drawingml/2006/main" noGrp="1"/>
          </p:cNvSpPr>
          <p:nvPr/>
        </p:nvSpPr>
        <p:spPr>
          <a:xfrm xmlns:a="http://schemas.openxmlformats.org/drawingml/2006/main">
            <a:off x="7415784" y="192024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1994" name="Google Shape;1795;p29"/>
          <p:cNvCxnSpPr/>
          <p:nvPr/>
        </p:nvCxnSpPr>
        <p:spPr>
          <a:xfrm xmlns:a="http://schemas.openxmlformats.org/drawingml/2006/main">
            <a:off x="320040" y="247802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796" name="Google Shape;1796;p29">
            <a:extLst xmlns:a="http://schemas.openxmlformats.org/drawingml/2006/main">
              <a:ext uri="{FF2B5EF4-FFF2-40B4-BE49-F238E27FC236}">
                <a16:creationId xmlns:a16="http://schemas.microsoft.com/office/drawing/2014/main" id="{8B2B211C-262E-49BE-BF63-FFB853302AF6}"/>
              </a:ext>
            </a:extLst>
          </p:cNvPr>
          <p:cNvSpPr>
            <a:spLocks xmlns:a="http://schemas.openxmlformats.org/drawingml/2006/main" noGrp="1"/>
          </p:cNvSpPr>
          <p:nvPr/>
        </p:nvSpPr>
        <p:spPr>
          <a:xfrm xmlns:a="http://schemas.openxmlformats.org/drawingml/2006/main">
            <a:off x="374904" y="219913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Footprint when deployed</a:t>
            </a:r>
            <a:endParaRPr sz="850" b="0" i="0" u="none" cap="none">
              <a:solidFill>
                <a:schemeClr val="dk1"/>
              </a:solidFill>
              <a:latin typeface="Arial"/>
              <a:ea typeface="Arial"/>
              <a:cs typeface="Arial"/>
            </a:endParaRPr>
          </a:p>
        </p:txBody>
      </p:sp>
      <p:sp>
        <p:nvSpPr>
          <p:cNvPr id="1797" name="Google Shape;1797;p29">
            <a:extLst xmlns:a="http://schemas.openxmlformats.org/drawingml/2006/main">
              <a:ext uri="{FF2B5EF4-FFF2-40B4-BE49-F238E27FC236}">
                <a16:creationId xmlns:a16="http://schemas.microsoft.com/office/drawing/2014/main" id="{2460517F-5DE5-4E6D-9BE2-80A94F37A747}"/>
              </a:ext>
            </a:extLst>
          </p:cNvPr>
          <p:cNvSpPr>
            <a:spLocks xmlns:a="http://schemas.openxmlformats.org/drawingml/2006/main" noGrp="1"/>
          </p:cNvSpPr>
          <p:nvPr/>
        </p:nvSpPr>
        <p:spPr>
          <a:xfrm xmlns:a="http://schemas.openxmlformats.org/drawingml/2006/main">
            <a:off x="2478024" y="219913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in × in</a:t>
            </a:r>
            <a:endParaRPr sz="850" b="0" i="0" u="none" cap="none">
              <a:solidFill>
                <a:schemeClr val="dk1"/>
              </a:solidFill>
              <a:latin typeface="Arial"/>
              <a:ea typeface="Arial"/>
              <a:cs typeface="Arial"/>
            </a:endParaRPr>
          </a:p>
        </p:txBody>
      </p:sp>
      <p:sp>
        <p:nvSpPr>
          <p:cNvPr id="1798" name="Google Shape;1798;p29">
            <a:extLst xmlns:a="http://schemas.openxmlformats.org/drawingml/2006/main">
              <a:ext uri="{FF2B5EF4-FFF2-40B4-BE49-F238E27FC236}">
                <a16:creationId xmlns:a16="http://schemas.microsoft.com/office/drawing/2014/main" id="{BE6439B9-35E9-4BE1-ABA3-E0364499E01F}"/>
              </a:ext>
            </a:extLst>
          </p:cNvPr>
          <p:cNvSpPr>
            <a:spLocks xmlns:a="http://schemas.openxmlformats.org/drawingml/2006/main" noGrp="1"/>
          </p:cNvSpPr>
          <p:nvPr/>
        </p:nvSpPr>
        <p:spPr>
          <a:xfrm xmlns:a="http://schemas.openxmlformats.org/drawingml/2006/main">
            <a:off x="403250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799" name="Google Shape;1799;p29">
            <a:extLst xmlns:a="http://schemas.openxmlformats.org/drawingml/2006/main">
              <a:ext uri="{FF2B5EF4-FFF2-40B4-BE49-F238E27FC236}">
                <a16:creationId xmlns:a16="http://schemas.microsoft.com/office/drawing/2014/main" id="{6B76705F-E337-40DD-8B75-A9C85DED0EED}"/>
              </a:ext>
            </a:extLst>
          </p:cNvPr>
          <p:cNvSpPr>
            <a:spLocks xmlns:a="http://schemas.openxmlformats.org/drawingml/2006/main" noGrp="1"/>
          </p:cNvSpPr>
          <p:nvPr/>
        </p:nvSpPr>
        <p:spPr>
          <a:xfrm xmlns:a="http://schemas.openxmlformats.org/drawingml/2006/main">
            <a:off x="5724144" y="219913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00" name="Google Shape;1800;p29">
            <a:extLst xmlns:a="http://schemas.openxmlformats.org/drawingml/2006/main">
              <a:ext uri="{FF2B5EF4-FFF2-40B4-BE49-F238E27FC236}">
                <a16:creationId xmlns:a16="http://schemas.microsoft.com/office/drawing/2014/main" id="{3A52A66D-77DA-4B90-A3B7-6F74030D48BB}"/>
              </a:ext>
            </a:extLst>
          </p:cNvPr>
          <p:cNvSpPr>
            <a:spLocks xmlns:a="http://schemas.openxmlformats.org/drawingml/2006/main" noGrp="1"/>
          </p:cNvSpPr>
          <p:nvPr/>
        </p:nvSpPr>
        <p:spPr>
          <a:xfrm xmlns:a="http://schemas.openxmlformats.org/drawingml/2006/main">
            <a:off x="7415784" y="219913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01" name="Google Shape;1801;p29">
            <a:extLst xmlns:a="http://schemas.openxmlformats.org/drawingml/2006/main">
              <a:ext uri="{FF2B5EF4-FFF2-40B4-BE49-F238E27FC236}">
                <a16:creationId xmlns:a16="http://schemas.microsoft.com/office/drawing/2014/main" id="{C824E348-802B-4B7C-AC0A-43756C463614}"/>
              </a:ext>
            </a:extLst>
          </p:cNvPr>
          <p:cNvSpPr>
            <a:spLocks xmlns:a="http://schemas.openxmlformats.org/drawingml/2006/main" noGrp="1"/>
          </p:cNvSpPr>
          <p:nvPr/>
        </p:nvSpPr>
        <p:spPr>
          <a:xfrm xmlns:a="http://schemas.openxmlformats.org/drawingml/2006/main">
            <a:off x="320040" y="2478024"/>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001" name="Google Shape;1802;p29"/>
          <p:cNvCxnSpPr/>
          <p:nvPr/>
        </p:nvCxnSpPr>
        <p:spPr>
          <a:xfrm xmlns:a="http://schemas.openxmlformats.org/drawingml/2006/main">
            <a:off x="320040" y="27569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03" name="Google Shape;1803;p29">
            <a:extLst xmlns:a="http://schemas.openxmlformats.org/drawingml/2006/main">
              <a:ext uri="{FF2B5EF4-FFF2-40B4-BE49-F238E27FC236}">
                <a16:creationId xmlns:a16="http://schemas.microsoft.com/office/drawing/2014/main" id="{14B21336-DADB-4AE4-BAEE-A819BBA5AF37}"/>
              </a:ext>
            </a:extLst>
          </p:cNvPr>
          <p:cNvSpPr>
            <a:spLocks xmlns:a="http://schemas.openxmlformats.org/drawingml/2006/main" noGrp="1"/>
          </p:cNvSpPr>
          <p:nvPr/>
        </p:nvSpPr>
        <p:spPr>
          <a:xfrm xmlns:a="http://schemas.openxmlformats.org/drawingml/2006/main">
            <a:off x="374904" y="247802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Legal under game rules?</a:t>
            </a:r>
            <a:endParaRPr sz="850" b="0" i="0" u="none" cap="none">
              <a:solidFill>
                <a:schemeClr val="dk1"/>
              </a:solidFill>
              <a:latin typeface="Arial"/>
              <a:ea typeface="Arial"/>
              <a:cs typeface="Arial"/>
            </a:endParaRPr>
          </a:p>
        </p:txBody>
      </p:sp>
      <p:sp>
        <p:nvSpPr>
          <p:cNvPr id="1804" name="Google Shape;1804;p29">
            <a:extLst xmlns:a="http://schemas.openxmlformats.org/drawingml/2006/main">
              <a:ext uri="{FF2B5EF4-FFF2-40B4-BE49-F238E27FC236}">
                <a16:creationId xmlns:a16="http://schemas.microsoft.com/office/drawing/2014/main" id="{A3950C54-19B6-4675-9117-BE21994EE3A0}"/>
              </a:ext>
            </a:extLst>
          </p:cNvPr>
          <p:cNvSpPr>
            <a:spLocks xmlns:a="http://schemas.openxmlformats.org/drawingml/2006/main" noGrp="1"/>
          </p:cNvSpPr>
          <p:nvPr/>
        </p:nvSpPr>
        <p:spPr>
          <a:xfrm xmlns:a="http://schemas.openxmlformats.org/drawingml/2006/main">
            <a:off x="2478024" y="247802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Y/N + rule</a:t>
            </a:r>
            <a:endParaRPr sz="850" b="0" i="0" u="none" cap="none">
              <a:solidFill>
                <a:schemeClr val="dk1"/>
              </a:solidFill>
              <a:latin typeface="Arial"/>
              <a:ea typeface="Arial"/>
              <a:cs typeface="Arial"/>
            </a:endParaRPr>
          </a:p>
        </p:txBody>
      </p:sp>
      <p:sp>
        <p:nvSpPr>
          <p:cNvPr id="1805" name="Google Shape;1805;p29">
            <a:extLst xmlns:a="http://schemas.openxmlformats.org/drawingml/2006/main">
              <a:ext uri="{FF2B5EF4-FFF2-40B4-BE49-F238E27FC236}">
                <a16:creationId xmlns:a16="http://schemas.microsoft.com/office/drawing/2014/main" id="{42A7AFFA-E225-4203-B547-89E541E0BA1A}"/>
              </a:ext>
            </a:extLst>
          </p:cNvPr>
          <p:cNvSpPr>
            <a:spLocks xmlns:a="http://schemas.openxmlformats.org/drawingml/2006/main" noGrp="1"/>
          </p:cNvSpPr>
          <p:nvPr/>
        </p:nvSpPr>
        <p:spPr>
          <a:xfrm xmlns:a="http://schemas.openxmlformats.org/drawingml/2006/main">
            <a:off x="403250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06" name="Google Shape;1806;p29">
            <a:extLst xmlns:a="http://schemas.openxmlformats.org/drawingml/2006/main">
              <a:ext uri="{FF2B5EF4-FFF2-40B4-BE49-F238E27FC236}">
                <a16:creationId xmlns:a16="http://schemas.microsoft.com/office/drawing/2014/main" id="{3B782F62-8DF1-4242-9E2F-0108BE787DF4}"/>
              </a:ext>
            </a:extLst>
          </p:cNvPr>
          <p:cNvSpPr>
            <a:spLocks xmlns:a="http://schemas.openxmlformats.org/drawingml/2006/main" noGrp="1"/>
          </p:cNvSpPr>
          <p:nvPr/>
        </p:nvSpPr>
        <p:spPr>
          <a:xfrm xmlns:a="http://schemas.openxmlformats.org/drawingml/2006/main">
            <a:off x="5724144" y="247802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07" name="Google Shape;1807;p29">
            <a:extLst xmlns:a="http://schemas.openxmlformats.org/drawingml/2006/main">
              <a:ext uri="{FF2B5EF4-FFF2-40B4-BE49-F238E27FC236}">
                <a16:creationId xmlns:a16="http://schemas.microsoft.com/office/drawing/2014/main" id="{CD186B63-26B9-4D92-81FD-46C26FA0094C}"/>
              </a:ext>
            </a:extLst>
          </p:cNvPr>
          <p:cNvSpPr>
            <a:spLocks xmlns:a="http://schemas.openxmlformats.org/drawingml/2006/main" noGrp="1"/>
          </p:cNvSpPr>
          <p:nvPr/>
        </p:nvSpPr>
        <p:spPr>
          <a:xfrm xmlns:a="http://schemas.openxmlformats.org/drawingml/2006/main">
            <a:off x="7415784" y="247802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2007" name="Google Shape;1808;p29"/>
          <p:cNvCxnSpPr/>
          <p:nvPr/>
        </p:nvCxnSpPr>
        <p:spPr>
          <a:xfrm xmlns:a="http://schemas.openxmlformats.org/drawingml/2006/main">
            <a:off x="320040" y="30358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09" name="Google Shape;1809;p29">
            <a:extLst xmlns:a="http://schemas.openxmlformats.org/drawingml/2006/main">
              <a:ext uri="{FF2B5EF4-FFF2-40B4-BE49-F238E27FC236}">
                <a16:creationId xmlns:a16="http://schemas.microsoft.com/office/drawing/2014/main" id="{4E7343A0-CA68-4338-9CD0-6FDDC7CA5922}"/>
              </a:ext>
            </a:extLst>
          </p:cNvPr>
          <p:cNvSpPr>
            <a:spLocks xmlns:a="http://schemas.openxmlformats.org/drawingml/2006/main" noGrp="1"/>
          </p:cNvSpPr>
          <p:nvPr/>
        </p:nvSpPr>
        <p:spPr>
          <a:xfrm xmlns:a="http://schemas.openxmlformats.org/drawingml/2006/main">
            <a:off x="374904" y="2756916"/>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a:t>
            </a:r>
            <a:endParaRPr sz="850" b="0" i="0" u="none" cap="none">
              <a:solidFill>
                <a:schemeClr val="dk1"/>
              </a:solidFill>
              <a:latin typeface="Arial"/>
              <a:ea typeface="Arial"/>
              <a:cs typeface="Arial"/>
            </a:endParaRPr>
          </a:p>
        </p:txBody>
      </p:sp>
      <p:sp>
        <p:nvSpPr>
          <p:cNvPr id="1810" name="Google Shape;1810;p29">
            <a:extLst xmlns:a="http://schemas.openxmlformats.org/drawingml/2006/main">
              <a:ext uri="{FF2B5EF4-FFF2-40B4-BE49-F238E27FC236}">
                <a16:creationId xmlns:a16="http://schemas.microsoft.com/office/drawing/2014/main" id="{2C9BA9B3-A555-44F2-ABE5-F031D825E056}"/>
              </a:ext>
            </a:extLst>
          </p:cNvPr>
          <p:cNvSpPr>
            <a:spLocks xmlns:a="http://schemas.openxmlformats.org/drawingml/2006/main" noGrp="1"/>
          </p:cNvSpPr>
          <p:nvPr/>
        </p:nvSpPr>
        <p:spPr>
          <a:xfrm xmlns:a="http://schemas.openxmlformats.org/drawingml/2006/main">
            <a:off x="2478024" y="2756916"/>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lb</a:t>
            </a:r>
            <a:endParaRPr sz="850" b="0" i="0" u="none" cap="none">
              <a:solidFill>
                <a:schemeClr val="dk1"/>
              </a:solidFill>
              <a:latin typeface="Arial"/>
              <a:ea typeface="Arial"/>
              <a:cs typeface="Arial"/>
            </a:endParaRPr>
          </a:p>
        </p:txBody>
      </p:sp>
      <p:sp>
        <p:nvSpPr>
          <p:cNvPr id="1811" name="Google Shape;1811;p29">
            <a:extLst xmlns:a="http://schemas.openxmlformats.org/drawingml/2006/main">
              <a:ext uri="{FF2B5EF4-FFF2-40B4-BE49-F238E27FC236}">
                <a16:creationId xmlns:a16="http://schemas.microsoft.com/office/drawing/2014/main" id="{3F58864B-1297-4E32-9F43-F3C750342966}"/>
              </a:ext>
            </a:extLst>
          </p:cNvPr>
          <p:cNvSpPr>
            <a:spLocks xmlns:a="http://schemas.openxmlformats.org/drawingml/2006/main" noGrp="1"/>
          </p:cNvSpPr>
          <p:nvPr/>
        </p:nvSpPr>
        <p:spPr>
          <a:xfrm xmlns:a="http://schemas.openxmlformats.org/drawingml/2006/main">
            <a:off x="403250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12" name="Google Shape;1812;p29">
            <a:extLst xmlns:a="http://schemas.openxmlformats.org/drawingml/2006/main">
              <a:ext uri="{FF2B5EF4-FFF2-40B4-BE49-F238E27FC236}">
                <a16:creationId xmlns:a16="http://schemas.microsoft.com/office/drawing/2014/main" id="{456296F7-F2DC-4D6D-89BA-10DB2B791650}"/>
              </a:ext>
            </a:extLst>
          </p:cNvPr>
          <p:cNvSpPr>
            <a:spLocks xmlns:a="http://schemas.openxmlformats.org/drawingml/2006/main" noGrp="1"/>
          </p:cNvSpPr>
          <p:nvPr/>
        </p:nvSpPr>
        <p:spPr>
          <a:xfrm xmlns:a="http://schemas.openxmlformats.org/drawingml/2006/main">
            <a:off x="5724144" y="2756916"/>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13" name="Google Shape;1813;p29">
            <a:extLst xmlns:a="http://schemas.openxmlformats.org/drawingml/2006/main">
              <a:ext uri="{FF2B5EF4-FFF2-40B4-BE49-F238E27FC236}">
                <a16:creationId xmlns:a16="http://schemas.microsoft.com/office/drawing/2014/main" id="{D8537F02-135D-4C81-A77B-B5067DBC5754}"/>
              </a:ext>
            </a:extLst>
          </p:cNvPr>
          <p:cNvSpPr>
            <a:spLocks xmlns:a="http://schemas.openxmlformats.org/drawingml/2006/main" noGrp="1"/>
          </p:cNvSpPr>
          <p:nvPr/>
        </p:nvSpPr>
        <p:spPr>
          <a:xfrm xmlns:a="http://schemas.openxmlformats.org/drawingml/2006/main">
            <a:off x="7415784" y="2756916"/>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14" name="Google Shape;1814;p29">
            <a:extLst xmlns:a="http://schemas.openxmlformats.org/drawingml/2006/main">
              <a:ext uri="{FF2B5EF4-FFF2-40B4-BE49-F238E27FC236}">
                <a16:creationId xmlns:a16="http://schemas.microsoft.com/office/drawing/2014/main" id="{B1A6B3C6-7AE1-4545-8CFF-ACD8782ECD8D}"/>
              </a:ext>
            </a:extLst>
          </p:cNvPr>
          <p:cNvSpPr>
            <a:spLocks xmlns:a="http://schemas.openxmlformats.org/drawingml/2006/main" noGrp="1"/>
          </p:cNvSpPr>
          <p:nvPr/>
        </p:nvSpPr>
        <p:spPr>
          <a:xfrm xmlns:a="http://schemas.openxmlformats.org/drawingml/2006/main">
            <a:off x="320040" y="3035808"/>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014" name="Google Shape;1815;p29"/>
          <p:cNvCxnSpPr/>
          <p:nvPr/>
        </p:nvCxnSpPr>
        <p:spPr>
          <a:xfrm xmlns:a="http://schemas.openxmlformats.org/drawingml/2006/main">
            <a:off x="320040" y="331470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16" name="Google Shape;1816;p29">
            <a:extLst xmlns:a="http://schemas.openxmlformats.org/drawingml/2006/main">
              <a:ext uri="{FF2B5EF4-FFF2-40B4-BE49-F238E27FC236}">
                <a16:creationId xmlns:a16="http://schemas.microsoft.com/office/drawing/2014/main" id="{5A2A2468-85B5-4780-B160-C3FA98A61F5F}"/>
              </a:ext>
            </a:extLst>
          </p:cNvPr>
          <p:cNvSpPr>
            <a:spLocks xmlns:a="http://schemas.openxmlformats.org/drawingml/2006/main" noGrp="1"/>
          </p:cNvSpPr>
          <p:nvPr/>
        </p:nvSpPr>
        <p:spPr>
          <a:xfrm xmlns:a="http://schemas.openxmlformats.org/drawingml/2006/main">
            <a:off x="374904" y="3035808"/>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Complexity</a:t>
            </a:r>
            <a:endParaRPr sz="850" b="0" i="0" u="none" cap="none">
              <a:solidFill>
                <a:schemeClr val="dk1"/>
              </a:solidFill>
              <a:latin typeface="Arial"/>
              <a:ea typeface="Arial"/>
              <a:cs typeface="Arial"/>
            </a:endParaRPr>
          </a:p>
        </p:txBody>
      </p:sp>
      <p:sp>
        <p:nvSpPr>
          <p:cNvPr id="1817" name="Google Shape;1817;p29">
            <a:extLst xmlns:a="http://schemas.openxmlformats.org/drawingml/2006/main">
              <a:ext uri="{FF2B5EF4-FFF2-40B4-BE49-F238E27FC236}">
                <a16:creationId xmlns:a16="http://schemas.microsoft.com/office/drawing/2014/main" id="{1FC55853-228D-443A-A374-07ECF015F6AC}"/>
              </a:ext>
            </a:extLst>
          </p:cNvPr>
          <p:cNvSpPr>
            <a:spLocks xmlns:a="http://schemas.openxmlformats.org/drawingml/2006/main" noGrp="1"/>
          </p:cNvSpPr>
          <p:nvPr/>
        </p:nvSpPr>
        <p:spPr>
          <a:xfrm xmlns:a="http://schemas.openxmlformats.org/drawingml/2006/main">
            <a:off x="2478024" y="3035808"/>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818" name="Google Shape;1818;p29">
            <a:extLst xmlns:a="http://schemas.openxmlformats.org/drawingml/2006/main">
              <a:ext uri="{FF2B5EF4-FFF2-40B4-BE49-F238E27FC236}">
                <a16:creationId xmlns:a16="http://schemas.microsoft.com/office/drawing/2014/main" id="{0C71358C-4CA6-4783-A873-CB3CC0BE039F}"/>
              </a:ext>
            </a:extLst>
          </p:cNvPr>
          <p:cNvSpPr>
            <a:spLocks xmlns:a="http://schemas.openxmlformats.org/drawingml/2006/main" noGrp="1"/>
          </p:cNvSpPr>
          <p:nvPr/>
        </p:nvSpPr>
        <p:spPr>
          <a:xfrm xmlns:a="http://schemas.openxmlformats.org/drawingml/2006/main">
            <a:off x="403250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19" name="Google Shape;1819;p29">
            <a:extLst xmlns:a="http://schemas.openxmlformats.org/drawingml/2006/main">
              <a:ext uri="{FF2B5EF4-FFF2-40B4-BE49-F238E27FC236}">
                <a16:creationId xmlns:a16="http://schemas.microsoft.com/office/drawing/2014/main" id="{A020EA76-521B-4DEE-89C7-61FD9562825B}"/>
              </a:ext>
            </a:extLst>
          </p:cNvPr>
          <p:cNvSpPr>
            <a:spLocks xmlns:a="http://schemas.openxmlformats.org/drawingml/2006/main" noGrp="1"/>
          </p:cNvSpPr>
          <p:nvPr/>
        </p:nvSpPr>
        <p:spPr>
          <a:xfrm xmlns:a="http://schemas.openxmlformats.org/drawingml/2006/main">
            <a:off x="5724144" y="3035808"/>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20" name="Google Shape;1820;p29">
            <a:extLst xmlns:a="http://schemas.openxmlformats.org/drawingml/2006/main">
              <a:ext uri="{FF2B5EF4-FFF2-40B4-BE49-F238E27FC236}">
                <a16:creationId xmlns:a16="http://schemas.microsoft.com/office/drawing/2014/main" id="{A9B8B975-C4F9-4B03-91B1-D38C0E7A658E}"/>
              </a:ext>
            </a:extLst>
          </p:cNvPr>
          <p:cNvSpPr>
            <a:spLocks xmlns:a="http://schemas.openxmlformats.org/drawingml/2006/main" noGrp="1"/>
          </p:cNvSpPr>
          <p:nvPr/>
        </p:nvSpPr>
        <p:spPr>
          <a:xfrm xmlns:a="http://schemas.openxmlformats.org/drawingml/2006/main">
            <a:off x="7415784" y="3035808"/>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2020" name="Google Shape;1821;p29"/>
          <p:cNvCxnSpPr/>
          <p:nvPr/>
        </p:nvCxnSpPr>
        <p:spPr>
          <a:xfrm xmlns:a="http://schemas.openxmlformats.org/drawingml/2006/main">
            <a:off x="320040" y="35935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22" name="Google Shape;1822;p29">
            <a:extLst xmlns:a="http://schemas.openxmlformats.org/drawingml/2006/main">
              <a:ext uri="{FF2B5EF4-FFF2-40B4-BE49-F238E27FC236}">
                <a16:creationId xmlns:a16="http://schemas.microsoft.com/office/drawing/2014/main" id="{03805A2F-6B7E-4D0C-80F5-8D191C59F667}"/>
              </a:ext>
            </a:extLst>
          </p:cNvPr>
          <p:cNvSpPr>
            <a:spLocks xmlns:a="http://schemas.openxmlformats.org/drawingml/2006/main" noGrp="1"/>
          </p:cNvSpPr>
          <p:nvPr/>
        </p:nvSpPr>
        <p:spPr>
          <a:xfrm xmlns:a="http://schemas.openxmlformats.org/drawingml/2006/main">
            <a:off x="374904" y="3314700"/>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Affects offensive capacity?</a:t>
            </a:r>
            <a:endParaRPr sz="850" b="0" i="0" u="none" cap="none">
              <a:solidFill>
                <a:schemeClr val="dk1"/>
              </a:solidFill>
              <a:latin typeface="Arial"/>
              <a:ea typeface="Arial"/>
              <a:cs typeface="Arial"/>
            </a:endParaRPr>
          </a:p>
        </p:txBody>
      </p:sp>
      <p:sp>
        <p:nvSpPr>
          <p:cNvPr id="1823" name="Google Shape;1823;p29">
            <a:extLst xmlns:a="http://schemas.openxmlformats.org/drawingml/2006/main">
              <a:ext uri="{FF2B5EF4-FFF2-40B4-BE49-F238E27FC236}">
                <a16:creationId xmlns:a16="http://schemas.microsoft.com/office/drawing/2014/main" id="{514B8C7B-CB07-4109-B234-5CDA4BDD172C}"/>
              </a:ext>
            </a:extLst>
          </p:cNvPr>
          <p:cNvSpPr>
            <a:spLocks xmlns:a="http://schemas.openxmlformats.org/drawingml/2006/main" noGrp="1"/>
          </p:cNvSpPr>
          <p:nvPr/>
        </p:nvSpPr>
        <p:spPr>
          <a:xfrm xmlns:a="http://schemas.openxmlformats.org/drawingml/2006/main">
            <a:off x="2478024" y="3314700"/>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qualitative</a:t>
            </a:r>
            <a:endParaRPr sz="850" b="0" i="0" u="none" cap="none">
              <a:solidFill>
                <a:schemeClr val="dk1"/>
              </a:solidFill>
              <a:latin typeface="Arial"/>
              <a:ea typeface="Arial"/>
              <a:cs typeface="Arial"/>
            </a:endParaRPr>
          </a:p>
        </p:txBody>
      </p:sp>
      <p:sp>
        <p:nvSpPr>
          <p:cNvPr id="1824" name="Google Shape;1824;p29">
            <a:extLst xmlns:a="http://schemas.openxmlformats.org/drawingml/2006/main">
              <a:ext uri="{FF2B5EF4-FFF2-40B4-BE49-F238E27FC236}">
                <a16:creationId xmlns:a16="http://schemas.microsoft.com/office/drawing/2014/main" id="{BAA22E86-FE2B-4A73-B187-90C9C8755A9C}"/>
              </a:ext>
            </a:extLst>
          </p:cNvPr>
          <p:cNvSpPr>
            <a:spLocks xmlns:a="http://schemas.openxmlformats.org/drawingml/2006/main" noGrp="1"/>
          </p:cNvSpPr>
          <p:nvPr/>
        </p:nvSpPr>
        <p:spPr>
          <a:xfrm xmlns:a="http://schemas.openxmlformats.org/drawingml/2006/main">
            <a:off x="403250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25" name="Google Shape;1825;p29">
            <a:extLst xmlns:a="http://schemas.openxmlformats.org/drawingml/2006/main">
              <a:ext uri="{FF2B5EF4-FFF2-40B4-BE49-F238E27FC236}">
                <a16:creationId xmlns:a16="http://schemas.microsoft.com/office/drawing/2014/main" id="{815C2EAA-FAEB-492A-BFFF-414E444A23A2}"/>
              </a:ext>
            </a:extLst>
          </p:cNvPr>
          <p:cNvSpPr>
            <a:spLocks xmlns:a="http://schemas.openxmlformats.org/drawingml/2006/main" noGrp="1"/>
          </p:cNvSpPr>
          <p:nvPr/>
        </p:nvSpPr>
        <p:spPr>
          <a:xfrm xmlns:a="http://schemas.openxmlformats.org/drawingml/2006/main">
            <a:off x="5724144" y="3314700"/>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26" name="Google Shape;1826;p29">
            <a:extLst xmlns:a="http://schemas.openxmlformats.org/drawingml/2006/main">
              <a:ext uri="{FF2B5EF4-FFF2-40B4-BE49-F238E27FC236}">
                <a16:creationId xmlns:a16="http://schemas.microsoft.com/office/drawing/2014/main" id="{00F613A0-D0F9-4375-86E8-95D683CE5BF2}"/>
              </a:ext>
            </a:extLst>
          </p:cNvPr>
          <p:cNvSpPr>
            <a:spLocks xmlns:a="http://schemas.openxmlformats.org/drawingml/2006/main" noGrp="1"/>
          </p:cNvSpPr>
          <p:nvPr/>
        </p:nvSpPr>
        <p:spPr>
          <a:xfrm xmlns:a="http://schemas.openxmlformats.org/drawingml/2006/main">
            <a:off x="7415784" y="3314700"/>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27" name="Google Shape;1827;p29">
            <a:extLst xmlns:a="http://schemas.openxmlformats.org/drawingml/2006/main">
              <a:ext uri="{FF2B5EF4-FFF2-40B4-BE49-F238E27FC236}">
                <a16:creationId xmlns:a16="http://schemas.microsoft.com/office/drawing/2014/main" id="{03113203-F69F-4EC9-A382-D9DB7F004FA2}"/>
              </a:ext>
            </a:extLst>
          </p:cNvPr>
          <p:cNvSpPr>
            <a:spLocks xmlns:a="http://schemas.openxmlformats.org/drawingml/2006/main" noGrp="1"/>
          </p:cNvSpPr>
          <p:nvPr/>
        </p:nvSpPr>
        <p:spPr>
          <a:xfrm xmlns:a="http://schemas.openxmlformats.org/drawingml/2006/main">
            <a:off x="320040" y="3593592"/>
            <a:ext cx="8503920" cy="2788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027" name="Google Shape;1828;p29"/>
          <p:cNvCxnSpPr/>
          <p:nvPr/>
        </p:nvCxnSpPr>
        <p:spPr>
          <a:xfrm xmlns:a="http://schemas.openxmlformats.org/drawingml/2006/main">
            <a:off x="320040" y="38724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29" name="Google Shape;1829;p29">
            <a:extLst xmlns:a="http://schemas.openxmlformats.org/drawingml/2006/main">
              <a:ext uri="{FF2B5EF4-FFF2-40B4-BE49-F238E27FC236}">
                <a16:creationId xmlns:a16="http://schemas.microsoft.com/office/drawing/2014/main" id="{812886FB-2794-46A8-AC9F-F7A0AD2288EE}"/>
              </a:ext>
            </a:extLst>
          </p:cNvPr>
          <p:cNvSpPr>
            <a:spLocks xmlns:a="http://schemas.openxmlformats.org/drawingml/2006/main" noGrp="1"/>
          </p:cNvSpPr>
          <p:nvPr/>
        </p:nvSpPr>
        <p:spPr>
          <a:xfrm xmlns:a="http://schemas.openxmlformats.org/drawingml/2006/main">
            <a:off x="374904" y="3593592"/>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Smart Motor / sensor count</a:t>
            </a:r>
            <a:endParaRPr sz="850" b="0" i="0" u="none" cap="none">
              <a:solidFill>
                <a:schemeClr val="dk1"/>
              </a:solidFill>
              <a:latin typeface="Arial"/>
              <a:ea typeface="Arial"/>
              <a:cs typeface="Arial"/>
            </a:endParaRPr>
          </a:p>
        </p:txBody>
      </p:sp>
      <p:sp>
        <p:nvSpPr>
          <p:cNvPr id="1830" name="Google Shape;1830;p29">
            <a:extLst xmlns:a="http://schemas.openxmlformats.org/drawingml/2006/main">
              <a:ext uri="{FF2B5EF4-FFF2-40B4-BE49-F238E27FC236}">
                <a16:creationId xmlns:a16="http://schemas.microsoft.com/office/drawing/2014/main" id="{715B4B70-A55F-4D54-8C6A-05D3E20A997F}"/>
              </a:ext>
            </a:extLst>
          </p:cNvPr>
          <p:cNvSpPr>
            <a:spLocks xmlns:a="http://schemas.openxmlformats.org/drawingml/2006/main" noGrp="1"/>
          </p:cNvSpPr>
          <p:nvPr/>
        </p:nvSpPr>
        <p:spPr>
          <a:xfrm xmlns:a="http://schemas.openxmlformats.org/drawingml/2006/main">
            <a:off x="2478024" y="3593592"/>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t>
            </a:r>
            <a:endParaRPr sz="850" b="0" i="0" u="none" cap="none">
              <a:solidFill>
                <a:schemeClr val="dk1"/>
              </a:solidFill>
              <a:latin typeface="Arial"/>
              <a:ea typeface="Arial"/>
              <a:cs typeface="Arial"/>
            </a:endParaRPr>
          </a:p>
        </p:txBody>
      </p:sp>
      <p:sp>
        <p:nvSpPr>
          <p:cNvPr id="1831" name="Google Shape;1831;p29">
            <a:extLst xmlns:a="http://schemas.openxmlformats.org/drawingml/2006/main">
              <a:ext uri="{FF2B5EF4-FFF2-40B4-BE49-F238E27FC236}">
                <a16:creationId xmlns:a16="http://schemas.microsoft.com/office/drawing/2014/main" id="{359F5B7C-9ABF-4775-9877-FBFA03FA28EF}"/>
              </a:ext>
            </a:extLst>
          </p:cNvPr>
          <p:cNvSpPr>
            <a:spLocks xmlns:a="http://schemas.openxmlformats.org/drawingml/2006/main" noGrp="1"/>
          </p:cNvSpPr>
          <p:nvPr/>
        </p:nvSpPr>
        <p:spPr>
          <a:xfrm xmlns:a="http://schemas.openxmlformats.org/drawingml/2006/main">
            <a:off x="403250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32" name="Google Shape;1832;p29">
            <a:extLst xmlns:a="http://schemas.openxmlformats.org/drawingml/2006/main">
              <a:ext uri="{FF2B5EF4-FFF2-40B4-BE49-F238E27FC236}">
                <a16:creationId xmlns:a16="http://schemas.microsoft.com/office/drawing/2014/main" id="{E930349B-D697-445D-9BA9-A73F7FF2C912}"/>
              </a:ext>
            </a:extLst>
          </p:cNvPr>
          <p:cNvSpPr>
            <a:spLocks xmlns:a="http://schemas.openxmlformats.org/drawingml/2006/main" noGrp="1"/>
          </p:cNvSpPr>
          <p:nvPr/>
        </p:nvSpPr>
        <p:spPr>
          <a:xfrm xmlns:a="http://schemas.openxmlformats.org/drawingml/2006/main">
            <a:off x="5724144" y="3593592"/>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33" name="Google Shape;1833;p29">
            <a:extLst xmlns:a="http://schemas.openxmlformats.org/drawingml/2006/main">
              <a:ext uri="{FF2B5EF4-FFF2-40B4-BE49-F238E27FC236}">
                <a16:creationId xmlns:a16="http://schemas.microsoft.com/office/drawing/2014/main" id="{F136BE2C-82DC-4559-A16B-AD820D9605DD}"/>
              </a:ext>
            </a:extLst>
          </p:cNvPr>
          <p:cNvSpPr>
            <a:spLocks xmlns:a="http://schemas.openxmlformats.org/drawingml/2006/main" noGrp="1"/>
          </p:cNvSpPr>
          <p:nvPr/>
        </p:nvSpPr>
        <p:spPr>
          <a:xfrm xmlns:a="http://schemas.openxmlformats.org/drawingml/2006/main">
            <a:off x="7415784" y="3593592"/>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cxnSp>
        <p:nvCxnSpPr>
          <p:cNvPr id="2033" name="Google Shape;1834;p29"/>
          <p:cNvCxnSpPr/>
          <p:nvPr/>
        </p:nvCxnSpPr>
        <p:spPr>
          <a:xfrm xmlns:a="http://schemas.openxmlformats.org/drawingml/2006/main">
            <a:off x="320040" y="41513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35" name="Google Shape;1835;p29">
            <a:extLst xmlns:a="http://schemas.openxmlformats.org/drawingml/2006/main">
              <a:ext uri="{FF2B5EF4-FFF2-40B4-BE49-F238E27FC236}">
                <a16:creationId xmlns:a16="http://schemas.microsoft.com/office/drawing/2014/main" id="{41E09270-3A43-4467-BE6A-C0A598363E79}"/>
              </a:ext>
            </a:extLst>
          </p:cNvPr>
          <p:cNvSpPr>
            <a:spLocks xmlns:a="http://schemas.openxmlformats.org/drawingml/2006/main" noGrp="1"/>
          </p:cNvSpPr>
          <p:nvPr/>
        </p:nvSpPr>
        <p:spPr>
          <a:xfrm xmlns:a="http://schemas.openxmlformats.org/drawingml/2006/main">
            <a:off x="374904" y="3872484"/>
            <a:ext cx="20482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Build risk</a:t>
            </a:r>
            <a:endParaRPr sz="850" b="0" i="0" u="none" cap="none">
              <a:solidFill>
                <a:schemeClr val="dk1"/>
              </a:solidFill>
              <a:latin typeface="Arial"/>
              <a:ea typeface="Arial"/>
              <a:cs typeface="Arial"/>
            </a:endParaRPr>
          </a:p>
        </p:txBody>
      </p:sp>
      <p:sp>
        <p:nvSpPr>
          <p:cNvPr id="1836" name="Google Shape;1836;p29">
            <a:extLst xmlns:a="http://schemas.openxmlformats.org/drawingml/2006/main">
              <a:ext uri="{FF2B5EF4-FFF2-40B4-BE49-F238E27FC236}">
                <a16:creationId xmlns:a16="http://schemas.microsoft.com/office/drawing/2014/main" id="{7044525C-AEA8-471B-A31D-CE32C002D2AF}"/>
              </a:ext>
            </a:extLst>
          </p:cNvPr>
          <p:cNvSpPr>
            <a:spLocks xmlns:a="http://schemas.openxmlformats.org/drawingml/2006/main" noGrp="1"/>
          </p:cNvSpPr>
          <p:nvPr/>
        </p:nvSpPr>
        <p:spPr>
          <a:xfrm xmlns:a="http://schemas.openxmlformats.org/drawingml/2006/main">
            <a:off x="2478024" y="3872484"/>
            <a:ext cx="149961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1–5</a:t>
            </a:r>
            <a:endParaRPr sz="850" b="0" i="0" u="none" cap="none">
              <a:solidFill>
                <a:schemeClr val="dk1"/>
              </a:solidFill>
              <a:latin typeface="Arial"/>
              <a:ea typeface="Arial"/>
              <a:cs typeface="Arial"/>
            </a:endParaRPr>
          </a:p>
        </p:txBody>
      </p:sp>
      <p:sp>
        <p:nvSpPr>
          <p:cNvPr id="1837" name="Google Shape;1837;p29">
            <a:extLst xmlns:a="http://schemas.openxmlformats.org/drawingml/2006/main">
              <a:ext uri="{FF2B5EF4-FFF2-40B4-BE49-F238E27FC236}">
                <a16:creationId xmlns:a16="http://schemas.microsoft.com/office/drawing/2014/main" id="{F8DC9B45-9FCA-4E28-ADFC-F751D080C97B}"/>
              </a:ext>
            </a:extLst>
          </p:cNvPr>
          <p:cNvSpPr>
            <a:spLocks xmlns:a="http://schemas.openxmlformats.org/drawingml/2006/main" noGrp="1"/>
          </p:cNvSpPr>
          <p:nvPr/>
        </p:nvSpPr>
        <p:spPr>
          <a:xfrm xmlns:a="http://schemas.openxmlformats.org/drawingml/2006/main">
            <a:off x="403250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38" name="Google Shape;1838;p29">
            <a:extLst xmlns:a="http://schemas.openxmlformats.org/drawingml/2006/main">
              <a:ext uri="{FF2B5EF4-FFF2-40B4-BE49-F238E27FC236}">
                <a16:creationId xmlns:a16="http://schemas.microsoft.com/office/drawing/2014/main" id="{4CBE80E2-7CBF-4839-953B-0A9A31BB8FA8}"/>
              </a:ext>
            </a:extLst>
          </p:cNvPr>
          <p:cNvSpPr>
            <a:spLocks xmlns:a="http://schemas.openxmlformats.org/drawingml/2006/main" noGrp="1"/>
          </p:cNvSpPr>
          <p:nvPr/>
        </p:nvSpPr>
        <p:spPr>
          <a:xfrm xmlns:a="http://schemas.openxmlformats.org/drawingml/2006/main">
            <a:off x="5724144" y="3872484"/>
            <a:ext cx="163677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39" name="Google Shape;1839;p29">
            <a:extLst xmlns:a="http://schemas.openxmlformats.org/drawingml/2006/main">
              <a:ext uri="{FF2B5EF4-FFF2-40B4-BE49-F238E27FC236}">
                <a16:creationId xmlns:a16="http://schemas.microsoft.com/office/drawing/2014/main" id="{3B27B73C-E677-4E88-AC21-133BF7506E07}"/>
              </a:ext>
            </a:extLst>
          </p:cNvPr>
          <p:cNvSpPr>
            <a:spLocks xmlns:a="http://schemas.openxmlformats.org/drawingml/2006/main" noGrp="1"/>
          </p:cNvSpPr>
          <p:nvPr/>
        </p:nvSpPr>
        <p:spPr>
          <a:xfrm xmlns:a="http://schemas.openxmlformats.org/drawingml/2006/main">
            <a:off x="7415784" y="3872484"/>
            <a:ext cx="1362456" cy="2788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[value]</a:t>
            </a:r>
            <a:endParaRPr sz="850" b="0" i="0" u="none" cap="none">
              <a:solidFill>
                <a:schemeClr val="dk1"/>
              </a:solidFill>
              <a:latin typeface="Arial"/>
              <a:ea typeface="Arial"/>
              <a:cs typeface="Arial"/>
            </a:endParaRPr>
          </a:p>
        </p:txBody>
      </p:sp>
      <p:sp>
        <p:nvSpPr>
          <p:cNvPr id="1840" name="Google Shape;1840;p29">
            <a:extLst xmlns:a="http://schemas.openxmlformats.org/drawingml/2006/main">
              <a:ext uri="{FF2B5EF4-FFF2-40B4-BE49-F238E27FC236}">
                <a16:creationId xmlns:a16="http://schemas.microsoft.com/office/drawing/2014/main" id="{150EB2ED-812C-4AB1-BE9B-69419FFF39E7}"/>
              </a:ext>
            </a:extLst>
          </p:cNvPr>
          <p:cNvSpPr>
            <a:spLocks xmlns:a="http://schemas.openxmlformats.org/drawingml/2006/main" noGrp="1"/>
          </p:cNvSpPr>
          <p:nvPr/>
        </p:nvSpPr>
        <p:spPr>
          <a:xfrm xmlns:a="http://schemas.openxmlformats.org/drawingml/2006/main">
            <a:off x="320040" y="1682496"/>
            <a:ext cx="8503920" cy="2468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841" name="Google Shape;1841;p29">
            <a:extLst xmlns:a="http://schemas.openxmlformats.org/drawingml/2006/main">
              <a:ext uri="{FF2B5EF4-FFF2-40B4-BE49-F238E27FC236}">
                <a16:creationId xmlns:a16="http://schemas.microsoft.com/office/drawing/2014/main" id="{10253A2E-1B4F-4271-80D8-690F02E84CA8}"/>
              </a:ext>
            </a:extLst>
          </p:cNvPr>
          <p:cNvSpPr>
            <a:spLocks xmlns:a="http://schemas.openxmlformats.org/drawingml/2006/main" noGrp="1"/>
          </p:cNvSpPr>
          <p:nvPr/>
        </p:nvSpPr>
        <p:spPr>
          <a:xfrm xmlns:a="http://schemas.openxmlformats.org/drawingml/2006/main">
            <a:off x="320040" y="42793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97706"/>
              </a:buClr>
              <a:buSzPts val="850"/>
              <a:buFont typeface="Arial"/>
              <a:buNone/>
            </a:pPr>
            <a:r>
              <a:rPr sz="850" b="1" i="0" u="none" cap="none">
                <a:solidFill>
                  <a:srgbClr val="D97706"/>
                </a:solidFill>
                <a:latin typeface="Arial"/>
                <a:ea typeface="Arial"/>
                <a:cs typeface="Arial"/>
              </a:rPr>
              <a:t>COMPARISON ANALYSIS  —  which concept leads on which criteria, and why</a:t>
            </a:r>
            <a:endParaRPr sz="850" b="0" i="0" u="none" cap="none">
              <a:solidFill>
                <a:schemeClr val="dk1"/>
              </a:solidFill>
              <a:latin typeface="Arial"/>
              <a:ea typeface="Arial"/>
              <a:cs typeface="Arial"/>
            </a:endParaRPr>
          </a:p>
        </p:txBody>
      </p:sp>
      <p:sp>
        <p:nvSpPr>
          <p:cNvPr id="1842" name="Google Shape;1842;p29">
            <a:extLst xmlns:a="http://schemas.openxmlformats.org/drawingml/2006/main">
              <a:ext uri="{FF2B5EF4-FFF2-40B4-BE49-F238E27FC236}">
                <a16:creationId xmlns:a16="http://schemas.microsoft.com/office/drawing/2014/main" id="{078D6B72-1B4D-4A9A-B75C-8777EF192807}"/>
              </a:ext>
            </a:extLst>
          </p:cNvPr>
          <p:cNvSpPr>
            <a:spLocks xmlns:a="http://schemas.openxmlformats.org/drawingml/2006/main" noGrp="1"/>
          </p:cNvSpPr>
          <p:nvPr/>
        </p:nvSpPr>
        <p:spPr>
          <a:xfrm xmlns:a="http://schemas.openxmlformats.org/drawingml/2006/main">
            <a:off x="320040" y="4498848"/>
            <a:ext cx="8503920" cy="438912"/>
          </a:xfrm>
          <a:prstGeom xmlns:a="http://schemas.openxmlformats.org/drawingml/2006/main" prst="rect">
            <a:avLst/>
          </a:prstGeom>
          <a:solidFill xmlns:a="http://schemas.openxmlformats.org/drawingml/2006/main">
            <a:srgbClr val="FFFBEB"/>
          </a:solidFill>
          <a:ln xmlns:a="http://schemas.openxmlformats.org/drawingml/2006/main" w="9525" cmpd="sng">
            <a:solidFill>
              <a:srgbClr val="D9770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843" name="Google Shape;1843;p29">
            <a:extLst xmlns:a="http://schemas.openxmlformats.org/drawingml/2006/main">
              <a:ext uri="{FF2B5EF4-FFF2-40B4-BE49-F238E27FC236}">
                <a16:creationId xmlns:a16="http://schemas.microsoft.com/office/drawing/2014/main" id="{1CD4D3BE-6498-402B-8FCB-2BC3A37244F6}"/>
              </a:ext>
            </a:extLst>
          </p:cNvPr>
          <p:cNvSpPr>
            <a:spLocks xmlns:a="http://schemas.openxmlformats.org/drawingml/2006/main" noGrp="1"/>
          </p:cNvSpPr>
          <p:nvPr/>
        </p:nvSpPr>
        <p:spPr>
          <a:xfrm xmlns:a="http://schemas.openxmlformats.org/drawingml/2006/main">
            <a:off x="457200" y="4498848"/>
            <a:ext cx="8275320" cy="438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[3–4 sentences. Identify the leader on each criterion. Name the tradeoffs. Note which concept is the emerging favorite for the decision matrix — and why.]</a:t>
            </a:r>
            <a:endParaRPr sz="950" b="0" i="0" u="none" cap="none">
              <a:solidFill>
                <a:schemeClr val="dk1"/>
              </a:solidFill>
              <a:latin typeface="Arial"/>
              <a:ea typeface="Arial"/>
              <a:cs typeface="Arial"/>
            </a:endParaRPr>
          </a:p>
        </p:txBody>
      </p:sp>
      <p:sp>
        <p:nvSpPr>
          <p:cNvPr id="1844" name="Google Shape;1844;p29">
            <a:extLst xmlns:a="http://schemas.openxmlformats.org/drawingml/2006/main">
              <a:ext uri="{FF2B5EF4-FFF2-40B4-BE49-F238E27FC236}">
                <a16:creationId xmlns:a16="http://schemas.microsoft.com/office/drawing/2014/main" id="{69B7E0C1-4DF5-4EE6-B714-A3986989E392}"/>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9770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e6b6fa6359e346f2"/>
              </a:rPr>
              <a:t>mechanism-intakes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ac10611e95fb40a7"/>
              </a:rPr>
              <a:t>mechanism-lifts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86af6200210a48b5"/>
              </a:rPr>
              <a:t>decision-matrix</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675297962"/>
      </p:ext>
    </p:extLst>
  </p:cSld>
</p:sld>
</file>

<file path=ppt/slides/slide28.xml><?xml version="1.0" encoding="utf-8"?>
<p:sld xmlns:p="http://schemas.openxmlformats.org/presentationml/2006/main">
  <p:cSld>
    <p:bg>
      <p:bgPr>
        <a:solidFill xmlns:a="http://schemas.openxmlformats.org/drawingml/2006/main">
          <a:srgbClr val="7C3AED"/>
        </a:solidFill>
      </p:bgPr>
    </p:bg>
    <p:spTree>
      <p:nvGrpSpPr>
        <p:cNvPr id="1" name=""/>
        <p:cNvGrpSpPr/>
        <p:nvPr/>
      </p:nvGrpSpPr>
      <p:grpSpPr>
        <a:xfrm xmlns:a="http://schemas.openxmlformats.org/drawingml/2006/main"/>
      </p:grpSpPr>
      <p:sp>
        <p:nvSpPr>
          <p:cNvPr id="1850" name="Google Shape;1850;p30">
            <a:extLst xmlns:a="http://schemas.openxmlformats.org/drawingml/2006/main">
              <a:ext uri="{FF2B5EF4-FFF2-40B4-BE49-F238E27FC236}">
                <a16:creationId xmlns:a16="http://schemas.microsoft.com/office/drawing/2014/main" id="{675017B6-D327-4266-8E61-6EE1B0482327}"/>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3</a:t>
            </a:r>
            <a:endParaRPr sz="15000" b="0" i="0" u="none" cap="none">
              <a:solidFill>
                <a:schemeClr val="dk1"/>
              </a:solidFill>
              <a:latin typeface="Arial"/>
              <a:ea typeface="Arial"/>
              <a:cs typeface="Arial"/>
            </a:endParaRPr>
          </a:p>
        </p:txBody>
      </p:sp>
      <p:sp>
        <p:nvSpPr>
          <p:cNvPr id="1851" name="Google Shape;1851;p30">
            <a:extLst xmlns:a="http://schemas.openxmlformats.org/drawingml/2006/main">
              <a:ext uri="{FF2B5EF4-FFF2-40B4-BE49-F238E27FC236}">
                <a16:creationId xmlns:a16="http://schemas.microsoft.com/office/drawing/2014/main" id="{8498E1A8-A3EE-44F2-B991-72EAA2EC01F3}"/>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STEP 3</a:t>
            </a:r>
            <a:endParaRPr sz="1100" b="0" i="0" u="none" cap="none">
              <a:solidFill>
                <a:schemeClr val="dk1"/>
              </a:solidFill>
              <a:latin typeface="Arial"/>
              <a:ea typeface="Arial"/>
              <a:cs typeface="Arial"/>
            </a:endParaRPr>
          </a:p>
        </p:txBody>
      </p:sp>
      <p:sp>
        <p:nvSpPr>
          <p:cNvPr id="1852" name="Google Shape;1852;p30">
            <a:extLst xmlns:a="http://schemas.openxmlformats.org/drawingml/2006/main">
              <a:ext uri="{FF2B5EF4-FFF2-40B4-BE49-F238E27FC236}">
                <a16:creationId xmlns:a16="http://schemas.microsoft.com/office/drawing/2014/main" id="{112B1C58-B1B8-44F8-A423-F74BF6CF7B7F}"/>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SELECT BEST SOLUTION</a:t>
            </a:r>
            <a:endParaRPr sz="3800" b="0" i="0" u="none" cap="none">
              <a:solidFill>
                <a:schemeClr val="dk1"/>
              </a:solidFill>
              <a:latin typeface="Arial"/>
              <a:ea typeface="Arial"/>
              <a:cs typeface="Arial"/>
            </a:endParaRPr>
          </a:p>
        </p:txBody>
      </p:sp>
      <p:sp>
        <p:nvSpPr>
          <p:cNvPr id="1853" name="Google Shape;1853;p30">
            <a:extLst xmlns:a="http://schemas.openxmlformats.org/drawingml/2006/main">
              <a:ext uri="{FF2B5EF4-FFF2-40B4-BE49-F238E27FC236}">
                <a16:creationId xmlns:a16="http://schemas.microsoft.com/office/drawing/2014/main" id="{2CFA7932-A4D5-4EEF-AD46-75B71BC28E52}"/>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Weighted Decision Matrix · Rationale · Lessons from Discarded Ideas</a:t>
            </a:r>
            <a:endParaRPr sz="1300" b="0" i="0" u="none" cap="none">
              <a:solidFill>
                <a:schemeClr val="dk1"/>
              </a:solidFill>
              <a:latin typeface="Arial"/>
              <a:ea typeface="Arial"/>
              <a:cs typeface="Arial"/>
            </a:endParaRPr>
          </a:p>
        </p:txBody>
      </p:sp>
      <p:sp>
        <p:nvSpPr>
          <p:cNvPr id="1854" name="Google Shape;1854;p30">
            <a:extLst xmlns:a="http://schemas.openxmlformats.org/drawingml/2006/main">
              <a:ext uri="{FF2B5EF4-FFF2-40B4-BE49-F238E27FC236}">
                <a16:creationId xmlns:a16="http://schemas.microsoft.com/office/drawing/2014/main" id="{2C027932-3F1F-4D23-82DE-A1FC9EBEDC5A}"/>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1855" name="Google Shape;1855;p30">
            <a:extLst xmlns:a="http://schemas.openxmlformats.org/drawingml/2006/main">
              <a:ext uri="{FF2B5EF4-FFF2-40B4-BE49-F238E27FC236}">
                <a16:creationId xmlns:a16="http://schemas.microsoft.com/office/drawing/2014/main" id="{89DA745B-58AA-4FF5-BE19-01BC14A3A6EC}"/>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29:  Decision Matrix — Drivetrain</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30:  Decision Matrix — Intake</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31:  Decision Matrix — Scoring</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32:  Decision Matrix — Defensive</a:t>
            </a:r>
            <a:endParaRPr sz="1100" b="0" i="0" u="none" cap="none">
              <a:solidFill>
                <a:schemeClr val="dk1"/>
              </a:solidFill>
              <a:latin typeface="Arial"/>
              <a:ea typeface="Arial"/>
              <a:cs typeface="Arial"/>
            </a:endParaRPr>
          </a:p>
        </p:txBody>
      </p:sp>
      <p:sp>
        <p:nvSpPr>
          <p:cNvPr id="1856" name="Google Shape;1856;p30">
            <a:extLst xmlns:a="http://schemas.openxmlformats.org/drawingml/2006/main">
              <a:ext uri="{FF2B5EF4-FFF2-40B4-BE49-F238E27FC236}">
                <a16:creationId xmlns:a16="http://schemas.microsoft.com/office/drawing/2014/main" id="{01BC1CD4-AF0E-4446-850C-4A54DB365969}"/>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33:  Discarded Ideas &amp; Lessons Learned</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34:  Preliminary Design Selection  (table)</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35:  Preliminary Design — Technical Drawing</a:t>
            </a:r>
            <a:endParaRPr sz="1100" b="0" i="0" u="none" cap="none">
              <a:solidFill>
                <a:schemeClr val="dk1"/>
              </a:solidFill>
              <a:latin typeface="Arial"/>
              <a:ea typeface="Arial"/>
              <a:cs typeface="Arial"/>
            </a:endParaRPr>
          </a:p>
        </p:txBody>
      </p:sp>
      <p:sp>
        <p:nvSpPr>
          <p:cNvPr id="1857" name="Google Shape;1857;p30">
            <a:extLst xmlns:a="http://schemas.openxmlformats.org/drawingml/2006/main">
              <a:ext uri="{FF2B5EF4-FFF2-40B4-BE49-F238E27FC236}">
                <a16:creationId xmlns:a16="http://schemas.microsoft.com/office/drawing/2014/main" id="{B3F7E74C-5162-470F-861D-27B3268B655F}"/>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28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179699045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863" name="Google Shape;1863;p31">
            <a:extLst xmlns:a="http://schemas.openxmlformats.org/drawingml/2006/main">
              <a:ext uri="{FF2B5EF4-FFF2-40B4-BE49-F238E27FC236}">
                <a16:creationId xmlns:a16="http://schemas.microsoft.com/office/drawing/2014/main" id="{4EB39A25-D741-48ED-86E8-609F241E0786}"/>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864" name="Google Shape;1864;p31">
            <a:extLst xmlns:a="http://schemas.openxmlformats.org/drawingml/2006/main">
              <a:ext uri="{FF2B5EF4-FFF2-40B4-BE49-F238E27FC236}">
                <a16:creationId xmlns:a16="http://schemas.microsoft.com/office/drawing/2014/main" id="{9F5FA8DE-FB97-4E42-B66A-EFCDE5CBDA16}"/>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DRIVETRAIN MATRIX</a:t>
            </a:r>
            <a:endParaRPr sz="1050" b="0" i="0" u="none" cap="none">
              <a:solidFill>
                <a:schemeClr val="dk1"/>
              </a:solidFill>
              <a:latin typeface="Arial"/>
              <a:ea typeface="Arial"/>
              <a:cs typeface="Arial"/>
            </a:endParaRPr>
          </a:p>
        </p:txBody>
      </p:sp>
      <p:sp>
        <p:nvSpPr>
          <p:cNvPr id="1865" name="Google Shape;1865;p31">
            <a:extLst xmlns:a="http://schemas.openxmlformats.org/drawingml/2006/main">
              <a:ext uri="{FF2B5EF4-FFF2-40B4-BE49-F238E27FC236}">
                <a16:creationId xmlns:a16="http://schemas.microsoft.com/office/drawing/2014/main" id="{C207CFDE-9279-4347-902A-F94FF7434C7B}"/>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866" name="Google Shape;1866;p31">
            <a:extLst xmlns:a="http://schemas.openxmlformats.org/drawingml/2006/main">
              <a:ext uri="{FF2B5EF4-FFF2-40B4-BE49-F238E27FC236}">
                <a16:creationId xmlns:a16="http://schemas.microsoft.com/office/drawing/2014/main" id="{A2839A57-8F2C-4AB6-ABFB-C0886AD63666}"/>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Decision Matrix — Mobility &amp; Routing</a:t>
            </a:r>
            <a:endParaRPr sz="2200" b="0" i="0" u="none" cap="none">
              <a:solidFill>
                <a:schemeClr val="dk1"/>
              </a:solidFill>
              <a:latin typeface="Arial"/>
              <a:ea typeface="Arial"/>
              <a:cs typeface="Arial"/>
            </a:endParaRPr>
          </a:p>
        </p:txBody>
      </p:sp>
      <p:sp>
        <p:nvSpPr>
          <p:cNvPr id="1867" name="Google Shape;1867;p31">
            <a:extLst xmlns:a="http://schemas.openxmlformats.org/drawingml/2006/main">
              <a:ext uri="{FF2B5EF4-FFF2-40B4-BE49-F238E27FC236}">
                <a16:creationId xmlns:a16="http://schemas.microsoft.com/office/drawing/2014/main" id="{63D3F24B-881D-4370-9FC1-0FEB662DA2A5}"/>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Criteria match the Mobility &amp; Routing comparison table. Scores: 1=poor, 5=excellent. W×S = weighted score. Highest TOTAL wins.</a:t>
            </a:r>
            <a:endParaRPr sz="900" b="0" i="0" u="none" cap="none">
              <a:solidFill>
                <a:schemeClr val="dk1"/>
              </a:solidFill>
              <a:latin typeface="Arial"/>
              <a:ea typeface="Arial"/>
              <a:cs typeface="Arial"/>
            </a:endParaRPr>
          </a:p>
        </p:txBody>
      </p:sp>
      <p:sp>
        <p:nvSpPr>
          <p:cNvPr id="1868" name="Google Shape;1868;p31">
            <a:extLst xmlns:a="http://schemas.openxmlformats.org/drawingml/2006/main">
              <a:ext uri="{FF2B5EF4-FFF2-40B4-BE49-F238E27FC236}">
                <a16:creationId xmlns:a16="http://schemas.microsoft.com/office/drawing/2014/main" id="{3E61DB7B-FC58-4FDB-BB7E-858D0695A12F}"/>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869" name="Google Shape;1869;p31">
            <a:extLst xmlns:a="http://schemas.openxmlformats.org/drawingml/2006/main">
              <a:ext uri="{FF2B5EF4-FFF2-40B4-BE49-F238E27FC236}">
                <a16:creationId xmlns:a16="http://schemas.microsoft.com/office/drawing/2014/main" id="{E14B6ECB-8CFE-4F9E-AF1F-C46D38F830BB}"/>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33 / 61</a:t>
            </a:r>
            <a:endParaRPr sz="900" b="0" i="0" u="none" cap="none">
              <a:solidFill>
                <a:schemeClr val="dk1"/>
              </a:solidFill>
              <a:latin typeface="Arial"/>
              <a:ea typeface="Arial"/>
              <a:cs typeface="Arial"/>
            </a:endParaRPr>
          </a:p>
        </p:txBody>
      </p:sp>
      <p:sp>
        <p:nvSpPr>
          <p:cNvPr id="1870" name="Google Shape;1870;p31">
            <a:extLst xmlns:a="http://schemas.openxmlformats.org/drawingml/2006/main">
              <a:ext uri="{FF2B5EF4-FFF2-40B4-BE49-F238E27FC236}">
                <a16:creationId xmlns:a16="http://schemas.microsoft.com/office/drawing/2014/main" id="{77DDB057-4CCA-42BA-94CE-924F3C8B53A3}"/>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871" name="Google Shape;1871;p31">
            <a:extLst xmlns:a="http://schemas.openxmlformats.org/drawingml/2006/main">
              <a:ext uri="{FF2B5EF4-FFF2-40B4-BE49-F238E27FC236}">
                <a16:creationId xmlns:a16="http://schemas.microsoft.com/office/drawing/2014/main" id="{B4A7D03B-B0C9-4CF6-A48D-51C6A6D41A76}"/>
              </a:ext>
            </a:extLst>
          </p:cNvPr>
          <p:cNvSpPr>
            <a:spLocks xmlns:a="http://schemas.openxmlformats.org/drawingml/2006/main" noGrp="1"/>
          </p:cNvSpPr>
          <p:nvPr/>
        </p:nvSpPr>
        <p:spPr>
          <a:xfrm xmlns:a="http://schemas.openxmlformats.org/drawingml/2006/main">
            <a:off x="320040" y="1078992"/>
            <a:ext cx="8503920" cy="274320"/>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872" name="Google Shape;1872;p31">
            <a:extLst xmlns:a="http://schemas.openxmlformats.org/drawingml/2006/main">
              <a:ext uri="{FF2B5EF4-FFF2-40B4-BE49-F238E27FC236}">
                <a16:creationId xmlns:a16="http://schemas.microsoft.com/office/drawing/2014/main" id="{26B5E502-EAEB-42CC-9F4C-5425BFEDDF51}"/>
              </a:ext>
            </a:extLst>
          </p:cNvPr>
          <p:cNvSpPr>
            <a:spLocks xmlns:a="http://schemas.openxmlformats.org/drawingml/2006/main" noGrp="1"/>
          </p:cNvSpPr>
          <p:nvPr/>
        </p:nvSpPr>
        <p:spPr>
          <a:xfrm xmlns:a="http://schemas.openxmlformats.org/drawingml/2006/main">
            <a:off x="374904" y="1078992"/>
            <a:ext cx="25054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Criterion (from comparison table)</a:t>
            </a:r>
            <a:endParaRPr sz="800" b="0" i="0" u="none" cap="none">
              <a:solidFill>
                <a:schemeClr val="dk1"/>
              </a:solidFill>
              <a:latin typeface="Arial"/>
              <a:ea typeface="Arial"/>
              <a:cs typeface="Arial"/>
            </a:endParaRPr>
          </a:p>
        </p:txBody>
      </p:sp>
      <p:sp>
        <p:nvSpPr>
          <p:cNvPr id="1873" name="Google Shape;1873;p31">
            <a:extLst xmlns:a="http://schemas.openxmlformats.org/drawingml/2006/main">
              <a:ext uri="{FF2B5EF4-FFF2-40B4-BE49-F238E27FC236}">
                <a16:creationId xmlns:a16="http://schemas.microsoft.com/office/drawing/2014/main" id="{88057A60-1B61-4161-8287-2CB74A055BB5}"/>
              </a:ext>
            </a:extLst>
          </p:cNvPr>
          <p:cNvSpPr>
            <a:spLocks xmlns:a="http://schemas.openxmlformats.org/drawingml/2006/main" noGrp="1"/>
          </p:cNvSpPr>
          <p:nvPr/>
        </p:nvSpPr>
        <p:spPr>
          <a:xfrm xmlns:a="http://schemas.openxmlformats.org/drawingml/2006/main">
            <a:off x="2935224" y="1078992"/>
            <a:ext cx="58521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Weight</a:t>
            </a:r>
            <a:endParaRPr sz="800" b="0" i="0" u="none" cap="none">
              <a:solidFill>
                <a:schemeClr val="dk1"/>
              </a:solidFill>
              <a:latin typeface="Arial"/>
              <a:ea typeface="Arial"/>
              <a:cs typeface="Arial"/>
            </a:endParaRPr>
          </a:p>
        </p:txBody>
      </p:sp>
      <p:sp>
        <p:nvSpPr>
          <p:cNvPr id="1874" name="Google Shape;1874;p31">
            <a:extLst xmlns:a="http://schemas.openxmlformats.org/drawingml/2006/main">
              <a:ext uri="{FF2B5EF4-FFF2-40B4-BE49-F238E27FC236}">
                <a16:creationId xmlns:a16="http://schemas.microsoft.com/office/drawing/2014/main" id="{26C00399-0007-4282-A8A0-D504D3F95F26}"/>
              </a:ext>
            </a:extLst>
          </p:cNvPr>
          <p:cNvSpPr>
            <a:spLocks xmlns:a="http://schemas.openxmlformats.org/drawingml/2006/main" noGrp="1"/>
          </p:cNvSpPr>
          <p:nvPr/>
        </p:nvSpPr>
        <p:spPr>
          <a:xfrm xmlns:a="http://schemas.openxmlformats.org/drawingml/2006/main">
            <a:off x="357530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Score</a:t>
            </a:r>
            <a:endParaRPr sz="800" b="0" i="0" u="none" cap="none">
              <a:solidFill>
                <a:schemeClr val="dk1"/>
              </a:solidFill>
              <a:latin typeface="Arial"/>
              <a:ea typeface="Arial"/>
              <a:cs typeface="Arial"/>
            </a:endParaRPr>
          </a:p>
        </p:txBody>
      </p:sp>
      <p:sp>
        <p:nvSpPr>
          <p:cNvPr id="1875" name="Google Shape;1875;p31">
            <a:extLst xmlns:a="http://schemas.openxmlformats.org/drawingml/2006/main">
              <a:ext uri="{FF2B5EF4-FFF2-40B4-BE49-F238E27FC236}">
                <a16:creationId xmlns:a16="http://schemas.microsoft.com/office/drawing/2014/main" id="{67470F32-F899-41C1-ABC0-FE578D8989FF}"/>
              </a:ext>
            </a:extLst>
          </p:cNvPr>
          <p:cNvSpPr>
            <a:spLocks xmlns:a="http://schemas.openxmlformats.org/drawingml/2006/main" noGrp="1"/>
          </p:cNvSpPr>
          <p:nvPr/>
        </p:nvSpPr>
        <p:spPr>
          <a:xfrm xmlns:a="http://schemas.openxmlformats.org/drawingml/2006/main">
            <a:off x="439826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Total</a:t>
            </a:r>
            <a:endParaRPr sz="800" b="0" i="0" u="none" cap="none">
              <a:solidFill>
                <a:schemeClr val="dk1"/>
              </a:solidFill>
              <a:latin typeface="Arial"/>
              <a:ea typeface="Arial"/>
              <a:cs typeface="Arial"/>
            </a:endParaRPr>
          </a:p>
        </p:txBody>
      </p:sp>
      <p:sp>
        <p:nvSpPr>
          <p:cNvPr id="1876" name="Google Shape;1876;p31">
            <a:extLst xmlns:a="http://schemas.openxmlformats.org/drawingml/2006/main">
              <a:ext uri="{FF2B5EF4-FFF2-40B4-BE49-F238E27FC236}">
                <a16:creationId xmlns:a16="http://schemas.microsoft.com/office/drawing/2014/main" id="{F595FFE7-60A5-48BE-83E2-EAE115E756C8}"/>
              </a:ext>
            </a:extLst>
          </p:cNvPr>
          <p:cNvSpPr>
            <a:spLocks xmlns:a="http://schemas.openxmlformats.org/drawingml/2006/main" noGrp="1"/>
          </p:cNvSpPr>
          <p:nvPr/>
        </p:nvSpPr>
        <p:spPr>
          <a:xfrm xmlns:a="http://schemas.openxmlformats.org/drawingml/2006/main">
            <a:off x="522122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Score</a:t>
            </a:r>
            <a:endParaRPr sz="800" b="0" i="0" u="none" cap="none">
              <a:solidFill>
                <a:schemeClr val="dk1"/>
              </a:solidFill>
              <a:latin typeface="Arial"/>
              <a:ea typeface="Arial"/>
              <a:cs typeface="Arial"/>
            </a:endParaRPr>
          </a:p>
        </p:txBody>
      </p:sp>
      <p:sp>
        <p:nvSpPr>
          <p:cNvPr id="1877" name="Google Shape;1877;p31">
            <a:extLst xmlns:a="http://schemas.openxmlformats.org/drawingml/2006/main">
              <a:ext uri="{FF2B5EF4-FFF2-40B4-BE49-F238E27FC236}">
                <a16:creationId xmlns:a16="http://schemas.microsoft.com/office/drawing/2014/main" id="{FCD4BB42-FDAF-446C-98AC-E9032B308C55}"/>
              </a:ext>
            </a:extLst>
          </p:cNvPr>
          <p:cNvSpPr>
            <a:spLocks xmlns:a="http://schemas.openxmlformats.org/drawingml/2006/main" noGrp="1"/>
          </p:cNvSpPr>
          <p:nvPr/>
        </p:nvSpPr>
        <p:spPr>
          <a:xfrm xmlns:a="http://schemas.openxmlformats.org/drawingml/2006/main">
            <a:off x="604418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Total</a:t>
            </a:r>
            <a:endParaRPr sz="800" b="0" i="0" u="none" cap="none">
              <a:solidFill>
                <a:schemeClr val="dk1"/>
              </a:solidFill>
              <a:latin typeface="Arial"/>
              <a:ea typeface="Arial"/>
              <a:cs typeface="Arial"/>
            </a:endParaRPr>
          </a:p>
        </p:txBody>
      </p:sp>
      <p:sp>
        <p:nvSpPr>
          <p:cNvPr id="1878" name="Google Shape;1878;p31">
            <a:extLst xmlns:a="http://schemas.openxmlformats.org/drawingml/2006/main">
              <a:ext uri="{FF2B5EF4-FFF2-40B4-BE49-F238E27FC236}">
                <a16:creationId xmlns:a16="http://schemas.microsoft.com/office/drawing/2014/main" id="{FD2B3E64-6C39-4446-8CFF-6964EF88CB9D}"/>
              </a:ext>
            </a:extLst>
          </p:cNvPr>
          <p:cNvSpPr>
            <a:spLocks xmlns:a="http://schemas.openxmlformats.org/drawingml/2006/main" noGrp="1"/>
          </p:cNvSpPr>
          <p:nvPr/>
        </p:nvSpPr>
        <p:spPr>
          <a:xfrm xmlns:a="http://schemas.openxmlformats.org/drawingml/2006/main">
            <a:off x="686714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Score</a:t>
            </a:r>
            <a:endParaRPr sz="800" b="0" i="0" u="none" cap="none">
              <a:solidFill>
                <a:schemeClr val="dk1"/>
              </a:solidFill>
              <a:latin typeface="Arial"/>
              <a:ea typeface="Arial"/>
              <a:cs typeface="Arial"/>
            </a:endParaRPr>
          </a:p>
        </p:txBody>
      </p:sp>
      <p:sp>
        <p:nvSpPr>
          <p:cNvPr id="1879" name="Google Shape;1879;p31">
            <a:extLst xmlns:a="http://schemas.openxmlformats.org/drawingml/2006/main">
              <a:ext uri="{FF2B5EF4-FFF2-40B4-BE49-F238E27FC236}">
                <a16:creationId xmlns:a16="http://schemas.microsoft.com/office/drawing/2014/main" id="{660BA3D7-C8FB-4967-A5F9-400C284E5193}"/>
              </a:ext>
            </a:extLst>
          </p:cNvPr>
          <p:cNvSpPr>
            <a:spLocks xmlns:a="http://schemas.openxmlformats.org/drawingml/2006/main" noGrp="1"/>
          </p:cNvSpPr>
          <p:nvPr/>
        </p:nvSpPr>
        <p:spPr>
          <a:xfrm xmlns:a="http://schemas.openxmlformats.org/drawingml/2006/main">
            <a:off x="7690104" y="1078992"/>
            <a:ext cx="11338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Total</a:t>
            </a:r>
            <a:endParaRPr sz="800" b="0" i="0" u="none" cap="none">
              <a:solidFill>
                <a:schemeClr val="dk1"/>
              </a:solidFill>
              <a:latin typeface="Arial"/>
              <a:ea typeface="Arial"/>
              <a:cs typeface="Arial"/>
            </a:endParaRPr>
          </a:p>
        </p:txBody>
      </p:sp>
      <p:sp>
        <p:nvSpPr>
          <p:cNvPr id="1880" name="Google Shape;1880;p31">
            <a:extLst xmlns:a="http://schemas.openxmlformats.org/drawingml/2006/main">
              <a:ext uri="{FF2B5EF4-FFF2-40B4-BE49-F238E27FC236}">
                <a16:creationId xmlns:a16="http://schemas.microsoft.com/office/drawing/2014/main" id="{98A42834-A9DC-45E9-B77A-ACB067C4EB26}"/>
              </a:ext>
            </a:extLst>
          </p:cNvPr>
          <p:cNvSpPr>
            <a:spLocks xmlns:a="http://schemas.openxmlformats.org/drawingml/2006/main" noGrp="1"/>
          </p:cNvSpPr>
          <p:nvPr/>
        </p:nvSpPr>
        <p:spPr>
          <a:xfrm xmlns:a="http://schemas.openxmlformats.org/drawingml/2006/main">
            <a:off x="320040" y="13533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237" name="Google Shape;1881;p31"/>
          <p:cNvCxnSpPr/>
          <p:nvPr/>
        </p:nvCxnSpPr>
        <p:spPr>
          <a:xfrm xmlns:a="http://schemas.openxmlformats.org/drawingml/2006/main">
            <a:off x="320040" y="1581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82" name="Google Shape;1882;p31">
            <a:extLst xmlns:a="http://schemas.openxmlformats.org/drawingml/2006/main">
              <a:ext uri="{FF2B5EF4-FFF2-40B4-BE49-F238E27FC236}">
                <a16:creationId xmlns:a16="http://schemas.microsoft.com/office/drawing/2014/main" id="{E063C036-2156-4BA1-B14F-DE461916E5AF}"/>
              </a:ext>
            </a:extLst>
          </p:cNvPr>
          <p:cNvSpPr>
            <a:spLocks xmlns:a="http://schemas.openxmlformats.org/drawingml/2006/main" noGrp="1"/>
          </p:cNvSpPr>
          <p:nvPr/>
        </p:nvSpPr>
        <p:spPr>
          <a:xfrm xmlns:a="http://schemas.openxmlformats.org/drawingml/2006/main">
            <a:off x="374904" y="1353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Cycle time (across field)</a:t>
            </a:r>
            <a:endParaRPr sz="820" b="0" i="0" u="none" cap="none">
              <a:solidFill>
                <a:schemeClr val="dk1"/>
              </a:solidFill>
              <a:latin typeface="Arial"/>
              <a:ea typeface="Arial"/>
              <a:cs typeface="Arial"/>
            </a:endParaRPr>
          </a:p>
        </p:txBody>
      </p:sp>
      <p:sp>
        <p:nvSpPr>
          <p:cNvPr id="1883" name="Google Shape;1883;p31">
            <a:extLst xmlns:a="http://schemas.openxmlformats.org/drawingml/2006/main">
              <a:ext uri="{FF2B5EF4-FFF2-40B4-BE49-F238E27FC236}">
                <a16:creationId xmlns:a16="http://schemas.microsoft.com/office/drawing/2014/main" id="{EE8F832B-359C-4081-BFEB-64BD4E72D826}"/>
              </a:ext>
            </a:extLst>
          </p:cNvPr>
          <p:cNvSpPr>
            <a:spLocks xmlns:a="http://schemas.openxmlformats.org/drawingml/2006/main" noGrp="1"/>
          </p:cNvSpPr>
          <p:nvPr/>
        </p:nvSpPr>
        <p:spPr>
          <a:xfrm xmlns:a="http://schemas.openxmlformats.org/drawingml/2006/main">
            <a:off x="2935224" y="1353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884" name="Google Shape;1884;p31">
            <a:extLst xmlns:a="http://schemas.openxmlformats.org/drawingml/2006/main">
              <a:ext uri="{FF2B5EF4-FFF2-40B4-BE49-F238E27FC236}">
                <a16:creationId xmlns:a16="http://schemas.microsoft.com/office/drawing/2014/main" id="{561B1DE2-B993-4B48-832D-A28C367CB488}"/>
              </a:ext>
            </a:extLst>
          </p:cNvPr>
          <p:cNvSpPr>
            <a:spLocks xmlns:a="http://schemas.openxmlformats.org/drawingml/2006/main" noGrp="1"/>
          </p:cNvSpPr>
          <p:nvPr/>
        </p:nvSpPr>
        <p:spPr>
          <a:xfrm xmlns:a="http://schemas.openxmlformats.org/drawingml/2006/main">
            <a:off x="357530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885" name="Google Shape;1885;p31">
            <a:extLst xmlns:a="http://schemas.openxmlformats.org/drawingml/2006/main">
              <a:ext uri="{FF2B5EF4-FFF2-40B4-BE49-F238E27FC236}">
                <a16:creationId xmlns:a16="http://schemas.microsoft.com/office/drawing/2014/main" id="{5AE04125-3C66-4511-B158-7BB71C9FEC8E}"/>
              </a:ext>
            </a:extLst>
          </p:cNvPr>
          <p:cNvSpPr>
            <a:spLocks xmlns:a="http://schemas.openxmlformats.org/drawingml/2006/main" noGrp="1"/>
          </p:cNvSpPr>
          <p:nvPr/>
        </p:nvSpPr>
        <p:spPr>
          <a:xfrm xmlns:a="http://schemas.openxmlformats.org/drawingml/2006/main">
            <a:off x="439826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886" name="Google Shape;1886;p31">
            <a:extLst xmlns:a="http://schemas.openxmlformats.org/drawingml/2006/main">
              <a:ext uri="{FF2B5EF4-FFF2-40B4-BE49-F238E27FC236}">
                <a16:creationId xmlns:a16="http://schemas.microsoft.com/office/drawing/2014/main" id="{9B41AB02-7959-4DF5-8ED9-C32BD289FE69}"/>
              </a:ext>
            </a:extLst>
          </p:cNvPr>
          <p:cNvSpPr>
            <a:spLocks xmlns:a="http://schemas.openxmlformats.org/drawingml/2006/main" noGrp="1"/>
          </p:cNvSpPr>
          <p:nvPr/>
        </p:nvSpPr>
        <p:spPr>
          <a:xfrm xmlns:a="http://schemas.openxmlformats.org/drawingml/2006/main">
            <a:off x="522122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887" name="Google Shape;1887;p31">
            <a:extLst xmlns:a="http://schemas.openxmlformats.org/drawingml/2006/main">
              <a:ext uri="{FF2B5EF4-FFF2-40B4-BE49-F238E27FC236}">
                <a16:creationId xmlns:a16="http://schemas.microsoft.com/office/drawing/2014/main" id="{322A018C-AAD6-4045-8C34-522F5D737FE7}"/>
              </a:ext>
            </a:extLst>
          </p:cNvPr>
          <p:cNvSpPr>
            <a:spLocks xmlns:a="http://schemas.openxmlformats.org/drawingml/2006/main" noGrp="1"/>
          </p:cNvSpPr>
          <p:nvPr/>
        </p:nvSpPr>
        <p:spPr>
          <a:xfrm xmlns:a="http://schemas.openxmlformats.org/drawingml/2006/main">
            <a:off x="604418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888" name="Google Shape;1888;p31">
            <a:extLst xmlns:a="http://schemas.openxmlformats.org/drawingml/2006/main">
              <a:ext uri="{FF2B5EF4-FFF2-40B4-BE49-F238E27FC236}">
                <a16:creationId xmlns:a16="http://schemas.microsoft.com/office/drawing/2014/main" id="{7F40EE2B-A738-48AC-8BB5-427F0E5D7313}"/>
              </a:ext>
            </a:extLst>
          </p:cNvPr>
          <p:cNvSpPr>
            <a:spLocks xmlns:a="http://schemas.openxmlformats.org/drawingml/2006/main" noGrp="1"/>
          </p:cNvSpPr>
          <p:nvPr/>
        </p:nvSpPr>
        <p:spPr>
          <a:xfrm xmlns:a="http://schemas.openxmlformats.org/drawingml/2006/main">
            <a:off x="686714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889" name="Google Shape;1889;p31">
            <a:extLst xmlns:a="http://schemas.openxmlformats.org/drawingml/2006/main">
              <a:ext uri="{FF2B5EF4-FFF2-40B4-BE49-F238E27FC236}">
                <a16:creationId xmlns:a16="http://schemas.microsoft.com/office/drawing/2014/main" id="{108F29BC-DF0A-4F68-B952-ABB5204F593A}"/>
              </a:ext>
            </a:extLst>
          </p:cNvPr>
          <p:cNvSpPr>
            <a:spLocks xmlns:a="http://schemas.openxmlformats.org/drawingml/2006/main" noGrp="1"/>
          </p:cNvSpPr>
          <p:nvPr/>
        </p:nvSpPr>
        <p:spPr>
          <a:xfrm xmlns:a="http://schemas.openxmlformats.org/drawingml/2006/main">
            <a:off x="7690104" y="1353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246" name="Google Shape;1890;p31"/>
          <p:cNvCxnSpPr/>
          <p:nvPr/>
        </p:nvCxnSpPr>
        <p:spPr>
          <a:xfrm xmlns:a="http://schemas.openxmlformats.org/drawingml/2006/main">
            <a:off x="320040" y="1810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891" name="Google Shape;1891;p31">
            <a:extLst xmlns:a="http://schemas.openxmlformats.org/drawingml/2006/main">
              <a:ext uri="{FF2B5EF4-FFF2-40B4-BE49-F238E27FC236}">
                <a16:creationId xmlns:a16="http://schemas.microsoft.com/office/drawing/2014/main" id="{1853CEF6-3382-4AB9-BDF3-C7A05BC488FC}"/>
              </a:ext>
            </a:extLst>
          </p:cNvPr>
          <p:cNvSpPr>
            <a:spLocks xmlns:a="http://schemas.openxmlformats.org/drawingml/2006/main" noGrp="1"/>
          </p:cNvSpPr>
          <p:nvPr/>
        </p:nvSpPr>
        <p:spPr>
          <a:xfrm xmlns:a="http://schemas.openxmlformats.org/drawingml/2006/main">
            <a:off x="374904" y="1581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Top speed</a:t>
            </a:r>
            <a:endParaRPr sz="820" b="0" i="0" u="none" cap="none">
              <a:solidFill>
                <a:schemeClr val="dk1"/>
              </a:solidFill>
              <a:latin typeface="Arial"/>
              <a:ea typeface="Arial"/>
              <a:cs typeface="Arial"/>
            </a:endParaRPr>
          </a:p>
        </p:txBody>
      </p:sp>
      <p:sp>
        <p:nvSpPr>
          <p:cNvPr id="1892" name="Google Shape;1892;p31">
            <a:extLst xmlns:a="http://schemas.openxmlformats.org/drawingml/2006/main">
              <a:ext uri="{FF2B5EF4-FFF2-40B4-BE49-F238E27FC236}">
                <a16:creationId xmlns:a16="http://schemas.microsoft.com/office/drawing/2014/main" id="{72C46E7F-6E83-4507-B601-55A635482037}"/>
              </a:ext>
            </a:extLst>
          </p:cNvPr>
          <p:cNvSpPr>
            <a:spLocks xmlns:a="http://schemas.openxmlformats.org/drawingml/2006/main" noGrp="1"/>
          </p:cNvSpPr>
          <p:nvPr/>
        </p:nvSpPr>
        <p:spPr>
          <a:xfrm xmlns:a="http://schemas.openxmlformats.org/drawingml/2006/main">
            <a:off x="2935224" y="1581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893" name="Google Shape;1893;p31">
            <a:extLst xmlns:a="http://schemas.openxmlformats.org/drawingml/2006/main">
              <a:ext uri="{FF2B5EF4-FFF2-40B4-BE49-F238E27FC236}">
                <a16:creationId xmlns:a16="http://schemas.microsoft.com/office/drawing/2014/main" id="{47A5FF2F-C610-4F11-898C-BAD0673F0F35}"/>
              </a:ext>
            </a:extLst>
          </p:cNvPr>
          <p:cNvSpPr>
            <a:spLocks xmlns:a="http://schemas.openxmlformats.org/drawingml/2006/main" noGrp="1"/>
          </p:cNvSpPr>
          <p:nvPr/>
        </p:nvSpPr>
        <p:spPr>
          <a:xfrm xmlns:a="http://schemas.openxmlformats.org/drawingml/2006/main">
            <a:off x="357530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894" name="Google Shape;1894;p31">
            <a:extLst xmlns:a="http://schemas.openxmlformats.org/drawingml/2006/main">
              <a:ext uri="{FF2B5EF4-FFF2-40B4-BE49-F238E27FC236}">
                <a16:creationId xmlns:a16="http://schemas.microsoft.com/office/drawing/2014/main" id="{268FA62C-4C0D-4CEB-8170-A4A38C7CE8ED}"/>
              </a:ext>
            </a:extLst>
          </p:cNvPr>
          <p:cNvSpPr>
            <a:spLocks xmlns:a="http://schemas.openxmlformats.org/drawingml/2006/main" noGrp="1"/>
          </p:cNvSpPr>
          <p:nvPr/>
        </p:nvSpPr>
        <p:spPr>
          <a:xfrm xmlns:a="http://schemas.openxmlformats.org/drawingml/2006/main">
            <a:off x="439826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895" name="Google Shape;1895;p31">
            <a:extLst xmlns:a="http://schemas.openxmlformats.org/drawingml/2006/main">
              <a:ext uri="{FF2B5EF4-FFF2-40B4-BE49-F238E27FC236}">
                <a16:creationId xmlns:a16="http://schemas.microsoft.com/office/drawing/2014/main" id="{8340303D-DE22-4F1D-BA30-7930DEB3541C}"/>
              </a:ext>
            </a:extLst>
          </p:cNvPr>
          <p:cNvSpPr>
            <a:spLocks xmlns:a="http://schemas.openxmlformats.org/drawingml/2006/main" noGrp="1"/>
          </p:cNvSpPr>
          <p:nvPr/>
        </p:nvSpPr>
        <p:spPr>
          <a:xfrm xmlns:a="http://schemas.openxmlformats.org/drawingml/2006/main">
            <a:off x="522122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896" name="Google Shape;1896;p31">
            <a:extLst xmlns:a="http://schemas.openxmlformats.org/drawingml/2006/main">
              <a:ext uri="{FF2B5EF4-FFF2-40B4-BE49-F238E27FC236}">
                <a16:creationId xmlns:a16="http://schemas.microsoft.com/office/drawing/2014/main" id="{503A9E5F-104E-458C-B3E2-687D17935A7C}"/>
              </a:ext>
            </a:extLst>
          </p:cNvPr>
          <p:cNvSpPr>
            <a:spLocks xmlns:a="http://schemas.openxmlformats.org/drawingml/2006/main" noGrp="1"/>
          </p:cNvSpPr>
          <p:nvPr/>
        </p:nvSpPr>
        <p:spPr>
          <a:xfrm xmlns:a="http://schemas.openxmlformats.org/drawingml/2006/main">
            <a:off x="604418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897" name="Google Shape;1897;p31">
            <a:extLst xmlns:a="http://schemas.openxmlformats.org/drawingml/2006/main">
              <a:ext uri="{FF2B5EF4-FFF2-40B4-BE49-F238E27FC236}">
                <a16:creationId xmlns:a16="http://schemas.microsoft.com/office/drawing/2014/main" id="{C0AE19ED-954A-490C-AE5A-7236C8977FEA}"/>
              </a:ext>
            </a:extLst>
          </p:cNvPr>
          <p:cNvSpPr>
            <a:spLocks xmlns:a="http://schemas.openxmlformats.org/drawingml/2006/main" noGrp="1"/>
          </p:cNvSpPr>
          <p:nvPr/>
        </p:nvSpPr>
        <p:spPr>
          <a:xfrm xmlns:a="http://schemas.openxmlformats.org/drawingml/2006/main">
            <a:off x="686714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898" name="Google Shape;1898;p31">
            <a:extLst xmlns:a="http://schemas.openxmlformats.org/drawingml/2006/main">
              <a:ext uri="{FF2B5EF4-FFF2-40B4-BE49-F238E27FC236}">
                <a16:creationId xmlns:a16="http://schemas.microsoft.com/office/drawing/2014/main" id="{67ECB63D-9635-4332-8A87-20612AC644CA}"/>
              </a:ext>
            </a:extLst>
          </p:cNvPr>
          <p:cNvSpPr>
            <a:spLocks xmlns:a="http://schemas.openxmlformats.org/drawingml/2006/main" noGrp="1"/>
          </p:cNvSpPr>
          <p:nvPr/>
        </p:nvSpPr>
        <p:spPr>
          <a:xfrm xmlns:a="http://schemas.openxmlformats.org/drawingml/2006/main">
            <a:off x="7690104" y="1581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899" name="Google Shape;1899;p31">
            <a:extLst xmlns:a="http://schemas.openxmlformats.org/drawingml/2006/main">
              <a:ext uri="{FF2B5EF4-FFF2-40B4-BE49-F238E27FC236}">
                <a16:creationId xmlns:a16="http://schemas.microsoft.com/office/drawing/2014/main" id="{40D892BD-ADC9-4285-B650-B8FBF8036F00}"/>
              </a:ext>
            </a:extLst>
          </p:cNvPr>
          <p:cNvSpPr>
            <a:spLocks xmlns:a="http://schemas.openxmlformats.org/drawingml/2006/main" noGrp="1"/>
          </p:cNvSpPr>
          <p:nvPr/>
        </p:nvSpPr>
        <p:spPr>
          <a:xfrm xmlns:a="http://schemas.openxmlformats.org/drawingml/2006/main">
            <a:off x="320040" y="18105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256" name="Google Shape;1900;p31"/>
          <p:cNvCxnSpPr/>
          <p:nvPr/>
        </p:nvCxnSpPr>
        <p:spPr>
          <a:xfrm xmlns:a="http://schemas.openxmlformats.org/drawingml/2006/main">
            <a:off x="320040" y="2039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01" name="Google Shape;1901;p31">
            <a:extLst xmlns:a="http://schemas.openxmlformats.org/drawingml/2006/main">
              <a:ext uri="{FF2B5EF4-FFF2-40B4-BE49-F238E27FC236}">
                <a16:creationId xmlns:a16="http://schemas.microsoft.com/office/drawing/2014/main" id="{707F4F60-9B8A-44A7-8005-153264EBFF0C}"/>
              </a:ext>
            </a:extLst>
          </p:cNvPr>
          <p:cNvSpPr>
            <a:spLocks xmlns:a="http://schemas.openxmlformats.org/drawingml/2006/main" noGrp="1"/>
          </p:cNvSpPr>
          <p:nvPr/>
        </p:nvSpPr>
        <p:spPr>
          <a:xfrm xmlns:a="http://schemas.openxmlformats.org/drawingml/2006/main">
            <a:off x="374904" y="1810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Pushing force / torque</a:t>
            </a:r>
            <a:endParaRPr sz="820" b="0" i="0" u="none" cap="none">
              <a:solidFill>
                <a:schemeClr val="dk1"/>
              </a:solidFill>
              <a:latin typeface="Arial"/>
              <a:ea typeface="Arial"/>
              <a:cs typeface="Arial"/>
            </a:endParaRPr>
          </a:p>
        </p:txBody>
      </p:sp>
      <p:sp>
        <p:nvSpPr>
          <p:cNvPr id="1902" name="Google Shape;1902;p31">
            <a:extLst xmlns:a="http://schemas.openxmlformats.org/drawingml/2006/main">
              <a:ext uri="{FF2B5EF4-FFF2-40B4-BE49-F238E27FC236}">
                <a16:creationId xmlns:a16="http://schemas.microsoft.com/office/drawing/2014/main" id="{AE755466-1C06-4244-B8D8-5F916C534043}"/>
              </a:ext>
            </a:extLst>
          </p:cNvPr>
          <p:cNvSpPr>
            <a:spLocks xmlns:a="http://schemas.openxmlformats.org/drawingml/2006/main" noGrp="1"/>
          </p:cNvSpPr>
          <p:nvPr/>
        </p:nvSpPr>
        <p:spPr>
          <a:xfrm xmlns:a="http://schemas.openxmlformats.org/drawingml/2006/main">
            <a:off x="2935224" y="1810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903" name="Google Shape;1903;p31">
            <a:extLst xmlns:a="http://schemas.openxmlformats.org/drawingml/2006/main">
              <a:ext uri="{FF2B5EF4-FFF2-40B4-BE49-F238E27FC236}">
                <a16:creationId xmlns:a16="http://schemas.microsoft.com/office/drawing/2014/main" id="{5DE615E4-CBEB-4DC1-BEE3-7567C67918A1}"/>
              </a:ext>
            </a:extLst>
          </p:cNvPr>
          <p:cNvSpPr>
            <a:spLocks xmlns:a="http://schemas.openxmlformats.org/drawingml/2006/main" noGrp="1"/>
          </p:cNvSpPr>
          <p:nvPr/>
        </p:nvSpPr>
        <p:spPr>
          <a:xfrm xmlns:a="http://schemas.openxmlformats.org/drawingml/2006/main">
            <a:off x="357530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04" name="Google Shape;1904;p31">
            <a:extLst xmlns:a="http://schemas.openxmlformats.org/drawingml/2006/main">
              <a:ext uri="{FF2B5EF4-FFF2-40B4-BE49-F238E27FC236}">
                <a16:creationId xmlns:a16="http://schemas.microsoft.com/office/drawing/2014/main" id="{5D2EB1C7-7BEB-4645-AD74-682E982850AD}"/>
              </a:ext>
            </a:extLst>
          </p:cNvPr>
          <p:cNvSpPr>
            <a:spLocks xmlns:a="http://schemas.openxmlformats.org/drawingml/2006/main" noGrp="1"/>
          </p:cNvSpPr>
          <p:nvPr/>
        </p:nvSpPr>
        <p:spPr>
          <a:xfrm xmlns:a="http://schemas.openxmlformats.org/drawingml/2006/main">
            <a:off x="439826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05" name="Google Shape;1905;p31">
            <a:extLst xmlns:a="http://schemas.openxmlformats.org/drawingml/2006/main">
              <a:ext uri="{FF2B5EF4-FFF2-40B4-BE49-F238E27FC236}">
                <a16:creationId xmlns:a16="http://schemas.microsoft.com/office/drawing/2014/main" id="{690E077F-5006-4AF3-918C-45D994FA84B8}"/>
              </a:ext>
            </a:extLst>
          </p:cNvPr>
          <p:cNvSpPr>
            <a:spLocks xmlns:a="http://schemas.openxmlformats.org/drawingml/2006/main" noGrp="1"/>
          </p:cNvSpPr>
          <p:nvPr/>
        </p:nvSpPr>
        <p:spPr>
          <a:xfrm xmlns:a="http://schemas.openxmlformats.org/drawingml/2006/main">
            <a:off x="522122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06" name="Google Shape;1906;p31">
            <a:extLst xmlns:a="http://schemas.openxmlformats.org/drawingml/2006/main">
              <a:ext uri="{FF2B5EF4-FFF2-40B4-BE49-F238E27FC236}">
                <a16:creationId xmlns:a16="http://schemas.microsoft.com/office/drawing/2014/main" id="{27C07335-89F0-45C7-947D-E208BBF0A466}"/>
              </a:ext>
            </a:extLst>
          </p:cNvPr>
          <p:cNvSpPr>
            <a:spLocks xmlns:a="http://schemas.openxmlformats.org/drawingml/2006/main" noGrp="1"/>
          </p:cNvSpPr>
          <p:nvPr/>
        </p:nvSpPr>
        <p:spPr>
          <a:xfrm xmlns:a="http://schemas.openxmlformats.org/drawingml/2006/main">
            <a:off x="604418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07" name="Google Shape;1907;p31">
            <a:extLst xmlns:a="http://schemas.openxmlformats.org/drawingml/2006/main">
              <a:ext uri="{FF2B5EF4-FFF2-40B4-BE49-F238E27FC236}">
                <a16:creationId xmlns:a16="http://schemas.microsoft.com/office/drawing/2014/main" id="{B73C3C56-AC8E-4E2F-8E8A-A1185A5F0DB3}"/>
              </a:ext>
            </a:extLst>
          </p:cNvPr>
          <p:cNvSpPr>
            <a:spLocks xmlns:a="http://schemas.openxmlformats.org/drawingml/2006/main" noGrp="1"/>
          </p:cNvSpPr>
          <p:nvPr/>
        </p:nvSpPr>
        <p:spPr>
          <a:xfrm xmlns:a="http://schemas.openxmlformats.org/drawingml/2006/main">
            <a:off x="686714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08" name="Google Shape;1908;p31">
            <a:extLst xmlns:a="http://schemas.openxmlformats.org/drawingml/2006/main">
              <a:ext uri="{FF2B5EF4-FFF2-40B4-BE49-F238E27FC236}">
                <a16:creationId xmlns:a16="http://schemas.microsoft.com/office/drawing/2014/main" id="{B102C717-0D27-4CB7-9F2D-3F417EFE672C}"/>
              </a:ext>
            </a:extLst>
          </p:cNvPr>
          <p:cNvSpPr>
            <a:spLocks xmlns:a="http://schemas.openxmlformats.org/drawingml/2006/main" noGrp="1"/>
          </p:cNvSpPr>
          <p:nvPr/>
        </p:nvSpPr>
        <p:spPr>
          <a:xfrm xmlns:a="http://schemas.openxmlformats.org/drawingml/2006/main">
            <a:off x="7690104" y="1810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265" name="Google Shape;1909;p31"/>
          <p:cNvCxnSpPr/>
          <p:nvPr/>
        </p:nvCxnSpPr>
        <p:spPr>
          <a:xfrm xmlns:a="http://schemas.openxmlformats.org/drawingml/2006/main">
            <a:off x="320040" y="2267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10" name="Google Shape;1910;p31">
            <a:extLst xmlns:a="http://schemas.openxmlformats.org/drawingml/2006/main">
              <a:ext uri="{FF2B5EF4-FFF2-40B4-BE49-F238E27FC236}">
                <a16:creationId xmlns:a16="http://schemas.microsoft.com/office/drawing/2014/main" id="{EF38974F-AA74-415A-85E6-58A490E5F022}"/>
              </a:ext>
            </a:extLst>
          </p:cNvPr>
          <p:cNvSpPr>
            <a:spLocks xmlns:a="http://schemas.openxmlformats.org/drawingml/2006/main" noGrp="1"/>
          </p:cNvSpPr>
          <p:nvPr/>
        </p:nvSpPr>
        <p:spPr>
          <a:xfrm xmlns:a="http://schemas.openxmlformats.org/drawingml/2006/main">
            <a:off x="374904" y="2039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Weight</a:t>
            </a:r>
            <a:endParaRPr sz="820" b="0" i="0" u="none" cap="none">
              <a:solidFill>
                <a:schemeClr val="dk1"/>
              </a:solidFill>
              <a:latin typeface="Arial"/>
              <a:ea typeface="Arial"/>
              <a:cs typeface="Arial"/>
            </a:endParaRPr>
          </a:p>
        </p:txBody>
      </p:sp>
      <p:sp>
        <p:nvSpPr>
          <p:cNvPr id="1911" name="Google Shape;1911;p31">
            <a:extLst xmlns:a="http://schemas.openxmlformats.org/drawingml/2006/main">
              <a:ext uri="{FF2B5EF4-FFF2-40B4-BE49-F238E27FC236}">
                <a16:creationId xmlns:a16="http://schemas.microsoft.com/office/drawing/2014/main" id="{1B28F72F-8B43-4B51-BB72-D0D7C14113DB}"/>
              </a:ext>
            </a:extLst>
          </p:cNvPr>
          <p:cNvSpPr>
            <a:spLocks xmlns:a="http://schemas.openxmlformats.org/drawingml/2006/main" noGrp="1"/>
          </p:cNvSpPr>
          <p:nvPr/>
        </p:nvSpPr>
        <p:spPr>
          <a:xfrm xmlns:a="http://schemas.openxmlformats.org/drawingml/2006/main">
            <a:off x="2935224" y="2039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912" name="Google Shape;1912;p31">
            <a:extLst xmlns:a="http://schemas.openxmlformats.org/drawingml/2006/main">
              <a:ext uri="{FF2B5EF4-FFF2-40B4-BE49-F238E27FC236}">
                <a16:creationId xmlns:a16="http://schemas.microsoft.com/office/drawing/2014/main" id="{FE4F0457-6768-4D25-AF1B-A63A11F8FD1E}"/>
              </a:ext>
            </a:extLst>
          </p:cNvPr>
          <p:cNvSpPr>
            <a:spLocks xmlns:a="http://schemas.openxmlformats.org/drawingml/2006/main" noGrp="1"/>
          </p:cNvSpPr>
          <p:nvPr/>
        </p:nvSpPr>
        <p:spPr>
          <a:xfrm xmlns:a="http://schemas.openxmlformats.org/drawingml/2006/main">
            <a:off x="357530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13" name="Google Shape;1913;p31">
            <a:extLst xmlns:a="http://schemas.openxmlformats.org/drawingml/2006/main">
              <a:ext uri="{FF2B5EF4-FFF2-40B4-BE49-F238E27FC236}">
                <a16:creationId xmlns:a16="http://schemas.microsoft.com/office/drawing/2014/main" id="{92ECFD3A-C207-4F6A-AE4A-632479A4E71B}"/>
              </a:ext>
            </a:extLst>
          </p:cNvPr>
          <p:cNvSpPr>
            <a:spLocks xmlns:a="http://schemas.openxmlformats.org/drawingml/2006/main" noGrp="1"/>
          </p:cNvSpPr>
          <p:nvPr/>
        </p:nvSpPr>
        <p:spPr>
          <a:xfrm xmlns:a="http://schemas.openxmlformats.org/drawingml/2006/main">
            <a:off x="439826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14" name="Google Shape;1914;p31">
            <a:extLst xmlns:a="http://schemas.openxmlformats.org/drawingml/2006/main">
              <a:ext uri="{FF2B5EF4-FFF2-40B4-BE49-F238E27FC236}">
                <a16:creationId xmlns:a16="http://schemas.microsoft.com/office/drawing/2014/main" id="{CDE367B5-3971-481E-9A3E-7D5159C4EF33}"/>
              </a:ext>
            </a:extLst>
          </p:cNvPr>
          <p:cNvSpPr>
            <a:spLocks xmlns:a="http://schemas.openxmlformats.org/drawingml/2006/main" noGrp="1"/>
          </p:cNvSpPr>
          <p:nvPr/>
        </p:nvSpPr>
        <p:spPr>
          <a:xfrm xmlns:a="http://schemas.openxmlformats.org/drawingml/2006/main">
            <a:off x="522122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15" name="Google Shape;1915;p31">
            <a:extLst xmlns:a="http://schemas.openxmlformats.org/drawingml/2006/main">
              <a:ext uri="{FF2B5EF4-FFF2-40B4-BE49-F238E27FC236}">
                <a16:creationId xmlns:a16="http://schemas.microsoft.com/office/drawing/2014/main" id="{4B527E83-8680-4555-8A3B-A723966FC74E}"/>
              </a:ext>
            </a:extLst>
          </p:cNvPr>
          <p:cNvSpPr>
            <a:spLocks xmlns:a="http://schemas.openxmlformats.org/drawingml/2006/main" noGrp="1"/>
          </p:cNvSpPr>
          <p:nvPr/>
        </p:nvSpPr>
        <p:spPr>
          <a:xfrm xmlns:a="http://schemas.openxmlformats.org/drawingml/2006/main">
            <a:off x="604418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16" name="Google Shape;1916;p31">
            <a:extLst xmlns:a="http://schemas.openxmlformats.org/drawingml/2006/main">
              <a:ext uri="{FF2B5EF4-FFF2-40B4-BE49-F238E27FC236}">
                <a16:creationId xmlns:a16="http://schemas.microsoft.com/office/drawing/2014/main" id="{29A2061F-0036-4990-BE38-55C150D5D7FF}"/>
              </a:ext>
            </a:extLst>
          </p:cNvPr>
          <p:cNvSpPr>
            <a:spLocks xmlns:a="http://schemas.openxmlformats.org/drawingml/2006/main" noGrp="1"/>
          </p:cNvSpPr>
          <p:nvPr/>
        </p:nvSpPr>
        <p:spPr>
          <a:xfrm xmlns:a="http://schemas.openxmlformats.org/drawingml/2006/main">
            <a:off x="686714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17" name="Google Shape;1917;p31">
            <a:extLst xmlns:a="http://schemas.openxmlformats.org/drawingml/2006/main">
              <a:ext uri="{FF2B5EF4-FFF2-40B4-BE49-F238E27FC236}">
                <a16:creationId xmlns:a16="http://schemas.microsoft.com/office/drawing/2014/main" id="{5C2B8F96-A847-453A-89AD-27449D7A8CDF}"/>
              </a:ext>
            </a:extLst>
          </p:cNvPr>
          <p:cNvSpPr>
            <a:spLocks xmlns:a="http://schemas.openxmlformats.org/drawingml/2006/main" noGrp="1"/>
          </p:cNvSpPr>
          <p:nvPr/>
        </p:nvSpPr>
        <p:spPr>
          <a:xfrm xmlns:a="http://schemas.openxmlformats.org/drawingml/2006/main">
            <a:off x="7690104" y="2039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18" name="Google Shape;1918;p31">
            <a:extLst xmlns:a="http://schemas.openxmlformats.org/drawingml/2006/main">
              <a:ext uri="{FF2B5EF4-FFF2-40B4-BE49-F238E27FC236}">
                <a16:creationId xmlns:a16="http://schemas.microsoft.com/office/drawing/2014/main" id="{5EB0F4D6-7336-4C1A-B0B5-C61A929616EB}"/>
              </a:ext>
            </a:extLst>
          </p:cNvPr>
          <p:cNvSpPr>
            <a:spLocks xmlns:a="http://schemas.openxmlformats.org/drawingml/2006/main" noGrp="1"/>
          </p:cNvSpPr>
          <p:nvPr/>
        </p:nvSpPr>
        <p:spPr>
          <a:xfrm xmlns:a="http://schemas.openxmlformats.org/drawingml/2006/main">
            <a:off x="320040" y="22677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275" name="Google Shape;1919;p31"/>
          <p:cNvCxnSpPr/>
          <p:nvPr/>
        </p:nvCxnSpPr>
        <p:spPr>
          <a:xfrm xmlns:a="http://schemas.openxmlformats.org/drawingml/2006/main">
            <a:off x="320040" y="24963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20" name="Google Shape;1920;p31">
            <a:extLst xmlns:a="http://schemas.openxmlformats.org/drawingml/2006/main">
              <a:ext uri="{FF2B5EF4-FFF2-40B4-BE49-F238E27FC236}">
                <a16:creationId xmlns:a16="http://schemas.microsoft.com/office/drawing/2014/main" id="{26C5DE58-3F99-4E84-A1C8-63117E4ABF37}"/>
              </a:ext>
            </a:extLst>
          </p:cNvPr>
          <p:cNvSpPr>
            <a:spLocks xmlns:a="http://schemas.openxmlformats.org/drawingml/2006/main" noGrp="1"/>
          </p:cNvSpPr>
          <p:nvPr/>
        </p:nvSpPr>
        <p:spPr>
          <a:xfrm xmlns:a="http://schemas.openxmlformats.org/drawingml/2006/main">
            <a:off x="374904" y="22677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Complexity</a:t>
            </a:r>
            <a:endParaRPr sz="820" b="0" i="0" u="none" cap="none">
              <a:solidFill>
                <a:schemeClr val="dk1"/>
              </a:solidFill>
              <a:latin typeface="Arial"/>
              <a:ea typeface="Arial"/>
              <a:cs typeface="Arial"/>
            </a:endParaRPr>
          </a:p>
        </p:txBody>
      </p:sp>
      <p:sp>
        <p:nvSpPr>
          <p:cNvPr id="1921" name="Google Shape;1921;p31">
            <a:extLst xmlns:a="http://schemas.openxmlformats.org/drawingml/2006/main">
              <a:ext uri="{FF2B5EF4-FFF2-40B4-BE49-F238E27FC236}">
                <a16:creationId xmlns:a16="http://schemas.microsoft.com/office/drawing/2014/main" id="{7174893B-557E-485A-BD18-6B054D2B17C7}"/>
              </a:ext>
            </a:extLst>
          </p:cNvPr>
          <p:cNvSpPr>
            <a:spLocks xmlns:a="http://schemas.openxmlformats.org/drawingml/2006/main" noGrp="1"/>
          </p:cNvSpPr>
          <p:nvPr/>
        </p:nvSpPr>
        <p:spPr>
          <a:xfrm xmlns:a="http://schemas.openxmlformats.org/drawingml/2006/main">
            <a:off x="2935224" y="22677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922" name="Google Shape;1922;p31">
            <a:extLst xmlns:a="http://schemas.openxmlformats.org/drawingml/2006/main">
              <a:ext uri="{FF2B5EF4-FFF2-40B4-BE49-F238E27FC236}">
                <a16:creationId xmlns:a16="http://schemas.microsoft.com/office/drawing/2014/main" id="{69110DE3-EDEE-41A7-A42A-501E881DD1C3}"/>
              </a:ext>
            </a:extLst>
          </p:cNvPr>
          <p:cNvSpPr>
            <a:spLocks xmlns:a="http://schemas.openxmlformats.org/drawingml/2006/main" noGrp="1"/>
          </p:cNvSpPr>
          <p:nvPr/>
        </p:nvSpPr>
        <p:spPr>
          <a:xfrm xmlns:a="http://schemas.openxmlformats.org/drawingml/2006/main">
            <a:off x="357530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23" name="Google Shape;1923;p31">
            <a:extLst xmlns:a="http://schemas.openxmlformats.org/drawingml/2006/main">
              <a:ext uri="{FF2B5EF4-FFF2-40B4-BE49-F238E27FC236}">
                <a16:creationId xmlns:a16="http://schemas.microsoft.com/office/drawing/2014/main" id="{0BF78484-4C4E-44F2-A8D9-BE475941673C}"/>
              </a:ext>
            </a:extLst>
          </p:cNvPr>
          <p:cNvSpPr>
            <a:spLocks xmlns:a="http://schemas.openxmlformats.org/drawingml/2006/main" noGrp="1"/>
          </p:cNvSpPr>
          <p:nvPr/>
        </p:nvSpPr>
        <p:spPr>
          <a:xfrm xmlns:a="http://schemas.openxmlformats.org/drawingml/2006/main">
            <a:off x="439826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24" name="Google Shape;1924;p31">
            <a:extLst xmlns:a="http://schemas.openxmlformats.org/drawingml/2006/main">
              <a:ext uri="{FF2B5EF4-FFF2-40B4-BE49-F238E27FC236}">
                <a16:creationId xmlns:a16="http://schemas.microsoft.com/office/drawing/2014/main" id="{A038868F-FF5D-4C45-80E6-E646321DEC7A}"/>
              </a:ext>
            </a:extLst>
          </p:cNvPr>
          <p:cNvSpPr>
            <a:spLocks xmlns:a="http://schemas.openxmlformats.org/drawingml/2006/main" noGrp="1"/>
          </p:cNvSpPr>
          <p:nvPr/>
        </p:nvSpPr>
        <p:spPr>
          <a:xfrm xmlns:a="http://schemas.openxmlformats.org/drawingml/2006/main">
            <a:off x="522122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25" name="Google Shape;1925;p31">
            <a:extLst xmlns:a="http://schemas.openxmlformats.org/drawingml/2006/main">
              <a:ext uri="{FF2B5EF4-FFF2-40B4-BE49-F238E27FC236}">
                <a16:creationId xmlns:a16="http://schemas.microsoft.com/office/drawing/2014/main" id="{39354D7E-CC6C-4C52-817B-848997AC9C4D}"/>
              </a:ext>
            </a:extLst>
          </p:cNvPr>
          <p:cNvSpPr>
            <a:spLocks xmlns:a="http://schemas.openxmlformats.org/drawingml/2006/main" noGrp="1"/>
          </p:cNvSpPr>
          <p:nvPr/>
        </p:nvSpPr>
        <p:spPr>
          <a:xfrm xmlns:a="http://schemas.openxmlformats.org/drawingml/2006/main">
            <a:off x="604418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26" name="Google Shape;1926;p31">
            <a:extLst xmlns:a="http://schemas.openxmlformats.org/drawingml/2006/main">
              <a:ext uri="{FF2B5EF4-FFF2-40B4-BE49-F238E27FC236}">
                <a16:creationId xmlns:a16="http://schemas.microsoft.com/office/drawing/2014/main" id="{ECEC4B48-A4AD-44BB-A6A8-AE15682121E6}"/>
              </a:ext>
            </a:extLst>
          </p:cNvPr>
          <p:cNvSpPr>
            <a:spLocks xmlns:a="http://schemas.openxmlformats.org/drawingml/2006/main" noGrp="1"/>
          </p:cNvSpPr>
          <p:nvPr/>
        </p:nvSpPr>
        <p:spPr>
          <a:xfrm xmlns:a="http://schemas.openxmlformats.org/drawingml/2006/main">
            <a:off x="686714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27" name="Google Shape;1927;p31">
            <a:extLst xmlns:a="http://schemas.openxmlformats.org/drawingml/2006/main">
              <a:ext uri="{FF2B5EF4-FFF2-40B4-BE49-F238E27FC236}">
                <a16:creationId xmlns:a16="http://schemas.microsoft.com/office/drawing/2014/main" id="{9B6D1136-A3DC-4034-9BE8-2CAC155E004B}"/>
              </a:ext>
            </a:extLst>
          </p:cNvPr>
          <p:cNvSpPr>
            <a:spLocks xmlns:a="http://schemas.openxmlformats.org/drawingml/2006/main" noGrp="1"/>
          </p:cNvSpPr>
          <p:nvPr/>
        </p:nvSpPr>
        <p:spPr>
          <a:xfrm xmlns:a="http://schemas.openxmlformats.org/drawingml/2006/main">
            <a:off x="7690104" y="22677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284" name="Google Shape;1928;p31"/>
          <p:cNvCxnSpPr/>
          <p:nvPr/>
        </p:nvCxnSpPr>
        <p:spPr>
          <a:xfrm xmlns:a="http://schemas.openxmlformats.org/drawingml/2006/main">
            <a:off x="320040" y="2724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29" name="Google Shape;1929;p31">
            <a:extLst xmlns:a="http://schemas.openxmlformats.org/drawingml/2006/main">
              <a:ext uri="{FF2B5EF4-FFF2-40B4-BE49-F238E27FC236}">
                <a16:creationId xmlns:a16="http://schemas.microsoft.com/office/drawing/2014/main" id="{F4F42909-6D57-4870-9BF3-7050B80FE466}"/>
              </a:ext>
            </a:extLst>
          </p:cNvPr>
          <p:cNvSpPr>
            <a:spLocks xmlns:a="http://schemas.openxmlformats.org/drawingml/2006/main" noGrp="1"/>
          </p:cNvSpPr>
          <p:nvPr/>
        </p:nvSpPr>
        <p:spPr>
          <a:xfrm xmlns:a="http://schemas.openxmlformats.org/drawingml/2006/main">
            <a:off x="374904" y="2496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Traction on field</a:t>
            </a:r>
            <a:endParaRPr sz="820" b="0" i="0" u="none" cap="none">
              <a:solidFill>
                <a:schemeClr val="dk1"/>
              </a:solidFill>
              <a:latin typeface="Arial"/>
              <a:ea typeface="Arial"/>
              <a:cs typeface="Arial"/>
            </a:endParaRPr>
          </a:p>
        </p:txBody>
      </p:sp>
      <p:sp>
        <p:nvSpPr>
          <p:cNvPr id="1930" name="Google Shape;1930;p31">
            <a:extLst xmlns:a="http://schemas.openxmlformats.org/drawingml/2006/main">
              <a:ext uri="{FF2B5EF4-FFF2-40B4-BE49-F238E27FC236}">
                <a16:creationId xmlns:a16="http://schemas.microsoft.com/office/drawing/2014/main" id="{DA692344-90F9-47B1-9407-239E94D77ECC}"/>
              </a:ext>
            </a:extLst>
          </p:cNvPr>
          <p:cNvSpPr>
            <a:spLocks xmlns:a="http://schemas.openxmlformats.org/drawingml/2006/main" noGrp="1"/>
          </p:cNvSpPr>
          <p:nvPr/>
        </p:nvSpPr>
        <p:spPr>
          <a:xfrm xmlns:a="http://schemas.openxmlformats.org/drawingml/2006/main">
            <a:off x="2935224" y="2496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931" name="Google Shape;1931;p31">
            <a:extLst xmlns:a="http://schemas.openxmlformats.org/drawingml/2006/main">
              <a:ext uri="{FF2B5EF4-FFF2-40B4-BE49-F238E27FC236}">
                <a16:creationId xmlns:a16="http://schemas.microsoft.com/office/drawing/2014/main" id="{C055FE2B-69A0-4841-8C7C-3C2D89778D7F}"/>
              </a:ext>
            </a:extLst>
          </p:cNvPr>
          <p:cNvSpPr>
            <a:spLocks xmlns:a="http://schemas.openxmlformats.org/drawingml/2006/main" noGrp="1"/>
          </p:cNvSpPr>
          <p:nvPr/>
        </p:nvSpPr>
        <p:spPr>
          <a:xfrm xmlns:a="http://schemas.openxmlformats.org/drawingml/2006/main">
            <a:off x="357530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32" name="Google Shape;1932;p31">
            <a:extLst xmlns:a="http://schemas.openxmlformats.org/drawingml/2006/main">
              <a:ext uri="{FF2B5EF4-FFF2-40B4-BE49-F238E27FC236}">
                <a16:creationId xmlns:a16="http://schemas.microsoft.com/office/drawing/2014/main" id="{F8784E9F-619F-4937-AC35-6E905C18A36F}"/>
              </a:ext>
            </a:extLst>
          </p:cNvPr>
          <p:cNvSpPr>
            <a:spLocks xmlns:a="http://schemas.openxmlformats.org/drawingml/2006/main" noGrp="1"/>
          </p:cNvSpPr>
          <p:nvPr/>
        </p:nvSpPr>
        <p:spPr>
          <a:xfrm xmlns:a="http://schemas.openxmlformats.org/drawingml/2006/main">
            <a:off x="439826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33" name="Google Shape;1933;p31">
            <a:extLst xmlns:a="http://schemas.openxmlformats.org/drawingml/2006/main">
              <a:ext uri="{FF2B5EF4-FFF2-40B4-BE49-F238E27FC236}">
                <a16:creationId xmlns:a16="http://schemas.microsoft.com/office/drawing/2014/main" id="{3BB1880C-F1C4-4E3D-AC0A-2B829352BA5A}"/>
              </a:ext>
            </a:extLst>
          </p:cNvPr>
          <p:cNvSpPr>
            <a:spLocks xmlns:a="http://schemas.openxmlformats.org/drawingml/2006/main" noGrp="1"/>
          </p:cNvSpPr>
          <p:nvPr/>
        </p:nvSpPr>
        <p:spPr>
          <a:xfrm xmlns:a="http://schemas.openxmlformats.org/drawingml/2006/main">
            <a:off x="522122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34" name="Google Shape;1934;p31">
            <a:extLst xmlns:a="http://schemas.openxmlformats.org/drawingml/2006/main">
              <a:ext uri="{FF2B5EF4-FFF2-40B4-BE49-F238E27FC236}">
                <a16:creationId xmlns:a16="http://schemas.microsoft.com/office/drawing/2014/main" id="{DB4365D3-7C51-46B5-8201-4655FCDDC53B}"/>
              </a:ext>
            </a:extLst>
          </p:cNvPr>
          <p:cNvSpPr>
            <a:spLocks xmlns:a="http://schemas.openxmlformats.org/drawingml/2006/main" noGrp="1"/>
          </p:cNvSpPr>
          <p:nvPr/>
        </p:nvSpPr>
        <p:spPr>
          <a:xfrm xmlns:a="http://schemas.openxmlformats.org/drawingml/2006/main">
            <a:off x="604418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35" name="Google Shape;1935;p31">
            <a:extLst xmlns:a="http://schemas.openxmlformats.org/drawingml/2006/main">
              <a:ext uri="{FF2B5EF4-FFF2-40B4-BE49-F238E27FC236}">
                <a16:creationId xmlns:a16="http://schemas.microsoft.com/office/drawing/2014/main" id="{78CE42C1-FFE5-4FFE-B0D3-8074D5DC8656}"/>
              </a:ext>
            </a:extLst>
          </p:cNvPr>
          <p:cNvSpPr>
            <a:spLocks xmlns:a="http://schemas.openxmlformats.org/drawingml/2006/main" noGrp="1"/>
          </p:cNvSpPr>
          <p:nvPr/>
        </p:nvSpPr>
        <p:spPr>
          <a:xfrm xmlns:a="http://schemas.openxmlformats.org/drawingml/2006/main">
            <a:off x="686714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36" name="Google Shape;1936;p31">
            <a:extLst xmlns:a="http://schemas.openxmlformats.org/drawingml/2006/main">
              <a:ext uri="{FF2B5EF4-FFF2-40B4-BE49-F238E27FC236}">
                <a16:creationId xmlns:a16="http://schemas.microsoft.com/office/drawing/2014/main" id="{FB423C39-2E26-4441-8983-B65A6F8F3423}"/>
              </a:ext>
            </a:extLst>
          </p:cNvPr>
          <p:cNvSpPr>
            <a:spLocks xmlns:a="http://schemas.openxmlformats.org/drawingml/2006/main" noGrp="1"/>
          </p:cNvSpPr>
          <p:nvPr/>
        </p:nvSpPr>
        <p:spPr>
          <a:xfrm xmlns:a="http://schemas.openxmlformats.org/drawingml/2006/main">
            <a:off x="7690104" y="2496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37" name="Google Shape;1937;p31">
            <a:extLst xmlns:a="http://schemas.openxmlformats.org/drawingml/2006/main">
              <a:ext uri="{FF2B5EF4-FFF2-40B4-BE49-F238E27FC236}">
                <a16:creationId xmlns:a16="http://schemas.microsoft.com/office/drawing/2014/main" id="{6B8CF706-8797-491F-BB01-C5E387DF480A}"/>
              </a:ext>
            </a:extLst>
          </p:cNvPr>
          <p:cNvSpPr>
            <a:spLocks xmlns:a="http://schemas.openxmlformats.org/drawingml/2006/main" noGrp="1"/>
          </p:cNvSpPr>
          <p:nvPr/>
        </p:nvSpPr>
        <p:spPr>
          <a:xfrm xmlns:a="http://schemas.openxmlformats.org/drawingml/2006/main">
            <a:off x="320040" y="27249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294" name="Google Shape;1938;p31"/>
          <p:cNvCxnSpPr/>
          <p:nvPr/>
        </p:nvCxnSpPr>
        <p:spPr>
          <a:xfrm xmlns:a="http://schemas.openxmlformats.org/drawingml/2006/main">
            <a:off x="320040" y="2953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39" name="Google Shape;1939;p31">
            <a:extLst xmlns:a="http://schemas.openxmlformats.org/drawingml/2006/main">
              <a:ext uri="{FF2B5EF4-FFF2-40B4-BE49-F238E27FC236}">
                <a16:creationId xmlns:a16="http://schemas.microsoft.com/office/drawing/2014/main" id="{B0A91074-7459-4BD9-AE9D-27F98A28EB3C}"/>
              </a:ext>
            </a:extLst>
          </p:cNvPr>
          <p:cNvSpPr>
            <a:spLocks xmlns:a="http://schemas.openxmlformats.org/drawingml/2006/main" noGrp="1"/>
          </p:cNvSpPr>
          <p:nvPr/>
        </p:nvSpPr>
        <p:spPr>
          <a:xfrm xmlns:a="http://schemas.openxmlformats.org/drawingml/2006/main">
            <a:off x="374904" y="2724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Motor count</a:t>
            </a:r>
            <a:endParaRPr sz="820" b="0" i="0" u="none" cap="none">
              <a:solidFill>
                <a:schemeClr val="dk1"/>
              </a:solidFill>
              <a:latin typeface="Arial"/>
              <a:ea typeface="Arial"/>
              <a:cs typeface="Arial"/>
            </a:endParaRPr>
          </a:p>
        </p:txBody>
      </p:sp>
      <p:sp>
        <p:nvSpPr>
          <p:cNvPr id="1940" name="Google Shape;1940;p31">
            <a:extLst xmlns:a="http://schemas.openxmlformats.org/drawingml/2006/main">
              <a:ext uri="{FF2B5EF4-FFF2-40B4-BE49-F238E27FC236}">
                <a16:creationId xmlns:a16="http://schemas.microsoft.com/office/drawing/2014/main" id="{C00B7FE6-B442-4D26-9CE3-1DB73A54A218}"/>
              </a:ext>
            </a:extLst>
          </p:cNvPr>
          <p:cNvSpPr>
            <a:spLocks xmlns:a="http://schemas.openxmlformats.org/drawingml/2006/main" noGrp="1"/>
          </p:cNvSpPr>
          <p:nvPr/>
        </p:nvSpPr>
        <p:spPr>
          <a:xfrm xmlns:a="http://schemas.openxmlformats.org/drawingml/2006/main">
            <a:off x="2935224" y="2724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941" name="Google Shape;1941;p31">
            <a:extLst xmlns:a="http://schemas.openxmlformats.org/drawingml/2006/main">
              <a:ext uri="{FF2B5EF4-FFF2-40B4-BE49-F238E27FC236}">
                <a16:creationId xmlns:a16="http://schemas.microsoft.com/office/drawing/2014/main" id="{429F6936-17A1-42FD-9476-B566E53100C9}"/>
              </a:ext>
            </a:extLst>
          </p:cNvPr>
          <p:cNvSpPr>
            <a:spLocks xmlns:a="http://schemas.openxmlformats.org/drawingml/2006/main" noGrp="1"/>
          </p:cNvSpPr>
          <p:nvPr/>
        </p:nvSpPr>
        <p:spPr>
          <a:xfrm xmlns:a="http://schemas.openxmlformats.org/drawingml/2006/main">
            <a:off x="357530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42" name="Google Shape;1942;p31">
            <a:extLst xmlns:a="http://schemas.openxmlformats.org/drawingml/2006/main">
              <a:ext uri="{FF2B5EF4-FFF2-40B4-BE49-F238E27FC236}">
                <a16:creationId xmlns:a16="http://schemas.microsoft.com/office/drawing/2014/main" id="{CDEBE5EB-F2B7-447A-B452-6DAA6AD24CCD}"/>
              </a:ext>
            </a:extLst>
          </p:cNvPr>
          <p:cNvSpPr>
            <a:spLocks xmlns:a="http://schemas.openxmlformats.org/drawingml/2006/main" noGrp="1"/>
          </p:cNvSpPr>
          <p:nvPr/>
        </p:nvSpPr>
        <p:spPr>
          <a:xfrm xmlns:a="http://schemas.openxmlformats.org/drawingml/2006/main">
            <a:off x="439826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43" name="Google Shape;1943;p31">
            <a:extLst xmlns:a="http://schemas.openxmlformats.org/drawingml/2006/main">
              <a:ext uri="{FF2B5EF4-FFF2-40B4-BE49-F238E27FC236}">
                <a16:creationId xmlns:a16="http://schemas.microsoft.com/office/drawing/2014/main" id="{64E2254C-0F0C-4223-96D5-DA63B93E5BF6}"/>
              </a:ext>
            </a:extLst>
          </p:cNvPr>
          <p:cNvSpPr>
            <a:spLocks xmlns:a="http://schemas.openxmlformats.org/drawingml/2006/main" noGrp="1"/>
          </p:cNvSpPr>
          <p:nvPr/>
        </p:nvSpPr>
        <p:spPr>
          <a:xfrm xmlns:a="http://schemas.openxmlformats.org/drawingml/2006/main">
            <a:off x="522122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44" name="Google Shape;1944;p31">
            <a:extLst xmlns:a="http://schemas.openxmlformats.org/drawingml/2006/main">
              <a:ext uri="{FF2B5EF4-FFF2-40B4-BE49-F238E27FC236}">
                <a16:creationId xmlns:a16="http://schemas.microsoft.com/office/drawing/2014/main" id="{369B145E-CE16-49BF-80B4-850EECE80426}"/>
              </a:ext>
            </a:extLst>
          </p:cNvPr>
          <p:cNvSpPr>
            <a:spLocks xmlns:a="http://schemas.openxmlformats.org/drawingml/2006/main" noGrp="1"/>
          </p:cNvSpPr>
          <p:nvPr/>
        </p:nvSpPr>
        <p:spPr>
          <a:xfrm xmlns:a="http://schemas.openxmlformats.org/drawingml/2006/main">
            <a:off x="604418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45" name="Google Shape;1945;p31">
            <a:extLst xmlns:a="http://schemas.openxmlformats.org/drawingml/2006/main">
              <a:ext uri="{FF2B5EF4-FFF2-40B4-BE49-F238E27FC236}">
                <a16:creationId xmlns:a16="http://schemas.microsoft.com/office/drawing/2014/main" id="{7263474E-0D37-4CE1-8738-A43A3CD9D3AB}"/>
              </a:ext>
            </a:extLst>
          </p:cNvPr>
          <p:cNvSpPr>
            <a:spLocks xmlns:a="http://schemas.openxmlformats.org/drawingml/2006/main" noGrp="1"/>
          </p:cNvSpPr>
          <p:nvPr/>
        </p:nvSpPr>
        <p:spPr>
          <a:xfrm xmlns:a="http://schemas.openxmlformats.org/drawingml/2006/main">
            <a:off x="686714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46" name="Google Shape;1946;p31">
            <a:extLst xmlns:a="http://schemas.openxmlformats.org/drawingml/2006/main">
              <a:ext uri="{FF2B5EF4-FFF2-40B4-BE49-F238E27FC236}">
                <a16:creationId xmlns:a16="http://schemas.microsoft.com/office/drawing/2014/main" id="{82C63AC5-F902-495E-BF6A-A02D8A043396}"/>
              </a:ext>
            </a:extLst>
          </p:cNvPr>
          <p:cNvSpPr>
            <a:spLocks xmlns:a="http://schemas.openxmlformats.org/drawingml/2006/main" noGrp="1"/>
          </p:cNvSpPr>
          <p:nvPr/>
        </p:nvSpPr>
        <p:spPr>
          <a:xfrm xmlns:a="http://schemas.openxmlformats.org/drawingml/2006/main">
            <a:off x="7690104" y="2724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303" name="Google Shape;1947;p31"/>
          <p:cNvCxnSpPr/>
          <p:nvPr/>
        </p:nvCxnSpPr>
        <p:spPr>
          <a:xfrm xmlns:a="http://schemas.openxmlformats.org/drawingml/2006/main">
            <a:off x="320040" y="3182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48" name="Google Shape;1948;p31">
            <a:extLst xmlns:a="http://schemas.openxmlformats.org/drawingml/2006/main">
              <a:ext uri="{FF2B5EF4-FFF2-40B4-BE49-F238E27FC236}">
                <a16:creationId xmlns:a16="http://schemas.microsoft.com/office/drawing/2014/main" id="{E5F9AF8B-312B-4935-81C2-298DE4B5E2DF}"/>
              </a:ext>
            </a:extLst>
          </p:cNvPr>
          <p:cNvSpPr>
            <a:spLocks xmlns:a="http://schemas.openxmlformats.org/drawingml/2006/main" noGrp="1"/>
          </p:cNvSpPr>
          <p:nvPr/>
        </p:nvSpPr>
        <p:spPr>
          <a:xfrm xmlns:a="http://schemas.openxmlformats.org/drawingml/2006/main">
            <a:off x="374904" y="2953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Build risk</a:t>
            </a:r>
            <a:endParaRPr sz="820" b="0" i="0" u="none" cap="none">
              <a:solidFill>
                <a:schemeClr val="dk1"/>
              </a:solidFill>
              <a:latin typeface="Arial"/>
              <a:ea typeface="Arial"/>
              <a:cs typeface="Arial"/>
            </a:endParaRPr>
          </a:p>
        </p:txBody>
      </p:sp>
      <p:sp>
        <p:nvSpPr>
          <p:cNvPr id="1949" name="Google Shape;1949;p31">
            <a:extLst xmlns:a="http://schemas.openxmlformats.org/drawingml/2006/main">
              <a:ext uri="{FF2B5EF4-FFF2-40B4-BE49-F238E27FC236}">
                <a16:creationId xmlns:a16="http://schemas.microsoft.com/office/drawing/2014/main" id="{CDE7CA92-1E38-4563-93B5-264D12AA6BD6}"/>
              </a:ext>
            </a:extLst>
          </p:cNvPr>
          <p:cNvSpPr>
            <a:spLocks xmlns:a="http://schemas.openxmlformats.org/drawingml/2006/main" noGrp="1"/>
          </p:cNvSpPr>
          <p:nvPr/>
        </p:nvSpPr>
        <p:spPr>
          <a:xfrm xmlns:a="http://schemas.openxmlformats.org/drawingml/2006/main">
            <a:off x="2935224" y="2953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1950" name="Google Shape;1950;p31">
            <a:extLst xmlns:a="http://schemas.openxmlformats.org/drawingml/2006/main">
              <a:ext uri="{FF2B5EF4-FFF2-40B4-BE49-F238E27FC236}">
                <a16:creationId xmlns:a16="http://schemas.microsoft.com/office/drawing/2014/main" id="{79FE3CA9-3806-44B3-BB6C-DC51E7888BDE}"/>
              </a:ext>
            </a:extLst>
          </p:cNvPr>
          <p:cNvSpPr>
            <a:spLocks xmlns:a="http://schemas.openxmlformats.org/drawingml/2006/main" noGrp="1"/>
          </p:cNvSpPr>
          <p:nvPr/>
        </p:nvSpPr>
        <p:spPr>
          <a:xfrm xmlns:a="http://schemas.openxmlformats.org/drawingml/2006/main">
            <a:off x="357530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51" name="Google Shape;1951;p31">
            <a:extLst xmlns:a="http://schemas.openxmlformats.org/drawingml/2006/main">
              <a:ext uri="{FF2B5EF4-FFF2-40B4-BE49-F238E27FC236}">
                <a16:creationId xmlns:a16="http://schemas.microsoft.com/office/drawing/2014/main" id="{0DDD3E92-2670-4FCD-8FA6-095A47242034}"/>
              </a:ext>
            </a:extLst>
          </p:cNvPr>
          <p:cNvSpPr>
            <a:spLocks xmlns:a="http://schemas.openxmlformats.org/drawingml/2006/main" noGrp="1"/>
          </p:cNvSpPr>
          <p:nvPr/>
        </p:nvSpPr>
        <p:spPr>
          <a:xfrm xmlns:a="http://schemas.openxmlformats.org/drawingml/2006/main">
            <a:off x="439826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52" name="Google Shape;1952;p31">
            <a:extLst xmlns:a="http://schemas.openxmlformats.org/drawingml/2006/main">
              <a:ext uri="{FF2B5EF4-FFF2-40B4-BE49-F238E27FC236}">
                <a16:creationId xmlns:a16="http://schemas.microsoft.com/office/drawing/2014/main" id="{4D1D48EE-D4D7-46E6-B3AB-E05257DC5BF2}"/>
              </a:ext>
            </a:extLst>
          </p:cNvPr>
          <p:cNvSpPr>
            <a:spLocks xmlns:a="http://schemas.openxmlformats.org/drawingml/2006/main" noGrp="1"/>
          </p:cNvSpPr>
          <p:nvPr/>
        </p:nvSpPr>
        <p:spPr>
          <a:xfrm xmlns:a="http://schemas.openxmlformats.org/drawingml/2006/main">
            <a:off x="522122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53" name="Google Shape;1953;p31">
            <a:extLst xmlns:a="http://schemas.openxmlformats.org/drawingml/2006/main">
              <a:ext uri="{FF2B5EF4-FFF2-40B4-BE49-F238E27FC236}">
                <a16:creationId xmlns:a16="http://schemas.microsoft.com/office/drawing/2014/main" id="{67AD384C-B086-41E6-B3C6-2485318636C1}"/>
              </a:ext>
            </a:extLst>
          </p:cNvPr>
          <p:cNvSpPr>
            <a:spLocks xmlns:a="http://schemas.openxmlformats.org/drawingml/2006/main" noGrp="1"/>
          </p:cNvSpPr>
          <p:nvPr/>
        </p:nvSpPr>
        <p:spPr>
          <a:xfrm xmlns:a="http://schemas.openxmlformats.org/drawingml/2006/main">
            <a:off x="604418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54" name="Google Shape;1954;p31">
            <a:extLst xmlns:a="http://schemas.openxmlformats.org/drawingml/2006/main">
              <a:ext uri="{FF2B5EF4-FFF2-40B4-BE49-F238E27FC236}">
                <a16:creationId xmlns:a16="http://schemas.microsoft.com/office/drawing/2014/main" id="{592D39D5-946E-49AB-80A1-9819477825FF}"/>
              </a:ext>
            </a:extLst>
          </p:cNvPr>
          <p:cNvSpPr>
            <a:spLocks xmlns:a="http://schemas.openxmlformats.org/drawingml/2006/main" noGrp="1"/>
          </p:cNvSpPr>
          <p:nvPr/>
        </p:nvSpPr>
        <p:spPr>
          <a:xfrm xmlns:a="http://schemas.openxmlformats.org/drawingml/2006/main">
            <a:off x="686714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1955" name="Google Shape;1955;p31">
            <a:extLst xmlns:a="http://schemas.openxmlformats.org/drawingml/2006/main">
              <a:ext uri="{FF2B5EF4-FFF2-40B4-BE49-F238E27FC236}">
                <a16:creationId xmlns:a16="http://schemas.microsoft.com/office/drawing/2014/main" id="{13F86676-2D49-4FAB-B4A3-0E4E2789CF66}"/>
              </a:ext>
            </a:extLst>
          </p:cNvPr>
          <p:cNvSpPr>
            <a:spLocks xmlns:a="http://schemas.openxmlformats.org/drawingml/2006/main" noGrp="1"/>
          </p:cNvSpPr>
          <p:nvPr/>
        </p:nvSpPr>
        <p:spPr>
          <a:xfrm xmlns:a="http://schemas.openxmlformats.org/drawingml/2006/main">
            <a:off x="7690104" y="2953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1956" name="Google Shape;1956;p31">
            <a:extLst xmlns:a="http://schemas.openxmlformats.org/drawingml/2006/main">
              <a:ext uri="{FF2B5EF4-FFF2-40B4-BE49-F238E27FC236}">
                <a16:creationId xmlns:a16="http://schemas.microsoft.com/office/drawing/2014/main" id="{14B4859C-1A3D-4FD2-8495-0E5C4A1627C6}"/>
              </a:ext>
            </a:extLst>
          </p:cNvPr>
          <p:cNvSpPr>
            <a:spLocks xmlns:a="http://schemas.openxmlformats.org/drawingml/2006/main" noGrp="1"/>
          </p:cNvSpPr>
          <p:nvPr/>
        </p:nvSpPr>
        <p:spPr>
          <a:xfrm xmlns:a="http://schemas.openxmlformats.org/drawingml/2006/main">
            <a:off x="320040" y="31821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313" name="Google Shape;1957;p31"/>
          <p:cNvCxnSpPr/>
          <p:nvPr/>
        </p:nvCxnSpPr>
        <p:spPr>
          <a:xfrm xmlns:a="http://schemas.openxmlformats.org/drawingml/2006/main">
            <a:off x="320040" y="3410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58" name="Google Shape;1958;p31">
            <a:extLst xmlns:a="http://schemas.openxmlformats.org/drawingml/2006/main">
              <a:ext uri="{FF2B5EF4-FFF2-40B4-BE49-F238E27FC236}">
                <a16:creationId xmlns:a16="http://schemas.microsoft.com/office/drawing/2014/main" id="{92BB4AD2-980E-42BD-95D4-166E3E6FAAE8}"/>
              </a:ext>
            </a:extLst>
          </p:cNvPr>
          <p:cNvSpPr>
            <a:spLocks xmlns:a="http://schemas.openxmlformats.org/drawingml/2006/main" noGrp="1"/>
          </p:cNvSpPr>
          <p:nvPr/>
        </p:nvSpPr>
        <p:spPr>
          <a:xfrm xmlns:a="http://schemas.openxmlformats.org/drawingml/2006/main">
            <a:off x="374904" y="3182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TOTAL</a:t>
            </a:r>
            <a:endParaRPr sz="820" b="0" i="0" u="none" cap="none">
              <a:solidFill>
                <a:schemeClr val="dk1"/>
              </a:solidFill>
              <a:latin typeface="Arial"/>
              <a:ea typeface="Arial"/>
              <a:cs typeface="Arial"/>
            </a:endParaRPr>
          </a:p>
        </p:txBody>
      </p:sp>
      <p:sp>
        <p:nvSpPr>
          <p:cNvPr id="1959" name="Google Shape;1959;p31">
            <a:extLst xmlns:a="http://schemas.openxmlformats.org/drawingml/2006/main">
              <a:ext uri="{FF2B5EF4-FFF2-40B4-BE49-F238E27FC236}">
                <a16:creationId xmlns:a16="http://schemas.microsoft.com/office/drawing/2014/main" id="{F6E807CA-94D7-4056-881F-DA7D658BB7D6}"/>
              </a:ext>
            </a:extLst>
          </p:cNvPr>
          <p:cNvSpPr>
            <a:spLocks xmlns:a="http://schemas.openxmlformats.org/drawingml/2006/main" noGrp="1"/>
          </p:cNvSpPr>
          <p:nvPr/>
        </p:nvSpPr>
        <p:spPr>
          <a:xfrm xmlns:a="http://schemas.openxmlformats.org/drawingml/2006/main">
            <a:off x="2935224" y="3182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1960" name="Google Shape;1960;p31">
            <a:extLst xmlns:a="http://schemas.openxmlformats.org/drawingml/2006/main">
              <a:ext uri="{FF2B5EF4-FFF2-40B4-BE49-F238E27FC236}">
                <a16:creationId xmlns:a16="http://schemas.microsoft.com/office/drawing/2014/main" id="{DF84D34B-26CC-4B68-9A01-79E4C69D1155}"/>
              </a:ext>
            </a:extLst>
          </p:cNvPr>
          <p:cNvSpPr>
            <a:spLocks xmlns:a="http://schemas.openxmlformats.org/drawingml/2006/main" noGrp="1"/>
          </p:cNvSpPr>
          <p:nvPr/>
        </p:nvSpPr>
        <p:spPr>
          <a:xfrm xmlns:a="http://schemas.openxmlformats.org/drawingml/2006/main">
            <a:off x="357530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1961" name="Google Shape;1961;p31">
            <a:extLst xmlns:a="http://schemas.openxmlformats.org/drawingml/2006/main">
              <a:ext uri="{FF2B5EF4-FFF2-40B4-BE49-F238E27FC236}">
                <a16:creationId xmlns:a16="http://schemas.microsoft.com/office/drawing/2014/main" id="{0ABDF3DD-81CB-4269-9AAD-A07FE79FBF71}"/>
              </a:ext>
            </a:extLst>
          </p:cNvPr>
          <p:cNvSpPr>
            <a:spLocks xmlns:a="http://schemas.openxmlformats.org/drawingml/2006/main" noGrp="1"/>
          </p:cNvSpPr>
          <p:nvPr/>
        </p:nvSpPr>
        <p:spPr>
          <a:xfrm xmlns:a="http://schemas.openxmlformats.org/drawingml/2006/main">
            <a:off x="439826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1962" name="Google Shape;1962;p31">
            <a:extLst xmlns:a="http://schemas.openxmlformats.org/drawingml/2006/main">
              <a:ext uri="{FF2B5EF4-FFF2-40B4-BE49-F238E27FC236}">
                <a16:creationId xmlns:a16="http://schemas.microsoft.com/office/drawing/2014/main" id="{B9EB0189-3DA9-4D8C-8100-9B41BE13B0B1}"/>
              </a:ext>
            </a:extLst>
          </p:cNvPr>
          <p:cNvSpPr>
            <a:spLocks xmlns:a="http://schemas.openxmlformats.org/drawingml/2006/main" noGrp="1"/>
          </p:cNvSpPr>
          <p:nvPr/>
        </p:nvSpPr>
        <p:spPr>
          <a:xfrm xmlns:a="http://schemas.openxmlformats.org/drawingml/2006/main">
            <a:off x="522122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1963" name="Google Shape;1963;p31">
            <a:extLst xmlns:a="http://schemas.openxmlformats.org/drawingml/2006/main">
              <a:ext uri="{FF2B5EF4-FFF2-40B4-BE49-F238E27FC236}">
                <a16:creationId xmlns:a16="http://schemas.microsoft.com/office/drawing/2014/main" id="{A9D1F759-0EFC-4555-88DB-53373C129E88}"/>
              </a:ext>
            </a:extLst>
          </p:cNvPr>
          <p:cNvSpPr>
            <a:spLocks xmlns:a="http://schemas.openxmlformats.org/drawingml/2006/main" noGrp="1"/>
          </p:cNvSpPr>
          <p:nvPr/>
        </p:nvSpPr>
        <p:spPr>
          <a:xfrm xmlns:a="http://schemas.openxmlformats.org/drawingml/2006/main">
            <a:off x="604418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1964" name="Google Shape;1964;p31">
            <a:extLst xmlns:a="http://schemas.openxmlformats.org/drawingml/2006/main">
              <a:ext uri="{FF2B5EF4-FFF2-40B4-BE49-F238E27FC236}">
                <a16:creationId xmlns:a16="http://schemas.microsoft.com/office/drawing/2014/main" id="{1AD337CC-FED9-4E2B-8089-535027C806C4}"/>
              </a:ext>
            </a:extLst>
          </p:cNvPr>
          <p:cNvSpPr>
            <a:spLocks xmlns:a="http://schemas.openxmlformats.org/drawingml/2006/main" noGrp="1"/>
          </p:cNvSpPr>
          <p:nvPr/>
        </p:nvSpPr>
        <p:spPr>
          <a:xfrm xmlns:a="http://schemas.openxmlformats.org/drawingml/2006/main">
            <a:off x="686714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1965" name="Google Shape;1965;p31">
            <a:extLst xmlns:a="http://schemas.openxmlformats.org/drawingml/2006/main">
              <a:ext uri="{FF2B5EF4-FFF2-40B4-BE49-F238E27FC236}">
                <a16:creationId xmlns:a16="http://schemas.microsoft.com/office/drawing/2014/main" id="{9570A134-7E7D-43A1-B670-6A108F462284}"/>
              </a:ext>
            </a:extLst>
          </p:cNvPr>
          <p:cNvSpPr>
            <a:spLocks xmlns:a="http://schemas.openxmlformats.org/drawingml/2006/main" noGrp="1"/>
          </p:cNvSpPr>
          <p:nvPr/>
        </p:nvSpPr>
        <p:spPr>
          <a:xfrm xmlns:a="http://schemas.openxmlformats.org/drawingml/2006/main">
            <a:off x="7690104" y="3182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1966" name="Google Shape;1966;p31">
            <a:extLst xmlns:a="http://schemas.openxmlformats.org/drawingml/2006/main">
              <a:ext uri="{FF2B5EF4-FFF2-40B4-BE49-F238E27FC236}">
                <a16:creationId xmlns:a16="http://schemas.microsoft.com/office/drawing/2014/main" id="{ED9417F0-3B01-477A-BC84-1C9CD738E4F5}"/>
              </a:ext>
            </a:extLst>
          </p:cNvPr>
          <p:cNvSpPr>
            <a:spLocks xmlns:a="http://schemas.openxmlformats.org/drawingml/2006/main" noGrp="1"/>
          </p:cNvSpPr>
          <p:nvPr/>
        </p:nvSpPr>
        <p:spPr>
          <a:xfrm xmlns:a="http://schemas.openxmlformats.org/drawingml/2006/main">
            <a:off x="320040" y="1078992"/>
            <a:ext cx="8503920" cy="2331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67" name="Google Shape;1967;p31">
            <a:extLst xmlns:a="http://schemas.openxmlformats.org/drawingml/2006/main">
              <a:ext uri="{FF2B5EF4-FFF2-40B4-BE49-F238E27FC236}">
                <a16:creationId xmlns:a16="http://schemas.microsoft.com/office/drawing/2014/main" id="{676F40B5-9CD6-497C-A0C8-23232E4DE216}"/>
              </a:ext>
            </a:extLst>
          </p:cNvPr>
          <p:cNvSpPr>
            <a:spLocks xmlns:a="http://schemas.openxmlformats.org/drawingml/2006/main" noGrp="1"/>
          </p:cNvSpPr>
          <p:nvPr/>
        </p:nvSpPr>
        <p:spPr>
          <a:xfrm xmlns:a="http://schemas.openxmlformats.org/drawingml/2006/main">
            <a:off x="320040" y="35021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850"/>
              <a:buFont typeface="Arial"/>
              <a:buNone/>
            </a:pPr>
            <a:r>
              <a:rPr sz="850" b="1" i="0" u="none" cap="none">
                <a:solidFill>
                  <a:srgbClr val="7C3AED"/>
                </a:solidFill>
                <a:latin typeface="Arial"/>
                <a:ea typeface="Arial"/>
                <a:cs typeface="Arial"/>
              </a:rPr>
              <a:t>CONCEPT NAMES — label C1, C2, C3</a:t>
            </a:r>
            <a:endParaRPr sz="850" b="0" i="0" u="none" cap="none">
              <a:solidFill>
                <a:schemeClr val="dk1"/>
              </a:solidFill>
              <a:latin typeface="Arial"/>
              <a:ea typeface="Arial"/>
              <a:cs typeface="Arial"/>
            </a:endParaRPr>
          </a:p>
        </p:txBody>
      </p:sp>
      <p:sp>
        <p:nvSpPr>
          <p:cNvPr id="1968" name="Google Shape;1968;p31">
            <a:extLst xmlns:a="http://schemas.openxmlformats.org/drawingml/2006/main">
              <a:ext uri="{FF2B5EF4-FFF2-40B4-BE49-F238E27FC236}">
                <a16:creationId xmlns:a16="http://schemas.microsoft.com/office/drawing/2014/main" id="{E882895E-45D9-4399-A4B8-11B57D2069B7}"/>
              </a:ext>
            </a:extLst>
          </p:cNvPr>
          <p:cNvSpPr>
            <a:spLocks xmlns:a="http://schemas.openxmlformats.org/drawingml/2006/main" noGrp="1"/>
          </p:cNvSpPr>
          <p:nvPr/>
        </p:nvSpPr>
        <p:spPr>
          <a:xfrm xmlns:a="http://schemas.openxmlformats.org/drawingml/2006/main">
            <a:off x="320040" y="3703320"/>
            <a:ext cx="8503920" cy="237744"/>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69" name="Google Shape;1969;p31">
            <a:extLst xmlns:a="http://schemas.openxmlformats.org/drawingml/2006/main">
              <a:ext uri="{FF2B5EF4-FFF2-40B4-BE49-F238E27FC236}">
                <a16:creationId xmlns:a16="http://schemas.microsoft.com/office/drawing/2014/main" id="{A1795B43-C047-4DA1-B0B1-C465D9B0CCD3}"/>
              </a:ext>
            </a:extLst>
          </p:cNvPr>
          <p:cNvSpPr>
            <a:spLocks xmlns:a="http://schemas.openxmlformats.org/drawingml/2006/main" noGrp="1"/>
          </p:cNvSpPr>
          <p:nvPr/>
        </p:nvSpPr>
        <p:spPr>
          <a:xfrm xmlns:a="http://schemas.openxmlformats.org/drawingml/2006/main">
            <a:off x="37490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C1</a:t>
            </a:r>
            <a:endParaRPr sz="900" b="0" i="0" u="none" cap="none">
              <a:solidFill>
                <a:schemeClr val="dk1"/>
              </a:solidFill>
              <a:latin typeface="Arial"/>
              <a:ea typeface="Arial"/>
              <a:cs typeface="Arial"/>
            </a:endParaRPr>
          </a:p>
        </p:txBody>
      </p:sp>
      <p:sp>
        <p:nvSpPr>
          <p:cNvPr id="1970" name="Google Shape;1970;p31">
            <a:extLst xmlns:a="http://schemas.openxmlformats.org/drawingml/2006/main">
              <a:ext uri="{FF2B5EF4-FFF2-40B4-BE49-F238E27FC236}">
                <a16:creationId xmlns:a16="http://schemas.microsoft.com/office/drawing/2014/main" id="{54BB760A-3786-436A-BDC7-0C51C23E2FDF}"/>
              </a:ext>
            </a:extLst>
          </p:cNvPr>
          <p:cNvSpPr>
            <a:spLocks xmlns:a="http://schemas.openxmlformats.org/drawingml/2006/main" noGrp="1"/>
          </p:cNvSpPr>
          <p:nvPr/>
        </p:nvSpPr>
        <p:spPr>
          <a:xfrm xmlns:a="http://schemas.openxmlformats.org/drawingml/2006/main">
            <a:off x="320954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C2</a:t>
            </a:r>
            <a:endParaRPr sz="900" b="0" i="0" u="none" cap="none">
              <a:solidFill>
                <a:schemeClr val="dk1"/>
              </a:solidFill>
              <a:latin typeface="Arial"/>
              <a:ea typeface="Arial"/>
              <a:cs typeface="Arial"/>
            </a:endParaRPr>
          </a:p>
        </p:txBody>
      </p:sp>
      <p:sp>
        <p:nvSpPr>
          <p:cNvPr id="1971" name="Google Shape;1971;p31">
            <a:extLst xmlns:a="http://schemas.openxmlformats.org/drawingml/2006/main">
              <a:ext uri="{FF2B5EF4-FFF2-40B4-BE49-F238E27FC236}">
                <a16:creationId xmlns:a16="http://schemas.microsoft.com/office/drawing/2014/main" id="{CA224CF5-95AC-4E82-A733-C5457FDA0FCD}"/>
              </a:ext>
            </a:extLst>
          </p:cNvPr>
          <p:cNvSpPr>
            <a:spLocks xmlns:a="http://schemas.openxmlformats.org/drawingml/2006/main" noGrp="1"/>
          </p:cNvSpPr>
          <p:nvPr/>
        </p:nvSpPr>
        <p:spPr>
          <a:xfrm xmlns:a="http://schemas.openxmlformats.org/drawingml/2006/main">
            <a:off x="604418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C3</a:t>
            </a:r>
            <a:endParaRPr sz="900" b="0" i="0" u="none" cap="none">
              <a:solidFill>
                <a:schemeClr val="dk1"/>
              </a:solidFill>
              <a:latin typeface="Arial"/>
              <a:ea typeface="Arial"/>
              <a:cs typeface="Arial"/>
            </a:endParaRPr>
          </a:p>
        </p:txBody>
      </p:sp>
      <p:sp>
        <p:nvSpPr>
          <p:cNvPr id="1972" name="Google Shape;1972;p31">
            <a:extLst xmlns:a="http://schemas.openxmlformats.org/drawingml/2006/main">
              <a:ext uri="{FF2B5EF4-FFF2-40B4-BE49-F238E27FC236}">
                <a16:creationId xmlns:a16="http://schemas.microsoft.com/office/drawing/2014/main" id="{7914854A-E9E4-436C-BF01-80B2A0D518B7}"/>
              </a:ext>
            </a:extLst>
          </p:cNvPr>
          <p:cNvSpPr>
            <a:spLocks xmlns:a="http://schemas.openxmlformats.org/drawingml/2006/main" noGrp="1"/>
          </p:cNvSpPr>
          <p:nvPr/>
        </p:nvSpPr>
        <p:spPr>
          <a:xfrm xmlns:a="http://schemas.openxmlformats.org/drawingml/2006/main">
            <a:off x="320040" y="3941064"/>
            <a:ext cx="8503920" cy="3657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329" name="Google Shape;1973;p31"/>
          <p:cNvCxnSpPr/>
          <p:nvPr/>
        </p:nvCxnSpPr>
        <p:spPr>
          <a:xfrm xmlns:a="http://schemas.openxmlformats.org/drawingml/2006/main">
            <a:off x="320040" y="397764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74" name="Google Shape;1974;p31">
            <a:extLst xmlns:a="http://schemas.openxmlformats.org/drawingml/2006/main">
              <a:ext uri="{FF2B5EF4-FFF2-40B4-BE49-F238E27FC236}">
                <a16:creationId xmlns:a16="http://schemas.microsoft.com/office/drawing/2014/main" id="{A0ED8DDA-B45B-4820-819A-1AED30E7F706}"/>
              </a:ext>
            </a:extLst>
          </p:cNvPr>
          <p:cNvSpPr>
            <a:spLocks xmlns:a="http://schemas.openxmlformats.org/drawingml/2006/main" noGrp="1"/>
          </p:cNvSpPr>
          <p:nvPr/>
        </p:nvSpPr>
        <p:spPr>
          <a:xfrm xmlns:a="http://schemas.openxmlformats.org/drawingml/2006/main">
            <a:off x="37490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1 name]</a:t>
            </a:r>
            <a:endParaRPr sz="850" b="0" i="0" u="none" cap="none">
              <a:solidFill>
                <a:schemeClr val="dk1"/>
              </a:solidFill>
              <a:latin typeface="Arial"/>
              <a:ea typeface="Arial"/>
              <a:cs typeface="Arial"/>
            </a:endParaRPr>
          </a:p>
        </p:txBody>
      </p:sp>
      <p:sp>
        <p:nvSpPr>
          <p:cNvPr id="1975" name="Google Shape;1975;p31">
            <a:extLst xmlns:a="http://schemas.openxmlformats.org/drawingml/2006/main">
              <a:ext uri="{FF2B5EF4-FFF2-40B4-BE49-F238E27FC236}">
                <a16:creationId xmlns:a16="http://schemas.microsoft.com/office/drawing/2014/main" id="{8D88B5B3-EF11-40FB-A28C-AD7E72AFB560}"/>
              </a:ext>
            </a:extLst>
          </p:cNvPr>
          <p:cNvSpPr>
            <a:spLocks xmlns:a="http://schemas.openxmlformats.org/drawingml/2006/main" noGrp="1"/>
          </p:cNvSpPr>
          <p:nvPr/>
        </p:nvSpPr>
        <p:spPr>
          <a:xfrm xmlns:a="http://schemas.openxmlformats.org/drawingml/2006/main">
            <a:off x="320954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2 name]</a:t>
            </a:r>
            <a:endParaRPr sz="850" b="0" i="0" u="none" cap="none">
              <a:solidFill>
                <a:schemeClr val="dk1"/>
              </a:solidFill>
              <a:latin typeface="Arial"/>
              <a:ea typeface="Arial"/>
              <a:cs typeface="Arial"/>
            </a:endParaRPr>
          </a:p>
        </p:txBody>
      </p:sp>
      <p:sp>
        <p:nvSpPr>
          <p:cNvPr id="1976" name="Google Shape;1976;p31">
            <a:extLst xmlns:a="http://schemas.openxmlformats.org/drawingml/2006/main">
              <a:ext uri="{FF2B5EF4-FFF2-40B4-BE49-F238E27FC236}">
                <a16:creationId xmlns:a16="http://schemas.microsoft.com/office/drawing/2014/main" id="{202F602E-6995-45B7-B896-AF340D23F137}"/>
              </a:ext>
            </a:extLst>
          </p:cNvPr>
          <p:cNvSpPr>
            <a:spLocks xmlns:a="http://schemas.openxmlformats.org/drawingml/2006/main" noGrp="1"/>
          </p:cNvSpPr>
          <p:nvPr/>
        </p:nvSpPr>
        <p:spPr>
          <a:xfrm xmlns:a="http://schemas.openxmlformats.org/drawingml/2006/main">
            <a:off x="604418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3 name]</a:t>
            </a:r>
            <a:endParaRPr sz="850" b="0" i="0" u="none" cap="none">
              <a:solidFill>
                <a:schemeClr val="dk1"/>
              </a:solidFill>
              <a:latin typeface="Arial"/>
              <a:ea typeface="Arial"/>
              <a:cs typeface="Arial"/>
            </a:endParaRPr>
          </a:p>
        </p:txBody>
      </p:sp>
      <p:sp>
        <p:nvSpPr>
          <p:cNvPr id="1977" name="Google Shape;1977;p31">
            <a:extLst xmlns:a="http://schemas.openxmlformats.org/drawingml/2006/main">
              <a:ext uri="{FF2B5EF4-FFF2-40B4-BE49-F238E27FC236}">
                <a16:creationId xmlns:a16="http://schemas.microsoft.com/office/drawing/2014/main" id="{51582CFE-148B-4D78-B1EC-479861A573E8}"/>
              </a:ext>
            </a:extLst>
          </p:cNvPr>
          <p:cNvSpPr>
            <a:spLocks xmlns:a="http://schemas.openxmlformats.org/drawingml/2006/main" noGrp="1"/>
          </p:cNvSpPr>
          <p:nvPr/>
        </p:nvSpPr>
        <p:spPr>
          <a:xfrm xmlns:a="http://schemas.openxmlformats.org/drawingml/2006/main">
            <a:off x="320040" y="3703320"/>
            <a:ext cx="8503920" cy="2743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78" name="Google Shape;1978;p31">
            <a:extLst xmlns:a="http://schemas.openxmlformats.org/drawingml/2006/main">
              <a:ext uri="{FF2B5EF4-FFF2-40B4-BE49-F238E27FC236}">
                <a16:creationId xmlns:a16="http://schemas.microsoft.com/office/drawing/2014/main" id="{F4CE5FDD-A8DD-4E19-A20C-9C0306F4B4D3}"/>
              </a:ext>
            </a:extLst>
          </p:cNvPr>
          <p:cNvSpPr>
            <a:spLocks xmlns:a="http://schemas.openxmlformats.org/drawingml/2006/main" noGrp="1"/>
          </p:cNvSpPr>
          <p:nvPr/>
        </p:nvSpPr>
        <p:spPr>
          <a:xfrm xmlns:a="http://schemas.openxmlformats.org/drawingml/2006/main">
            <a:off x="320040" y="4096512"/>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000"/>
              <a:buFont typeface="Arial"/>
              <a:buNone/>
            </a:pPr>
            <a:r>
              <a:rPr sz="1000" b="1" i="0" u="none" cap="none">
                <a:solidFill>
                  <a:srgbClr val="7C3AED"/>
                </a:solidFill>
                <a:latin typeface="Arial"/>
                <a:ea typeface="Arial"/>
                <a:cs typeface="Arial"/>
              </a:rPr>
              <a:t>WINNER</a:t>
            </a:r>
            <a:endParaRPr sz="1000" b="0" i="0" u="none" cap="none">
              <a:solidFill>
                <a:schemeClr val="dk1"/>
              </a:solidFill>
              <a:latin typeface="Arial"/>
              <a:ea typeface="Arial"/>
              <a:cs typeface="Arial"/>
            </a:endParaRPr>
          </a:p>
        </p:txBody>
      </p:sp>
      <p:cxnSp>
        <p:nvCxnSpPr>
          <p:cNvPr id="2335" name="Google Shape;1979;p31"/>
          <p:cNvCxnSpPr/>
          <p:nvPr/>
        </p:nvCxnSpPr>
        <p:spPr>
          <a:xfrm xmlns:a="http://schemas.openxmlformats.org/drawingml/2006/main">
            <a:off x="1508760" y="4325112"/>
            <a:ext cx="73152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1980" name="Google Shape;1980;p31">
            <a:extLst xmlns:a="http://schemas.openxmlformats.org/drawingml/2006/main">
              <a:ext uri="{FF2B5EF4-FFF2-40B4-BE49-F238E27FC236}">
                <a16:creationId xmlns:a16="http://schemas.microsoft.com/office/drawing/2014/main" id="{5C60154F-7DC8-4D00-8985-3F0656386A82}"/>
              </a:ext>
            </a:extLst>
          </p:cNvPr>
          <p:cNvSpPr>
            <a:spLocks xmlns:a="http://schemas.openxmlformats.org/drawingml/2006/main" noGrp="1"/>
          </p:cNvSpPr>
          <p:nvPr/>
        </p:nvSpPr>
        <p:spPr>
          <a:xfrm xmlns:a="http://schemas.openxmlformats.org/drawingml/2006/main">
            <a:off x="1554480" y="4096512"/>
            <a:ext cx="72694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[Concept name]  (highest total: ___)</a:t>
            </a:r>
            <a:endParaRPr sz="1000" b="0" i="0" u="none" cap="none">
              <a:solidFill>
                <a:schemeClr val="dk1"/>
              </a:solidFill>
              <a:latin typeface="Arial"/>
              <a:ea typeface="Arial"/>
              <a:cs typeface="Arial"/>
            </a:endParaRPr>
          </a:p>
        </p:txBody>
      </p:sp>
      <p:sp>
        <p:nvSpPr>
          <p:cNvPr id="1981" name="Google Shape;1981;p31">
            <a:extLst xmlns:a="http://schemas.openxmlformats.org/drawingml/2006/main">
              <a:ext uri="{FF2B5EF4-FFF2-40B4-BE49-F238E27FC236}">
                <a16:creationId xmlns:a16="http://schemas.microsoft.com/office/drawing/2014/main" id="{6DBB3679-C3F8-4252-BB22-3736742B48F7}"/>
              </a:ext>
            </a:extLst>
          </p:cNvPr>
          <p:cNvSpPr>
            <a:spLocks xmlns:a="http://schemas.openxmlformats.org/drawingml/2006/main" noGrp="1"/>
          </p:cNvSpPr>
          <p:nvPr/>
        </p:nvSpPr>
        <p:spPr>
          <a:xfrm xmlns:a="http://schemas.openxmlformats.org/drawingml/2006/main">
            <a:off x="320040" y="44165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1" i="0" u="none" cap="none">
                <a:solidFill>
                  <a:srgbClr val="0F172A"/>
                </a:solidFill>
                <a:latin typeface="Arial"/>
                <a:ea typeface="Arial"/>
                <a:cs typeface="Arial"/>
              </a:rPr>
              <a:t>DESIGN RATIONALE — why the winner beat the others</a:t>
            </a:r>
            <a:endParaRPr sz="850" b="0" i="0" u="none" cap="none">
              <a:solidFill>
                <a:schemeClr val="dk1"/>
              </a:solidFill>
              <a:latin typeface="Arial"/>
              <a:ea typeface="Arial"/>
              <a:cs typeface="Arial"/>
            </a:endParaRPr>
          </a:p>
        </p:txBody>
      </p:sp>
      <p:sp>
        <p:nvSpPr>
          <p:cNvPr id="1982" name="Google Shape;1982;p31">
            <a:extLst xmlns:a="http://schemas.openxmlformats.org/drawingml/2006/main">
              <a:ext uri="{FF2B5EF4-FFF2-40B4-BE49-F238E27FC236}">
                <a16:creationId xmlns:a16="http://schemas.microsoft.com/office/drawing/2014/main" id="{F6EE5F79-F85D-45DA-9E39-77CBCBA31188}"/>
              </a:ext>
            </a:extLst>
          </p:cNvPr>
          <p:cNvSpPr>
            <a:spLocks xmlns:a="http://schemas.openxmlformats.org/drawingml/2006/main" noGrp="1"/>
          </p:cNvSpPr>
          <p:nvPr/>
        </p:nvSpPr>
        <p:spPr>
          <a:xfrm xmlns:a="http://schemas.openxmlformats.org/drawingml/2006/main">
            <a:off x="320040" y="4617720"/>
            <a:ext cx="8503920" cy="274320"/>
          </a:xfrm>
          <a:prstGeom xmlns:a="http://schemas.openxmlformats.org/drawingml/2006/main" prst="rect">
            <a:avLst/>
          </a:prstGeom>
          <a:solidFill xmlns:a="http://schemas.openxmlformats.org/drawingml/2006/main">
            <a:srgbClr val="F5F3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83" name="Google Shape;1983;p31">
            <a:extLst xmlns:a="http://schemas.openxmlformats.org/drawingml/2006/main">
              <a:ext uri="{FF2B5EF4-FFF2-40B4-BE49-F238E27FC236}">
                <a16:creationId xmlns:a16="http://schemas.microsoft.com/office/drawing/2014/main" id="{96359BAB-3DED-44B3-B965-9D09CE11E27D}"/>
              </a:ext>
            </a:extLst>
          </p:cNvPr>
          <p:cNvSpPr>
            <a:spLocks xmlns:a="http://schemas.openxmlformats.org/drawingml/2006/main" noGrp="1"/>
          </p:cNvSpPr>
          <p:nvPr/>
        </p:nvSpPr>
        <p:spPr>
          <a:xfrm xmlns:a="http://schemas.openxmlformats.org/drawingml/2006/main">
            <a:off x="457200" y="4617720"/>
            <a:ext cx="8275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[3–4 sentences. Reference specific criteria where the winner scored highest. Name what tradeoffs you accepted.]</a:t>
            </a:r>
            <a:endParaRPr sz="900" b="0" i="0" u="none" cap="none">
              <a:solidFill>
                <a:schemeClr val="dk1"/>
              </a:solidFill>
              <a:latin typeface="Arial"/>
              <a:ea typeface="Arial"/>
              <a:cs typeface="Arial"/>
            </a:endParaRPr>
          </a:p>
        </p:txBody>
      </p:sp>
      <p:sp>
        <p:nvSpPr>
          <p:cNvPr id="1984" name="Google Shape;1984;p31">
            <a:extLst xmlns:a="http://schemas.openxmlformats.org/drawingml/2006/main">
              <a:ext uri="{FF2B5EF4-FFF2-40B4-BE49-F238E27FC236}">
                <a16:creationId xmlns:a16="http://schemas.microsoft.com/office/drawing/2014/main" id="{028EFE9C-6B04-4F89-8C8F-9B247BEF720B}"/>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a724d993497941fb"/>
              </a:rPr>
              <a:t>decision-matrix   ·   mobility base-selection</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203552267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990" name="Google Shape;1990;p32">
            <a:extLst xmlns:a="http://schemas.openxmlformats.org/drawingml/2006/main">
              <a:ext uri="{FF2B5EF4-FFF2-40B4-BE49-F238E27FC236}">
                <a16:creationId xmlns:a16="http://schemas.microsoft.com/office/drawing/2014/main" id="{66A05192-9BDC-4DC7-A4C4-FBEC8C6AEE95}"/>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91" name="Google Shape;1991;p32">
            <a:extLst xmlns:a="http://schemas.openxmlformats.org/drawingml/2006/main">
              <a:ext uri="{FF2B5EF4-FFF2-40B4-BE49-F238E27FC236}">
                <a16:creationId xmlns:a16="http://schemas.microsoft.com/office/drawing/2014/main" id="{BCE24A07-2658-4C74-9F34-4CE14607CB1F}"/>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INTAKE MATRIX</a:t>
            </a:r>
            <a:endParaRPr sz="1050" b="0" i="0" u="none" cap="none">
              <a:solidFill>
                <a:schemeClr val="dk1"/>
              </a:solidFill>
              <a:latin typeface="Arial"/>
              <a:ea typeface="Arial"/>
              <a:cs typeface="Arial"/>
            </a:endParaRPr>
          </a:p>
        </p:txBody>
      </p:sp>
      <p:sp>
        <p:nvSpPr>
          <p:cNvPr id="1992" name="Google Shape;1992;p32">
            <a:extLst xmlns:a="http://schemas.openxmlformats.org/drawingml/2006/main">
              <a:ext uri="{FF2B5EF4-FFF2-40B4-BE49-F238E27FC236}">
                <a16:creationId xmlns:a16="http://schemas.microsoft.com/office/drawing/2014/main" id="{BB1D68BD-B077-46DB-AC4D-D5DFC02154A0}"/>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1993" name="Google Shape;1993;p32">
            <a:extLst xmlns:a="http://schemas.openxmlformats.org/drawingml/2006/main">
              <a:ext uri="{FF2B5EF4-FFF2-40B4-BE49-F238E27FC236}">
                <a16:creationId xmlns:a16="http://schemas.microsoft.com/office/drawing/2014/main" id="{B2A29045-564B-411B-AC66-F53B365075BA}"/>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Decision Matrix — Intake</a:t>
            </a:r>
            <a:endParaRPr sz="2200" b="0" i="0" u="none" cap="none">
              <a:solidFill>
                <a:schemeClr val="dk1"/>
              </a:solidFill>
              <a:latin typeface="Arial"/>
              <a:ea typeface="Arial"/>
              <a:cs typeface="Arial"/>
            </a:endParaRPr>
          </a:p>
        </p:txBody>
      </p:sp>
      <p:sp>
        <p:nvSpPr>
          <p:cNvPr id="1994" name="Google Shape;1994;p32">
            <a:extLst xmlns:a="http://schemas.openxmlformats.org/drawingml/2006/main">
              <a:ext uri="{FF2B5EF4-FFF2-40B4-BE49-F238E27FC236}">
                <a16:creationId xmlns:a16="http://schemas.microsoft.com/office/drawing/2014/main" id="{750368DE-AFD8-494C-BAD1-F3047BBBA75C}"/>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Criteria match the Intake comparison table. Scores: 1=poor, 5=excellent. W×S = weighted score. Highest TOTAL wins.</a:t>
            </a:r>
            <a:endParaRPr sz="900" b="0" i="0" u="none" cap="none">
              <a:solidFill>
                <a:schemeClr val="dk1"/>
              </a:solidFill>
              <a:latin typeface="Arial"/>
              <a:ea typeface="Arial"/>
              <a:cs typeface="Arial"/>
            </a:endParaRPr>
          </a:p>
        </p:txBody>
      </p:sp>
      <p:sp>
        <p:nvSpPr>
          <p:cNvPr id="1995" name="Google Shape;1995;p32">
            <a:extLst xmlns:a="http://schemas.openxmlformats.org/drawingml/2006/main">
              <a:ext uri="{FF2B5EF4-FFF2-40B4-BE49-F238E27FC236}">
                <a16:creationId xmlns:a16="http://schemas.microsoft.com/office/drawing/2014/main" id="{D1CF5259-880C-41DD-A0F3-89CBE79AAFFF}"/>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96" name="Google Shape;1996;p32">
            <a:extLst xmlns:a="http://schemas.openxmlformats.org/drawingml/2006/main">
              <a:ext uri="{FF2B5EF4-FFF2-40B4-BE49-F238E27FC236}">
                <a16:creationId xmlns:a16="http://schemas.microsoft.com/office/drawing/2014/main" id="{FE7DE5AA-78B3-463C-AFF9-C9873FDAAC1D}"/>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34 / 61</a:t>
            </a:r>
            <a:endParaRPr sz="900" b="0" i="0" u="none" cap="none">
              <a:solidFill>
                <a:schemeClr val="dk1"/>
              </a:solidFill>
              <a:latin typeface="Arial"/>
              <a:ea typeface="Arial"/>
              <a:cs typeface="Arial"/>
            </a:endParaRPr>
          </a:p>
        </p:txBody>
      </p:sp>
      <p:sp>
        <p:nvSpPr>
          <p:cNvPr id="1997" name="Google Shape;1997;p32">
            <a:extLst xmlns:a="http://schemas.openxmlformats.org/drawingml/2006/main">
              <a:ext uri="{FF2B5EF4-FFF2-40B4-BE49-F238E27FC236}">
                <a16:creationId xmlns:a16="http://schemas.microsoft.com/office/drawing/2014/main" id="{A1939F18-A751-490F-8767-696DDF415A80}"/>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1998" name="Google Shape;1998;p32">
            <a:extLst xmlns:a="http://schemas.openxmlformats.org/drawingml/2006/main">
              <a:ext uri="{FF2B5EF4-FFF2-40B4-BE49-F238E27FC236}">
                <a16:creationId xmlns:a16="http://schemas.microsoft.com/office/drawing/2014/main" id="{B786A088-879B-4AC3-9707-89A0FB660B79}"/>
              </a:ext>
            </a:extLst>
          </p:cNvPr>
          <p:cNvSpPr>
            <a:spLocks xmlns:a="http://schemas.openxmlformats.org/drawingml/2006/main" noGrp="1"/>
          </p:cNvSpPr>
          <p:nvPr/>
        </p:nvSpPr>
        <p:spPr>
          <a:xfrm xmlns:a="http://schemas.openxmlformats.org/drawingml/2006/main">
            <a:off x="320040" y="1078992"/>
            <a:ext cx="8503920" cy="274320"/>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1999" name="Google Shape;1999;p32">
            <a:extLst xmlns:a="http://schemas.openxmlformats.org/drawingml/2006/main">
              <a:ext uri="{FF2B5EF4-FFF2-40B4-BE49-F238E27FC236}">
                <a16:creationId xmlns:a16="http://schemas.microsoft.com/office/drawing/2014/main" id="{D7004815-C700-4DB5-825F-0E03D8EFC637}"/>
              </a:ext>
            </a:extLst>
          </p:cNvPr>
          <p:cNvSpPr>
            <a:spLocks xmlns:a="http://schemas.openxmlformats.org/drawingml/2006/main" noGrp="1"/>
          </p:cNvSpPr>
          <p:nvPr/>
        </p:nvSpPr>
        <p:spPr>
          <a:xfrm xmlns:a="http://schemas.openxmlformats.org/drawingml/2006/main">
            <a:off x="374904" y="1078992"/>
            <a:ext cx="25054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Criterion (from comparison table)</a:t>
            </a:r>
            <a:endParaRPr sz="800" b="0" i="0" u="none" cap="none">
              <a:solidFill>
                <a:schemeClr val="dk1"/>
              </a:solidFill>
              <a:latin typeface="Arial"/>
              <a:ea typeface="Arial"/>
              <a:cs typeface="Arial"/>
            </a:endParaRPr>
          </a:p>
        </p:txBody>
      </p:sp>
      <p:sp>
        <p:nvSpPr>
          <p:cNvPr id="2000" name="Google Shape;2000;p32">
            <a:extLst xmlns:a="http://schemas.openxmlformats.org/drawingml/2006/main">
              <a:ext uri="{FF2B5EF4-FFF2-40B4-BE49-F238E27FC236}">
                <a16:creationId xmlns:a16="http://schemas.microsoft.com/office/drawing/2014/main" id="{EEE5BB81-6688-4810-BD50-049B9031F5D5}"/>
              </a:ext>
            </a:extLst>
          </p:cNvPr>
          <p:cNvSpPr>
            <a:spLocks xmlns:a="http://schemas.openxmlformats.org/drawingml/2006/main" noGrp="1"/>
          </p:cNvSpPr>
          <p:nvPr/>
        </p:nvSpPr>
        <p:spPr>
          <a:xfrm xmlns:a="http://schemas.openxmlformats.org/drawingml/2006/main">
            <a:off x="2935224" y="1078992"/>
            <a:ext cx="58521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Weight</a:t>
            </a:r>
            <a:endParaRPr sz="800" b="0" i="0" u="none" cap="none">
              <a:solidFill>
                <a:schemeClr val="dk1"/>
              </a:solidFill>
              <a:latin typeface="Arial"/>
              <a:ea typeface="Arial"/>
              <a:cs typeface="Arial"/>
            </a:endParaRPr>
          </a:p>
        </p:txBody>
      </p:sp>
      <p:sp>
        <p:nvSpPr>
          <p:cNvPr id="2001" name="Google Shape;2001;p32">
            <a:extLst xmlns:a="http://schemas.openxmlformats.org/drawingml/2006/main">
              <a:ext uri="{FF2B5EF4-FFF2-40B4-BE49-F238E27FC236}">
                <a16:creationId xmlns:a16="http://schemas.microsoft.com/office/drawing/2014/main" id="{CDC1F5C8-5E43-489D-A4D2-94099D1D2F0B}"/>
              </a:ext>
            </a:extLst>
          </p:cNvPr>
          <p:cNvSpPr>
            <a:spLocks xmlns:a="http://schemas.openxmlformats.org/drawingml/2006/main" noGrp="1"/>
          </p:cNvSpPr>
          <p:nvPr/>
        </p:nvSpPr>
        <p:spPr>
          <a:xfrm xmlns:a="http://schemas.openxmlformats.org/drawingml/2006/main">
            <a:off x="357530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Score</a:t>
            </a:r>
            <a:endParaRPr sz="800" b="0" i="0" u="none" cap="none">
              <a:solidFill>
                <a:schemeClr val="dk1"/>
              </a:solidFill>
              <a:latin typeface="Arial"/>
              <a:ea typeface="Arial"/>
              <a:cs typeface="Arial"/>
            </a:endParaRPr>
          </a:p>
        </p:txBody>
      </p:sp>
      <p:sp>
        <p:nvSpPr>
          <p:cNvPr id="2002" name="Google Shape;2002;p32">
            <a:extLst xmlns:a="http://schemas.openxmlformats.org/drawingml/2006/main">
              <a:ext uri="{FF2B5EF4-FFF2-40B4-BE49-F238E27FC236}">
                <a16:creationId xmlns:a16="http://schemas.microsoft.com/office/drawing/2014/main" id="{A6483BC7-424F-4D9E-94E2-FFC4FB328586}"/>
              </a:ext>
            </a:extLst>
          </p:cNvPr>
          <p:cNvSpPr>
            <a:spLocks xmlns:a="http://schemas.openxmlformats.org/drawingml/2006/main" noGrp="1"/>
          </p:cNvSpPr>
          <p:nvPr/>
        </p:nvSpPr>
        <p:spPr>
          <a:xfrm xmlns:a="http://schemas.openxmlformats.org/drawingml/2006/main">
            <a:off x="439826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Total</a:t>
            </a:r>
            <a:endParaRPr sz="800" b="0" i="0" u="none" cap="none">
              <a:solidFill>
                <a:schemeClr val="dk1"/>
              </a:solidFill>
              <a:latin typeface="Arial"/>
              <a:ea typeface="Arial"/>
              <a:cs typeface="Arial"/>
            </a:endParaRPr>
          </a:p>
        </p:txBody>
      </p:sp>
      <p:sp>
        <p:nvSpPr>
          <p:cNvPr id="2003" name="Google Shape;2003;p32">
            <a:extLst xmlns:a="http://schemas.openxmlformats.org/drawingml/2006/main">
              <a:ext uri="{FF2B5EF4-FFF2-40B4-BE49-F238E27FC236}">
                <a16:creationId xmlns:a16="http://schemas.microsoft.com/office/drawing/2014/main" id="{EE0833F0-514C-40FA-B760-09899BA29C40}"/>
              </a:ext>
            </a:extLst>
          </p:cNvPr>
          <p:cNvSpPr>
            <a:spLocks xmlns:a="http://schemas.openxmlformats.org/drawingml/2006/main" noGrp="1"/>
          </p:cNvSpPr>
          <p:nvPr/>
        </p:nvSpPr>
        <p:spPr>
          <a:xfrm xmlns:a="http://schemas.openxmlformats.org/drawingml/2006/main">
            <a:off x="522122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Score</a:t>
            </a:r>
            <a:endParaRPr sz="800" b="0" i="0" u="none" cap="none">
              <a:solidFill>
                <a:schemeClr val="dk1"/>
              </a:solidFill>
              <a:latin typeface="Arial"/>
              <a:ea typeface="Arial"/>
              <a:cs typeface="Arial"/>
            </a:endParaRPr>
          </a:p>
        </p:txBody>
      </p:sp>
      <p:sp>
        <p:nvSpPr>
          <p:cNvPr id="2004" name="Google Shape;2004;p32">
            <a:extLst xmlns:a="http://schemas.openxmlformats.org/drawingml/2006/main">
              <a:ext uri="{FF2B5EF4-FFF2-40B4-BE49-F238E27FC236}">
                <a16:creationId xmlns:a16="http://schemas.microsoft.com/office/drawing/2014/main" id="{FDEC308B-2C26-461A-90C8-1E5277218FE6}"/>
              </a:ext>
            </a:extLst>
          </p:cNvPr>
          <p:cNvSpPr>
            <a:spLocks xmlns:a="http://schemas.openxmlformats.org/drawingml/2006/main" noGrp="1"/>
          </p:cNvSpPr>
          <p:nvPr/>
        </p:nvSpPr>
        <p:spPr>
          <a:xfrm xmlns:a="http://schemas.openxmlformats.org/drawingml/2006/main">
            <a:off x="604418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Total</a:t>
            </a:r>
            <a:endParaRPr sz="800" b="0" i="0" u="none" cap="none">
              <a:solidFill>
                <a:schemeClr val="dk1"/>
              </a:solidFill>
              <a:latin typeface="Arial"/>
              <a:ea typeface="Arial"/>
              <a:cs typeface="Arial"/>
            </a:endParaRPr>
          </a:p>
        </p:txBody>
      </p:sp>
      <p:sp>
        <p:nvSpPr>
          <p:cNvPr id="2005" name="Google Shape;2005;p32">
            <a:extLst xmlns:a="http://schemas.openxmlformats.org/drawingml/2006/main">
              <a:ext uri="{FF2B5EF4-FFF2-40B4-BE49-F238E27FC236}">
                <a16:creationId xmlns:a16="http://schemas.microsoft.com/office/drawing/2014/main" id="{010C5CA0-A5F7-40AD-A0D9-14B6F8C8A1D1}"/>
              </a:ext>
            </a:extLst>
          </p:cNvPr>
          <p:cNvSpPr>
            <a:spLocks xmlns:a="http://schemas.openxmlformats.org/drawingml/2006/main" noGrp="1"/>
          </p:cNvSpPr>
          <p:nvPr/>
        </p:nvSpPr>
        <p:spPr>
          <a:xfrm xmlns:a="http://schemas.openxmlformats.org/drawingml/2006/main">
            <a:off x="686714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Score</a:t>
            </a:r>
            <a:endParaRPr sz="800" b="0" i="0" u="none" cap="none">
              <a:solidFill>
                <a:schemeClr val="dk1"/>
              </a:solidFill>
              <a:latin typeface="Arial"/>
              <a:ea typeface="Arial"/>
              <a:cs typeface="Arial"/>
            </a:endParaRPr>
          </a:p>
        </p:txBody>
      </p:sp>
      <p:sp>
        <p:nvSpPr>
          <p:cNvPr id="2006" name="Google Shape;2006;p32">
            <a:extLst xmlns:a="http://schemas.openxmlformats.org/drawingml/2006/main">
              <a:ext uri="{FF2B5EF4-FFF2-40B4-BE49-F238E27FC236}">
                <a16:creationId xmlns:a16="http://schemas.microsoft.com/office/drawing/2014/main" id="{097FB061-84E5-4BF0-AD70-5492CCC8BFA1}"/>
              </a:ext>
            </a:extLst>
          </p:cNvPr>
          <p:cNvSpPr>
            <a:spLocks xmlns:a="http://schemas.openxmlformats.org/drawingml/2006/main" noGrp="1"/>
          </p:cNvSpPr>
          <p:nvPr/>
        </p:nvSpPr>
        <p:spPr>
          <a:xfrm xmlns:a="http://schemas.openxmlformats.org/drawingml/2006/main">
            <a:off x="7690104" y="1078992"/>
            <a:ext cx="11338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Total</a:t>
            </a:r>
            <a:endParaRPr sz="800" b="0" i="0" u="none" cap="none">
              <a:solidFill>
                <a:schemeClr val="dk1"/>
              </a:solidFill>
              <a:latin typeface="Arial"/>
              <a:ea typeface="Arial"/>
              <a:cs typeface="Arial"/>
            </a:endParaRPr>
          </a:p>
        </p:txBody>
      </p:sp>
      <p:sp>
        <p:nvSpPr>
          <p:cNvPr id="2007" name="Google Shape;2007;p32">
            <a:extLst xmlns:a="http://schemas.openxmlformats.org/drawingml/2006/main">
              <a:ext uri="{FF2B5EF4-FFF2-40B4-BE49-F238E27FC236}">
                <a16:creationId xmlns:a16="http://schemas.microsoft.com/office/drawing/2014/main" id="{F14A5837-9E52-48FD-A069-6AEB9867B779}"/>
              </a:ext>
            </a:extLst>
          </p:cNvPr>
          <p:cNvSpPr>
            <a:spLocks xmlns:a="http://schemas.openxmlformats.org/drawingml/2006/main" noGrp="1"/>
          </p:cNvSpPr>
          <p:nvPr/>
        </p:nvSpPr>
        <p:spPr>
          <a:xfrm xmlns:a="http://schemas.openxmlformats.org/drawingml/2006/main">
            <a:off x="320040" y="13533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364" name="Google Shape;2008;p32"/>
          <p:cNvCxnSpPr/>
          <p:nvPr/>
        </p:nvCxnSpPr>
        <p:spPr>
          <a:xfrm xmlns:a="http://schemas.openxmlformats.org/drawingml/2006/main">
            <a:off x="320040" y="1581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09" name="Google Shape;2009;p32">
            <a:extLst xmlns:a="http://schemas.openxmlformats.org/drawingml/2006/main">
              <a:ext uri="{FF2B5EF4-FFF2-40B4-BE49-F238E27FC236}">
                <a16:creationId xmlns:a16="http://schemas.microsoft.com/office/drawing/2014/main" id="{FA63FF26-66E0-4104-A428-2352D14B2F39}"/>
              </a:ext>
            </a:extLst>
          </p:cNvPr>
          <p:cNvSpPr>
            <a:spLocks xmlns:a="http://schemas.openxmlformats.org/drawingml/2006/main" noGrp="1"/>
          </p:cNvSpPr>
          <p:nvPr/>
        </p:nvSpPr>
        <p:spPr>
          <a:xfrm xmlns:a="http://schemas.openxmlformats.org/drawingml/2006/main">
            <a:off x="374904" y="1353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Pickup time per object</a:t>
            </a:r>
            <a:endParaRPr sz="820" b="0" i="0" u="none" cap="none">
              <a:solidFill>
                <a:schemeClr val="dk1"/>
              </a:solidFill>
              <a:latin typeface="Arial"/>
              <a:ea typeface="Arial"/>
              <a:cs typeface="Arial"/>
            </a:endParaRPr>
          </a:p>
        </p:txBody>
      </p:sp>
      <p:sp>
        <p:nvSpPr>
          <p:cNvPr id="2010" name="Google Shape;2010;p32">
            <a:extLst xmlns:a="http://schemas.openxmlformats.org/drawingml/2006/main">
              <a:ext uri="{FF2B5EF4-FFF2-40B4-BE49-F238E27FC236}">
                <a16:creationId xmlns:a16="http://schemas.microsoft.com/office/drawing/2014/main" id="{742D820A-1EA8-4A5B-AE6A-7F6B053A65E3}"/>
              </a:ext>
            </a:extLst>
          </p:cNvPr>
          <p:cNvSpPr>
            <a:spLocks xmlns:a="http://schemas.openxmlformats.org/drawingml/2006/main" noGrp="1"/>
          </p:cNvSpPr>
          <p:nvPr/>
        </p:nvSpPr>
        <p:spPr>
          <a:xfrm xmlns:a="http://schemas.openxmlformats.org/drawingml/2006/main">
            <a:off x="2935224" y="1353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11" name="Google Shape;2011;p32">
            <a:extLst xmlns:a="http://schemas.openxmlformats.org/drawingml/2006/main">
              <a:ext uri="{FF2B5EF4-FFF2-40B4-BE49-F238E27FC236}">
                <a16:creationId xmlns:a16="http://schemas.microsoft.com/office/drawing/2014/main" id="{052C626D-0C48-4D66-BF0D-57336B96A297}"/>
              </a:ext>
            </a:extLst>
          </p:cNvPr>
          <p:cNvSpPr>
            <a:spLocks xmlns:a="http://schemas.openxmlformats.org/drawingml/2006/main" noGrp="1"/>
          </p:cNvSpPr>
          <p:nvPr/>
        </p:nvSpPr>
        <p:spPr>
          <a:xfrm xmlns:a="http://schemas.openxmlformats.org/drawingml/2006/main">
            <a:off x="357530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12" name="Google Shape;2012;p32">
            <a:extLst xmlns:a="http://schemas.openxmlformats.org/drawingml/2006/main">
              <a:ext uri="{FF2B5EF4-FFF2-40B4-BE49-F238E27FC236}">
                <a16:creationId xmlns:a16="http://schemas.microsoft.com/office/drawing/2014/main" id="{C106A9DB-E26A-4FF6-9F5A-1296939AC2C5}"/>
              </a:ext>
            </a:extLst>
          </p:cNvPr>
          <p:cNvSpPr>
            <a:spLocks xmlns:a="http://schemas.openxmlformats.org/drawingml/2006/main" noGrp="1"/>
          </p:cNvSpPr>
          <p:nvPr/>
        </p:nvSpPr>
        <p:spPr>
          <a:xfrm xmlns:a="http://schemas.openxmlformats.org/drawingml/2006/main">
            <a:off x="439826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13" name="Google Shape;2013;p32">
            <a:extLst xmlns:a="http://schemas.openxmlformats.org/drawingml/2006/main">
              <a:ext uri="{FF2B5EF4-FFF2-40B4-BE49-F238E27FC236}">
                <a16:creationId xmlns:a16="http://schemas.microsoft.com/office/drawing/2014/main" id="{F8625824-34D7-4C25-9693-7244ABF108F0}"/>
              </a:ext>
            </a:extLst>
          </p:cNvPr>
          <p:cNvSpPr>
            <a:spLocks xmlns:a="http://schemas.openxmlformats.org/drawingml/2006/main" noGrp="1"/>
          </p:cNvSpPr>
          <p:nvPr/>
        </p:nvSpPr>
        <p:spPr>
          <a:xfrm xmlns:a="http://schemas.openxmlformats.org/drawingml/2006/main">
            <a:off x="522122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14" name="Google Shape;2014;p32">
            <a:extLst xmlns:a="http://schemas.openxmlformats.org/drawingml/2006/main">
              <a:ext uri="{FF2B5EF4-FFF2-40B4-BE49-F238E27FC236}">
                <a16:creationId xmlns:a16="http://schemas.microsoft.com/office/drawing/2014/main" id="{F994E4D5-237E-4902-AD5C-461A16512A75}"/>
              </a:ext>
            </a:extLst>
          </p:cNvPr>
          <p:cNvSpPr>
            <a:spLocks xmlns:a="http://schemas.openxmlformats.org/drawingml/2006/main" noGrp="1"/>
          </p:cNvSpPr>
          <p:nvPr/>
        </p:nvSpPr>
        <p:spPr>
          <a:xfrm xmlns:a="http://schemas.openxmlformats.org/drawingml/2006/main">
            <a:off x="604418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15" name="Google Shape;2015;p32">
            <a:extLst xmlns:a="http://schemas.openxmlformats.org/drawingml/2006/main">
              <a:ext uri="{FF2B5EF4-FFF2-40B4-BE49-F238E27FC236}">
                <a16:creationId xmlns:a16="http://schemas.microsoft.com/office/drawing/2014/main" id="{3D6ED7CF-300F-40C2-8022-240975FA257D}"/>
              </a:ext>
            </a:extLst>
          </p:cNvPr>
          <p:cNvSpPr>
            <a:spLocks xmlns:a="http://schemas.openxmlformats.org/drawingml/2006/main" noGrp="1"/>
          </p:cNvSpPr>
          <p:nvPr/>
        </p:nvSpPr>
        <p:spPr>
          <a:xfrm xmlns:a="http://schemas.openxmlformats.org/drawingml/2006/main">
            <a:off x="686714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16" name="Google Shape;2016;p32">
            <a:extLst xmlns:a="http://schemas.openxmlformats.org/drawingml/2006/main">
              <a:ext uri="{FF2B5EF4-FFF2-40B4-BE49-F238E27FC236}">
                <a16:creationId xmlns:a16="http://schemas.microsoft.com/office/drawing/2014/main" id="{149C04E8-7559-4585-A59A-6741F0349DFF}"/>
              </a:ext>
            </a:extLst>
          </p:cNvPr>
          <p:cNvSpPr>
            <a:spLocks xmlns:a="http://schemas.openxmlformats.org/drawingml/2006/main" noGrp="1"/>
          </p:cNvSpPr>
          <p:nvPr/>
        </p:nvSpPr>
        <p:spPr>
          <a:xfrm xmlns:a="http://schemas.openxmlformats.org/drawingml/2006/main">
            <a:off x="7690104" y="1353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373" name="Google Shape;2017;p32"/>
          <p:cNvCxnSpPr/>
          <p:nvPr/>
        </p:nvCxnSpPr>
        <p:spPr>
          <a:xfrm xmlns:a="http://schemas.openxmlformats.org/drawingml/2006/main">
            <a:off x="320040" y="1810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18" name="Google Shape;2018;p32">
            <a:extLst xmlns:a="http://schemas.openxmlformats.org/drawingml/2006/main">
              <a:ext uri="{FF2B5EF4-FFF2-40B4-BE49-F238E27FC236}">
                <a16:creationId xmlns:a16="http://schemas.microsoft.com/office/drawing/2014/main" id="{8572304D-D8DB-48C8-BC94-0D1223994D73}"/>
              </a:ext>
            </a:extLst>
          </p:cNvPr>
          <p:cNvSpPr>
            <a:spLocks xmlns:a="http://schemas.openxmlformats.org/drawingml/2006/main" noGrp="1"/>
          </p:cNvSpPr>
          <p:nvPr/>
        </p:nvSpPr>
        <p:spPr>
          <a:xfrm xmlns:a="http://schemas.openxmlformats.org/drawingml/2006/main">
            <a:off x="374904" y="1581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Reliability (pickups / 10)</a:t>
            </a:r>
            <a:endParaRPr sz="820" b="0" i="0" u="none" cap="none">
              <a:solidFill>
                <a:schemeClr val="dk1"/>
              </a:solidFill>
              <a:latin typeface="Arial"/>
              <a:ea typeface="Arial"/>
              <a:cs typeface="Arial"/>
            </a:endParaRPr>
          </a:p>
        </p:txBody>
      </p:sp>
      <p:sp>
        <p:nvSpPr>
          <p:cNvPr id="2019" name="Google Shape;2019;p32">
            <a:extLst xmlns:a="http://schemas.openxmlformats.org/drawingml/2006/main">
              <a:ext uri="{FF2B5EF4-FFF2-40B4-BE49-F238E27FC236}">
                <a16:creationId xmlns:a16="http://schemas.microsoft.com/office/drawing/2014/main" id="{BF91D40A-7742-4461-8506-92B289B25657}"/>
              </a:ext>
            </a:extLst>
          </p:cNvPr>
          <p:cNvSpPr>
            <a:spLocks xmlns:a="http://schemas.openxmlformats.org/drawingml/2006/main" noGrp="1"/>
          </p:cNvSpPr>
          <p:nvPr/>
        </p:nvSpPr>
        <p:spPr>
          <a:xfrm xmlns:a="http://schemas.openxmlformats.org/drawingml/2006/main">
            <a:off x="2935224" y="1581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20" name="Google Shape;2020;p32">
            <a:extLst xmlns:a="http://schemas.openxmlformats.org/drawingml/2006/main">
              <a:ext uri="{FF2B5EF4-FFF2-40B4-BE49-F238E27FC236}">
                <a16:creationId xmlns:a16="http://schemas.microsoft.com/office/drawing/2014/main" id="{943C546A-D239-4525-8095-C660DB3853CD}"/>
              </a:ext>
            </a:extLst>
          </p:cNvPr>
          <p:cNvSpPr>
            <a:spLocks xmlns:a="http://schemas.openxmlformats.org/drawingml/2006/main" noGrp="1"/>
          </p:cNvSpPr>
          <p:nvPr/>
        </p:nvSpPr>
        <p:spPr>
          <a:xfrm xmlns:a="http://schemas.openxmlformats.org/drawingml/2006/main">
            <a:off x="357530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21" name="Google Shape;2021;p32">
            <a:extLst xmlns:a="http://schemas.openxmlformats.org/drawingml/2006/main">
              <a:ext uri="{FF2B5EF4-FFF2-40B4-BE49-F238E27FC236}">
                <a16:creationId xmlns:a16="http://schemas.microsoft.com/office/drawing/2014/main" id="{882457EA-7E60-4888-AC36-6A68CDAB8B48}"/>
              </a:ext>
            </a:extLst>
          </p:cNvPr>
          <p:cNvSpPr>
            <a:spLocks xmlns:a="http://schemas.openxmlformats.org/drawingml/2006/main" noGrp="1"/>
          </p:cNvSpPr>
          <p:nvPr/>
        </p:nvSpPr>
        <p:spPr>
          <a:xfrm xmlns:a="http://schemas.openxmlformats.org/drawingml/2006/main">
            <a:off x="439826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22" name="Google Shape;2022;p32">
            <a:extLst xmlns:a="http://schemas.openxmlformats.org/drawingml/2006/main">
              <a:ext uri="{FF2B5EF4-FFF2-40B4-BE49-F238E27FC236}">
                <a16:creationId xmlns:a16="http://schemas.microsoft.com/office/drawing/2014/main" id="{DAF95A59-2F4A-4BAF-9D4B-DCF8A64ECB79}"/>
              </a:ext>
            </a:extLst>
          </p:cNvPr>
          <p:cNvSpPr>
            <a:spLocks xmlns:a="http://schemas.openxmlformats.org/drawingml/2006/main" noGrp="1"/>
          </p:cNvSpPr>
          <p:nvPr/>
        </p:nvSpPr>
        <p:spPr>
          <a:xfrm xmlns:a="http://schemas.openxmlformats.org/drawingml/2006/main">
            <a:off x="522122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23" name="Google Shape;2023;p32">
            <a:extLst xmlns:a="http://schemas.openxmlformats.org/drawingml/2006/main">
              <a:ext uri="{FF2B5EF4-FFF2-40B4-BE49-F238E27FC236}">
                <a16:creationId xmlns:a16="http://schemas.microsoft.com/office/drawing/2014/main" id="{4E6A7ADE-8E64-43F5-9F97-B237AD39CABA}"/>
              </a:ext>
            </a:extLst>
          </p:cNvPr>
          <p:cNvSpPr>
            <a:spLocks xmlns:a="http://schemas.openxmlformats.org/drawingml/2006/main" noGrp="1"/>
          </p:cNvSpPr>
          <p:nvPr/>
        </p:nvSpPr>
        <p:spPr>
          <a:xfrm xmlns:a="http://schemas.openxmlformats.org/drawingml/2006/main">
            <a:off x="604418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24" name="Google Shape;2024;p32">
            <a:extLst xmlns:a="http://schemas.openxmlformats.org/drawingml/2006/main">
              <a:ext uri="{FF2B5EF4-FFF2-40B4-BE49-F238E27FC236}">
                <a16:creationId xmlns:a16="http://schemas.microsoft.com/office/drawing/2014/main" id="{85CBDFFC-3EE9-404C-874A-49AFE58F9DB7}"/>
              </a:ext>
            </a:extLst>
          </p:cNvPr>
          <p:cNvSpPr>
            <a:spLocks xmlns:a="http://schemas.openxmlformats.org/drawingml/2006/main" noGrp="1"/>
          </p:cNvSpPr>
          <p:nvPr/>
        </p:nvSpPr>
        <p:spPr>
          <a:xfrm xmlns:a="http://schemas.openxmlformats.org/drawingml/2006/main">
            <a:off x="686714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25" name="Google Shape;2025;p32">
            <a:extLst xmlns:a="http://schemas.openxmlformats.org/drawingml/2006/main">
              <a:ext uri="{FF2B5EF4-FFF2-40B4-BE49-F238E27FC236}">
                <a16:creationId xmlns:a16="http://schemas.microsoft.com/office/drawing/2014/main" id="{E6C70EFF-33DE-4859-BC78-A7BDC2FA31FF}"/>
              </a:ext>
            </a:extLst>
          </p:cNvPr>
          <p:cNvSpPr>
            <a:spLocks xmlns:a="http://schemas.openxmlformats.org/drawingml/2006/main" noGrp="1"/>
          </p:cNvSpPr>
          <p:nvPr/>
        </p:nvSpPr>
        <p:spPr>
          <a:xfrm xmlns:a="http://schemas.openxmlformats.org/drawingml/2006/main">
            <a:off x="7690104" y="1581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26" name="Google Shape;2026;p32">
            <a:extLst xmlns:a="http://schemas.openxmlformats.org/drawingml/2006/main">
              <a:ext uri="{FF2B5EF4-FFF2-40B4-BE49-F238E27FC236}">
                <a16:creationId xmlns:a16="http://schemas.microsoft.com/office/drawing/2014/main" id="{B97A1565-92DC-4935-AEBA-2D268A3E8607}"/>
              </a:ext>
            </a:extLst>
          </p:cNvPr>
          <p:cNvSpPr>
            <a:spLocks xmlns:a="http://schemas.openxmlformats.org/drawingml/2006/main" noGrp="1"/>
          </p:cNvSpPr>
          <p:nvPr/>
        </p:nvSpPr>
        <p:spPr>
          <a:xfrm xmlns:a="http://schemas.openxmlformats.org/drawingml/2006/main">
            <a:off x="320040" y="18105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383" name="Google Shape;2027;p32"/>
          <p:cNvCxnSpPr/>
          <p:nvPr/>
        </p:nvCxnSpPr>
        <p:spPr>
          <a:xfrm xmlns:a="http://schemas.openxmlformats.org/drawingml/2006/main">
            <a:off x="320040" y="2039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28" name="Google Shape;2028;p32">
            <a:extLst xmlns:a="http://schemas.openxmlformats.org/drawingml/2006/main">
              <a:ext uri="{FF2B5EF4-FFF2-40B4-BE49-F238E27FC236}">
                <a16:creationId xmlns:a16="http://schemas.microsoft.com/office/drawing/2014/main" id="{E2F4D325-E9F2-42A0-8127-A7FFB5164213}"/>
              </a:ext>
            </a:extLst>
          </p:cNvPr>
          <p:cNvSpPr>
            <a:spLocks xmlns:a="http://schemas.openxmlformats.org/drawingml/2006/main" noGrp="1"/>
          </p:cNvSpPr>
          <p:nvPr/>
        </p:nvSpPr>
        <p:spPr>
          <a:xfrm xmlns:a="http://schemas.openxmlformats.org/drawingml/2006/main">
            <a:off x="374904" y="1810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Max capacity</a:t>
            </a:r>
            <a:endParaRPr sz="820" b="0" i="0" u="none" cap="none">
              <a:solidFill>
                <a:schemeClr val="dk1"/>
              </a:solidFill>
              <a:latin typeface="Arial"/>
              <a:ea typeface="Arial"/>
              <a:cs typeface="Arial"/>
            </a:endParaRPr>
          </a:p>
        </p:txBody>
      </p:sp>
      <p:sp>
        <p:nvSpPr>
          <p:cNvPr id="2029" name="Google Shape;2029;p32">
            <a:extLst xmlns:a="http://schemas.openxmlformats.org/drawingml/2006/main">
              <a:ext uri="{FF2B5EF4-FFF2-40B4-BE49-F238E27FC236}">
                <a16:creationId xmlns:a16="http://schemas.microsoft.com/office/drawing/2014/main" id="{1CAC4EB8-3F64-4AD0-B1A6-C8237B128870}"/>
              </a:ext>
            </a:extLst>
          </p:cNvPr>
          <p:cNvSpPr>
            <a:spLocks xmlns:a="http://schemas.openxmlformats.org/drawingml/2006/main" noGrp="1"/>
          </p:cNvSpPr>
          <p:nvPr/>
        </p:nvSpPr>
        <p:spPr>
          <a:xfrm xmlns:a="http://schemas.openxmlformats.org/drawingml/2006/main">
            <a:off x="2935224" y="1810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30" name="Google Shape;2030;p32">
            <a:extLst xmlns:a="http://schemas.openxmlformats.org/drawingml/2006/main">
              <a:ext uri="{FF2B5EF4-FFF2-40B4-BE49-F238E27FC236}">
                <a16:creationId xmlns:a16="http://schemas.microsoft.com/office/drawing/2014/main" id="{CC826343-F4AE-4A76-885E-466D0C96EBE4}"/>
              </a:ext>
            </a:extLst>
          </p:cNvPr>
          <p:cNvSpPr>
            <a:spLocks xmlns:a="http://schemas.openxmlformats.org/drawingml/2006/main" noGrp="1"/>
          </p:cNvSpPr>
          <p:nvPr/>
        </p:nvSpPr>
        <p:spPr>
          <a:xfrm xmlns:a="http://schemas.openxmlformats.org/drawingml/2006/main">
            <a:off x="357530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31" name="Google Shape;2031;p32">
            <a:extLst xmlns:a="http://schemas.openxmlformats.org/drawingml/2006/main">
              <a:ext uri="{FF2B5EF4-FFF2-40B4-BE49-F238E27FC236}">
                <a16:creationId xmlns:a16="http://schemas.microsoft.com/office/drawing/2014/main" id="{D26543DE-27BF-4EE6-A4B0-F95A898BD0D4}"/>
              </a:ext>
            </a:extLst>
          </p:cNvPr>
          <p:cNvSpPr>
            <a:spLocks xmlns:a="http://schemas.openxmlformats.org/drawingml/2006/main" noGrp="1"/>
          </p:cNvSpPr>
          <p:nvPr/>
        </p:nvSpPr>
        <p:spPr>
          <a:xfrm xmlns:a="http://schemas.openxmlformats.org/drawingml/2006/main">
            <a:off x="439826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32" name="Google Shape;2032;p32">
            <a:extLst xmlns:a="http://schemas.openxmlformats.org/drawingml/2006/main">
              <a:ext uri="{FF2B5EF4-FFF2-40B4-BE49-F238E27FC236}">
                <a16:creationId xmlns:a16="http://schemas.microsoft.com/office/drawing/2014/main" id="{38E76E2F-FC00-4D95-8AEE-E4E5401BB8E8}"/>
              </a:ext>
            </a:extLst>
          </p:cNvPr>
          <p:cNvSpPr>
            <a:spLocks xmlns:a="http://schemas.openxmlformats.org/drawingml/2006/main" noGrp="1"/>
          </p:cNvSpPr>
          <p:nvPr/>
        </p:nvSpPr>
        <p:spPr>
          <a:xfrm xmlns:a="http://schemas.openxmlformats.org/drawingml/2006/main">
            <a:off x="522122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33" name="Google Shape;2033;p32">
            <a:extLst xmlns:a="http://schemas.openxmlformats.org/drawingml/2006/main">
              <a:ext uri="{FF2B5EF4-FFF2-40B4-BE49-F238E27FC236}">
                <a16:creationId xmlns:a16="http://schemas.microsoft.com/office/drawing/2014/main" id="{07D88792-7E28-45CD-B68D-E08DACAF2F6E}"/>
              </a:ext>
            </a:extLst>
          </p:cNvPr>
          <p:cNvSpPr>
            <a:spLocks xmlns:a="http://schemas.openxmlformats.org/drawingml/2006/main" noGrp="1"/>
          </p:cNvSpPr>
          <p:nvPr/>
        </p:nvSpPr>
        <p:spPr>
          <a:xfrm xmlns:a="http://schemas.openxmlformats.org/drawingml/2006/main">
            <a:off x="604418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34" name="Google Shape;2034;p32">
            <a:extLst xmlns:a="http://schemas.openxmlformats.org/drawingml/2006/main">
              <a:ext uri="{FF2B5EF4-FFF2-40B4-BE49-F238E27FC236}">
                <a16:creationId xmlns:a16="http://schemas.microsoft.com/office/drawing/2014/main" id="{9DEEB8A2-C17C-4AE7-A879-9569E2D4AF73}"/>
              </a:ext>
            </a:extLst>
          </p:cNvPr>
          <p:cNvSpPr>
            <a:spLocks xmlns:a="http://schemas.openxmlformats.org/drawingml/2006/main" noGrp="1"/>
          </p:cNvSpPr>
          <p:nvPr/>
        </p:nvSpPr>
        <p:spPr>
          <a:xfrm xmlns:a="http://schemas.openxmlformats.org/drawingml/2006/main">
            <a:off x="686714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35" name="Google Shape;2035;p32">
            <a:extLst xmlns:a="http://schemas.openxmlformats.org/drawingml/2006/main">
              <a:ext uri="{FF2B5EF4-FFF2-40B4-BE49-F238E27FC236}">
                <a16:creationId xmlns:a16="http://schemas.microsoft.com/office/drawing/2014/main" id="{688A0ED9-7E83-4BA9-B5E7-2233BD6DE01D}"/>
              </a:ext>
            </a:extLst>
          </p:cNvPr>
          <p:cNvSpPr>
            <a:spLocks xmlns:a="http://schemas.openxmlformats.org/drawingml/2006/main" noGrp="1"/>
          </p:cNvSpPr>
          <p:nvPr/>
        </p:nvSpPr>
        <p:spPr>
          <a:xfrm xmlns:a="http://schemas.openxmlformats.org/drawingml/2006/main">
            <a:off x="7690104" y="1810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392" name="Google Shape;2036;p32"/>
          <p:cNvCxnSpPr/>
          <p:nvPr/>
        </p:nvCxnSpPr>
        <p:spPr>
          <a:xfrm xmlns:a="http://schemas.openxmlformats.org/drawingml/2006/main">
            <a:off x="320040" y="2267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37" name="Google Shape;2037;p32">
            <a:extLst xmlns:a="http://schemas.openxmlformats.org/drawingml/2006/main">
              <a:ext uri="{FF2B5EF4-FFF2-40B4-BE49-F238E27FC236}">
                <a16:creationId xmlns:a16="http://schemas.microsoft.com/office/drawing/2014/main" id="{994AEE83-6C6C-4E74-B7CC-5656F647FEBF}"/>
              </a:ext>
            </a:extLst>
          </p:cNvPr>
          <p:cNvSpPr>
            <a:spLocks xmlns:a="http://schemas.openxmlformats.org/drawingml/2006/main" noGrp="1"/>
          </p:cNvSpPr>
          <p:nvPr/>
        </p:nvSpPr>
        <p:spPr>
          <a:xfrm xmlns:a="http://schemas.openxmlformats.org/drawingml/2006/main">
            <a:off x="374904" y="2039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Weight</a:t>
            </a:r>
            <a:endParaRPr sz="820" b="0" i="0" u="none" cap="none">
              <a:solidFill>
                <a:schemeClr val="dk1"/>
              </a:solidFill>
              <a:latin typeface="Arial"/>
              <a:ea typeface="Arial"/>
              <a:cs typeface="Arial"/>
            </a:endParaRPr>
          </a:p>
        </p:txBody>
      </p:sp>
      <p:sp>
        <p:nvSpPr>
          <p:cNvPr id="2038" name="Google Shape;2038;p32">
            <a:extLst xmlns:a="http://schemas.openxmlformats.org/drawingml/2006/main">
              <a:ext uri="{FF2B5EF4-FFF2-40B4-BE49-F238E27FC236}">
                <a16:creationId xmlns:a16="http://schemas.microsoft.com/office/drawing/2014/main" id="{2051A8A4-0029-4155-A150-420E80AD96BA}"/>
              </a:ext>
            </a:extLst>
          </p:cNvPr>
          <p:cNvSpPr>
            <a:spLocks xmlns:a="http://schemas.openxmlformats.org/drawingml/2006/main" noGrp="1"/>
          </p:cNvSpPr>
          <p:nvPr/>
        </p:nvSpPr>
        <p:spPr>
          <a:xfrm xmlns:a="http://schemas.openxmlformats.org/drawingml/2006/main">
            <a:off x="2935224" y="2039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39" name="Google Shape;2039;p32">
            <a:extLst xmlns:a="http://schemas.openxmlformats.org/drawingml/2006/main">
              <a:ext uri="{FF2B5EF4-FFF2-40B4-BE49-F238E27FC236}">
                <a16:creationId xmlns:a16="http://schemas.microsoft.com/office/drawing/2014/main" id="{80ED630B-98CE-4BD2-99E9-9E719CCD077A}"/>
              </a:ext>
            </a:extLst>
          </p:cNvPr>
          <p:cNvSpPr>
            <a:spLocks xmlns:a="http://schemas.openxmlformats.org/drawingml/2006/main" noGrp="1"/>
          </p:cNvSpPr>
          <p:nvPr/>
        </p:nvSpPr>
        <p:spPr>
          <a:xfrm xmlns:a="http://schemas.openxmlformats.org/drawingml/2006/main">
            <a:off x="357530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40" name="Google Shape;2040;p32">
            <a:extLst xmlns:a="http://schemas.openxmlformats.org/drawingml/2006/main">
              <a:ext uri="{FF2B5EF4-FFF2-40B4-BE49-F238E27FC236}">
                <a16:creationId xmlns:a16="http://schemas.microsoft.com/office/drawing/2014/main" id="{5E8A0029-2C9E-4949-955F-7F1CE11BA5E5}"/>
              </a:ext>
            </a:extLst>
          </p:cNvPr>
          <p:cNvSpPr>
            <a:spLocks xmlns:a="http://schemas.openxmlformats.org/drawingml/2006/main" noGrp="1"/>
          </p:cNvSpPr>
          <p:nvPr/>
        </p:nvSpPr>
        <p:spPr>
          <a:xfrm xmlns:a="http://schemas.openxmlformats.org/drawingml/2006/main">
            <a:off x="439826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41" name="Google Shape;2041;p32">
            <a:extLst xmlns:a="http://schemas.openxmlformats.org/drawingml/2006/main">
              <a:ext uri="{FF2B5EF4-FFF2-40B4-BE49-F238E27FC236}">
                <a16:creationId xmlns:a16="http://schemas.microsoft.com/office/drawing/2014/main" id="{AC2D6FC7-2BF6-4B13-B2DE-A8D964D29A14}"/>
              </a:ext>
            </a:extLst>
          </p:cNvPr>
          <p:cNvSpPr>
            <a:spLocks xmlns:a="http://schemas.openxmlformats.org/drawingml/2006/main" noGrp="1"/>
          </p:cNvSpPr>
          <p:nvPr/>
        </p:nvSpPr>
        <p:spPr>
          <a:xfrm xmlns:a="http://schemas.openxmlformats.org/drawingml/2006/main">
            <a:off x="522122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42" name="Google Shape;2042;p32">
            <a:extLst xmlns:a="http://schemas.openxmlformats.org/drawingml/2006/main">
              <a:ext uri="{FF2B5EF4-FFF2-40B4-BE49-F238E27FC236}">
                <a16:creationId xmlns:a16="http://schemas.microsoft.com/office/drawing/2014/main" id="{85BAD7A6-F415-43C1-85CC-4776D7FD8526}"/>
              </a:ext>
            </a:extLst>
          </p:cNvPr>
          <p:cNvSpPr>
            <a:spLocks xmlns:a="http://schemas.openxmlformats.org/drawingml/2006/main" noGrp="1"/>
          </p:cNvSpPr>
          <p:nvPr/>
        </p:nvSpPr>
        <p:spPr>
          <a:xfrm xmlns:a="http://schemas.openxmlformats.org/drawingml/2006/main">
            <a:off x="604418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43" name="Google Shape;2043;p32">
            <a:extLst xmlns:a="http://schemas.openxmlformats.org/drawingml/2006/main">
              <a:ext uri="{FF2B5EF4-FFF2-40B4-BE49-F238E27FC236}">
                <a16:creationId xmlns:a16="http://schemas.microsoft.com/office/drawing/2014/main" id="{92B15417-E728-4E81-B412-D8FBA111CCE1}"/>
              </a:ext>
            </a:extLst>
          </p:cNvPr>
          <p:cNvSpPr>
            <a:spLocks xmlns:a="http://schemas.openxmlformats.org/drawingml/2006/main" noGrp="1"/>
          </p:cNvSpPr>
          <p:nvPr/>
        </p:nvSpPr>
        <p:spPr>
          <a:xfrm xmlns:a="http://schemas.openxmlformats.org/drawingml/2006/main">
            <a:off x="686714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44" name="Google Shape;2044;p32">
            <a:extLst xmlns:a="http://schemas.openxmlformats.org/drawingml/2006/main">
              <a:ext uri="{FF2B5EF4-FFF2-40B4-BE49-F238E27FC236}">
                <a16:creationId xmlns:a16="http://schemas.microsoft.com/office/drawing/2014/main" id="{82AF4E0A-9C25-43DE-B7A4-9AB4CAE37664}"/>
              </a:ext>
            </a:extLst>
          </p:cNvPr>
          <p:cNvSpPr>
            <a:spLocks xmlns:a="http://schemas.openxmlformats.org/drawingml/2006/main" noGrp="1"/>
          </p:cNvSpPr>
          <p:nvPr/>
        </p:nvSpPr>
        <p:spPr>
          <a:xfrm xmlns:a="http://schemas.openxmlformats.org/drawingml/2006/main">
            <a:off x="7690104" y="2039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45" name="Google Shape;2045;p32">
            <a:extLst xmlns:a="http://schemas.openxmlformats.org/drawingml/2006/main">
              <a:ext uri="{FF2B5EF4-FFF2-40B4-BE49-F238E27FC236}">
                <a16:creationId xmlns:a16="http://schemas.microsoft.com/office/drawing/2014/main" id="{BDD7F34F-8C09-4C00-AC75-1DF64A521025}"/>
              </a:ext>
            </a:extLst>
          </p:cNvPr>
          <p:cNvSpPr>
            <a:spLocks xmlns:a="http://schemas.openxmlformats.org/drawingml/2006/main" noGrp="1"/>
          </p:cNvSpPr>
          <p:nvPr/>
        </p:nvSpPr>
        <p:spPr>
          <a:xfrm xmlns:a="http://schemas.openxmlformats.org/drawingml/2006/main">
            <a:off x="320040" y="22677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402" name="Google Shape;2046;p32"/>
          <p:cNvCxnSpPr/>
          <p:nvPr/>
        </p:nvCxnSpPr>
        <p:spPr>
          <a:xfrm xmlns:a="http://schemas.openxmlformats.org/drawingml/2006/main">
            <a:off x="320040" y="24963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47" name="Google Shape;2047;p32">
            <a:extLst xmlns:a="http://schemas.openxmlformats.org/drawingml/2006/main">
              <a:ext uri="{FF2B5EF4-FFF2-40B4-BE49-F238E27FC236}">
                <a16:creationId xmlns:a16="http://schemas.microsoft.com/office/drawing/2014/main" id="{C0C663A9-544A-4CEE-AF4E-0E6E87A0D9C2}"/>
              </a:ext>
            </a:extLst>
          </p:cNvPr>
          <p:cNvSpPr>
            <a:spLocks xmlns:a="http://schemas.openxmlformats.org/drawingml/2006/main" noGrp="1"/>
          </p:cNvSpPr>
          <p:nvPr/>
        </p:nvSpPr>
        <p:spPr>
          <a:xfrm xmlns:a="http://schemas.openxmlformats.org/drawingml/2006/main">
            <a:off x="374904" y="22677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Complexity</a:t>
            </a:r>
            <a:endParaRPr sz="820" b="0" i="0" u="none" cap="none">
              <a:solidFill>
                <a:schemeClr val="dk1"/>
              </a:solidFill>
              <a:latin typeface="Arial"/>
              <a:ea typeface="Arial"/>
              <a:cs typeface="Arial"/>
            </a:endParaRPr>
          </a:p>
        </p:txBody>
      </p:sp>
      <p:sp>
        <p:nvSpPr>
          <p:cNvPr id="2048" name="Google Shape;2048;p32">
            <a:extLst xmlns:a="http://schemas.openxmlformats.org/drawingml/2006/main">
              <a:ext uri="{FF2B5EF4-FFF2-40B4-BE49-F238E27FC236}">
                <a16:creationId xmlns:a16="http://schemas.microsoft.com/office/drawing/2014/main" id="{26FCC07B-8A35-4118-B213-0A3D71F52E9E}"/>
              </a:ext>
            </a:extLst>
          </p:cNvPr>
          <p:cNvSpPr>
            <a:spLocks xmlns:a="http://schemas.openxmlformats.org/drawingml/2006/main" noGrp="1"/>
          </p:cNvSpPr>
          <p:nvPr/>
        </p:nvSpPr>
        <p:spPr>
          <a:xfrm xmlns:a="http://schemas.openxmlformats.org/drawingml/2006/main">
            <a:off x="2935224" y="22677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49" name="Google Shape;2049;p32">
            <a:extLst xmlns:a="http://schemas.openxmlformats.org/drawingml/2006/main">
              <a:ext uri="{FF2B5EF4-FFF2-40B4-BE49-F238E27FC236}">
                <a16:creationId xmlns:a16="http://schemas.microsoft.com/office/drawing/2014/main" id="{A254D5EE-2BFB-428B-B5DD-CA54D540A41E}"/>
              </a:ext>
            </a:extLst>
          </p:cNvPr>
          <p:cNvSpPr>
            <a:spLocks xmlns:a="http://schemas.openxmlformats.org/drawingml/2006/main" noGrp="1"/>
          </p:cNvSpPr>
          <p:nvPr/>
        </p:nvSpPr>
        <p:spPr>
          <a:xfrm xmlns:a="http://schemas.openxmlformats.org/drawingml/2006/main">
            <a:off x="357530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50" name="Google Shape;2050;p32">
            <a:extLst xmlns:a="http://schemas.openxmlformats.org/drawingml/2006/main">
              <a:ext uri="{FF2B5EF4-FFF2-40B4-BE49-F238E27FC236}">
                <a16:creationId xmlns:a16="http://schemas.microsoft.com/office/drawing/2014/main" id="{9C582776-5905-46FE-93D1-219D542DE952}"/>
              </a:ext>
            </a:extLst>
          </p:cNvPr>
          <p:cNvSpPr>
            <a:spLocks xmlns:a="http://schemas.openxmlformats.org/drawingml/2006/main" noGrp="1"/>
          </p:cNvSpPr>
          <p:nvPr/>
        </p:nvSpPr>
        <p:spPr>
          <a:xfrm xmlns:a="http://schemas.openxmlformats.org/drawingml/2006/main">
            <a:off x="439826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51" name="Google Shape;2051;p32">
            <a:extLst xmlns:a="http://schemas.openxmlformats.org/drawingml/2006/main">
              <a:ext uri="{FF2B5EF4-FFF2-40B4-BE49-F238E27FC236}">
                <a16:creationId xmlns:a16="http://schemas.microsoft.com/office/drawing/2014/main" id="{A372B7AF-236E-4297-A8F7-0A27A2B0E808}"/>
              </a:ext>
            </a:extLst>
          </p:cNvPr>
          <p:cNvSpPr>
            <a:spLocks xmlns:a="http://schemas.openxmlformats.org/drawingml/2006/main" noGrp="1"/>
          </p:cNvSpPr>
          <p:nvPr/>
        </p:nvSpPr>
        <p:spPr>
          <a:xfrm xmlns:a="http://schemas.openxmlformats.org/drawingml/2006/main">
            <a:off x="522122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52" name="Google Shape;2052;p32">
            <a:extLst xmlns:a="http://schemas.openxmlformats.org/drawingml/2006/main">
              <a:ext uri="{FF2B5EF4-FFF2-40B4-BE49-F238E27FC236}">
                <a16:creationId xmlns:a16="http://schemas.microsoft.com/office/drawing/2014/main" id="{6696460C-7939-4BD8-863D-4506D728DDA0}"/>
              </a:ext>
            </a:extLst>
          </p:cNvPr>
          <p:cNvSpPr>
            <a:spLocks xmlns:a="http://schemas.openxmlformats.org/drawingml/2006/main" noGrp="1"/>
          </p:cNvSpPr>
          <p:nvPr/>
        </p:nvSpPr>
        <p:spPr>
          <a:xfrm xmlns:a="http://schemas.openxmlformats.org/drawingml/2006/main">
            <a:off x="604418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53" name="Google Shape;2053;p32">
            <a:extLst xmlns:a="http://schemas.openxmlformats.org/drawingml/2006/main">
              <a:ext uri="{FF2B5EF4-FFF2-40B4-BE49-F238E27FC236}">
                <a16:creationId xmlns:a16="http://schemas.microsoft.com/office/drawing/2014/main" id="{C7C94460-1CB0-4826-A9B6-7EFA4C0A74B0}"/>
              </a:ext>
            </a:extLst>
          </p:cNvPr>
          <p:cNvSpPr>
            <a:spLocks xmlns:a="http://schemas.openxmlformats.org/drawingml/2006/main" noGrp="1"/>
          </p:cNvSpPr>
          <p:nvPr/>
        </p:nvSpPr>
        <p:spPr>
          <a:xfrm xmlns:a="http://schemas.openxmlformats.org/drawingml/2006/main">
            <a:off x="686714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54" name="Google Shape;2054;p32">
            <a:extLst xmlns:a="http://schemas.openxmlformats.org/drawingml/2006/main">
              <a:ext uri="{FF2B5EF4-FFF2-40B4-BE49-F238E27FC236}">
                <a16:creationId xmlns:a16="http://schemas.microsoft.com/office/drawing/2014/main" id="{E9287A80-831B-496A-8C9E-3A0657A17452}"/>
              </a:ext>
            </a:extLst>
          </p:cNvPr>
          <p:cNvSpPr>
            <a:spLocks xmlns:a="http://schemas.openxmlformats.org/drawingml/2006/main" noGrp="1"/>
          </p:cNvSpPr>
          <p:nvPr/>
        </p:nvSpPr>
        <p:spPr>
          <a:xfrm xmlns:a="http://schemas.openxmlformats.org/drawingml/2006/main">
            <a:off x="7690104" y="22677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411" name="Google Shape;2055;p32"/>
          <p:cNvCxnSpPr/>
          <p:nvPr/>
        </p:nvCxnSpPr>
        <p:spPr>
          <a:xfrm xmlns:a="http://schemas.openxmlformats.org/drawingml/2006/main">
            <a:off x="320040" y="2724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56" name="Google Shape;2056;p32">
            <a:extLst xmlns:a="http://schemas.openxmlformats.org/drawingml/2006/main">
              <a:ext uri="{FF2B5EF4-FFF2-40B4-BE49-F238E27FC236}">
                <a16:creationId xmlns:a16="http://schemas.microsoft.com/office/drawing/2014/main" id="{D16EA973-9F7C-4B96-BBBC-B7D10B1413B0}"/>
              </a:ext>
            </a:extLst>
          </p:cNvPr>
          <p:cNvSpPr>
            <a:spLocks xmlns:a="http://schemas.openxmlformats.org/drawingml/2006/main" noGrp="1"/>
          </p:cNvSpPr>
          <p:nvPr/>
        </p:nvSpPr>
        <p:spPr>
          <a:xfrm xmlns:a="http://schemas.openxmlformats.org/drawingml/2006/main">
            <a:off x="374904" y="2496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Fits under low bar?</a:t>
            </a:r>
            <a:endParaRPr sz="820" b="0" i="0" u="none" cap="none">
              <a:solidFill>
                <a:schemeClr val="dk1"/>
              </a:solidFill>
              <a:latin typeface="Arial"/>
              <a:ea typeface="Arial"/>
              <a:cs typeface="Arial"/>
            </a:endParaRPr>
          </a:p>
        </p:txBody>
      </p:sp>
      <p:sp>
        <p:nvSpPr>
          <p:cNvPr id="2057" name="Google Shape;2057;p32">
            <a:extLst xmlns:a="http://schemas.openxmlformats.org/drawingml/2006/main">
              <a:ext uri="{FF2B5EF4-FFF2-40B4-BE49-F238E27FC236}">
                <a16:creationId xmlns:a16="http://schemas.microsoft.com/office/drawing/2014/main" id="{75D18836-B9ED-4759-B046-595AB70AE776}"/>
              </a:ext>
            </a:extLst>
          </p:cNvPr>
          <p:cNvSpPr>
            <a:spLocks xmlns:a="http://schemas.openxmlformats.org/drawingml/2006/main" noGrp="1"/>
          </p:cNvSpPr>
          <p:nvPr/>
        </p:nvSpPr>
        <p:spPr>
          <a:xfrm xmlns:a="http://schemas.openxmlformats.org/drawingml/2006/main">
            <a:off x="2935224" y="2496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58" name="Google Shape;2058;p32">
            <a:extLst xmlns:a="http://schemas.openxmlformats.org/drawingml/2006/main">
              <a:ext uri="{FF2B5EF4-FFF2-40B4-BE49-F238E27FC236}">
                <a16:creationId xmlns:a16="http://schemas.microsoft.com/office/drawing/2014/main" id="{DB77742D-1F49-43FC-8BE3-E006D3466C02}"/>
              </a:ext>
            </a:extLst>
          </p:cNvPr>
          <p:cNvSpPr>
            <a:spLocks xmlns:a="http://schemas.openxmlformats.org/drawingml/2006/main" noGrp="1"/>
          </p:cNvSpPr>
          <p:nvPr/>
        </p:nvSpPr>
        <p:spPr>
          <a:xfrm xmlns:a="http://schemas.openxmlformats.org/drawingml/2006/main">
            <a:off x="357530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59" name="Google Shape;2059;p32">
            <a:extLst xmlns:a="http://schemas.openxmlformats.org/drawingml/2006/main">
              <a:ext uri="{FF2B5EF4-FFF2-40B4-BE49-F238E27FC236}">
                <a16:creationId xmlns:a16="http://schemas.microsoft.com/office/drawing/2014/main" id="{ECD9BFA4-7331-4EAE-8991-F6AF11C4E098}"/>
              </a:ext>
            </a:extLst>
          </p:cNvPr>
          <p:cNvSpPr>
            <a:spLocks xmlns:a="http://schemas.openxmlformats.org/drawingml/2006/main" noGrp="1"/>
          </p:cNvSpPr>
          <p:nvPr/>
        </p:nvSpPr>
        <p:spPr>
          <a:xfrm xmlns:a="http://schemas.openxmlformats.org/drawingml/2006/main">
            <a:off x="439826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60" name="Google Shape;2060;p32">
            <a:extLst xmlns:a="http://schemas.openxmlformats.org/drawingml/2006/main">
              <a:ext uri="{FF2B5EF4-FFF2-40B4-BE49-F238E27FC236}">
                <a16:creationId xmlns:a16="http://schemas.microsoft.com/office/drawing/2014/main" id="{C07DE68D-9B7C-4D89-8586-CF71477D135B}"/>
              </a:ext>
            </a:extLst>
          </p:cNvPr>
          <p:cNvSpPr>
            <a:spLocks xmlns:a="http://schemas.openxmlformats.org/drawingml/2006/main" noGrp="1"/>
          </p:cNvSpPr>
          <p:nvPr/>
        </p:nvSpPr>
        <p:spPr>
          <a:xfrm xmlns:a="http://schemas.openxmlformats.org/drawingml/2006/main">
            <a:off x="522122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61" name="Google Shape;2061;p32">
            <a:extLst xmlns:a="http://schemas.openxmlformats.org/drawingml/2006/main">
              <a:ext uri="{FF2B5EF4-FFF2-40B4-BE49-F238E27FC236}">
                <a16:creationId xmlns:a16="http://schemas.microsoft.com/office/drawing/2014/main" id="{D1CCE7D8-8F62-4A27-864C-2D346B65A2F3}"/>
              </a:ext>
            </a:extLst>
          </p:cNvPr>
          <p:cNvSpPr>
            <a:spLocks xmlns:a="http://schemas.openxmlformats.org/drawingml/2006/main" noGrp="1"/>
          </p:cNvSpPr>
          <p:nvPr/>
        </p:nvSpPr>
        <p:spPr>
          <a:xfrm xmlns:a="http://schemas.openxmlformats.org/drawingml/2006/main">
            <a:off x="604418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62" name="Google Shape;2062;p32">
            <a:extLst xmlns:a="http://schemas.openxmlformats.org/drawingml/2006/main">
              <a:ext uri="{FF2B5EF4-FFF2-40B4-BE49-F238E27FC236}">
                <a16:creationId xmlns:a16="http://schemas.microsoft.com/office/drawing/2014/main" id="{7C50BFAA-1B42-413B-BD92-814110C3D68F}"/>
              </a:ext>
            </a:extLst>
          </p:cNvPr>
          <p:cNvSpPr>
            <a:spLocks xmlns:a="http://schemas.openxmlformats.org/drawingml/2006/main" noGrp="1"/>
          </p:cNvSpPr>
          <p:nvPr/>
        </p:nvSpPr>
        <p:spPr>
          <a:xfrm xmlns:a="http://schemas.openxmlformats.org/drawingml/2006/main">
            <a:off x="686714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63" name="Google Shape;2063;p32">
            <a:extLst xmlns:a="http://schemas.openxmlformats.org/drawingml/2006/main">
              <a:ext uri="{FF2B5EF4-FFF2-40B4-BE49-F238E27FC236}">
                <a16:creationId xmlns:a16="http://schemas.microsoft.com/office/drawing/2014/main" id="{3FF39B5C-99BF-4EDC-BACA-451EACFA07A1}"/>
              </a:ext>
            </a:extLst>
          </p:cNvPr>
          <p:cNvSpPr>
            <a:spLocks xmlns:a="http://schemas.openxmlformats.org/drawingml/2006/main" noGrp="1"/>
          </p:cNvSpPr>
          <p:nvPr/>
        </p:nvSpPr>
        <p:spPr>
          <a:xfrm xmlns:a="http://schemas.openxmlformats.org/drawingml/2006/main">
            <a:off x="7690104" y="2496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64" name="Google Shape;2064;p32">
            <a:extLst xmlns:a="http://schemas.openxmlformats.org/drawingml/2006/main">
              <a:ext uri="{FF2B5EF4-FFF2-40B4-BE49-F238E27FC236}">
                <a16:creationId xmlns:a16="http://schemas.microsoft.com/office/drawing/2014/main" id="{6D021AD6-0486-417C-9B79-8D4CE62665A6}"/>
              </a:ext>
            </a:extLst>
          </p:cNvPr>
          <p:cNvSpPr>
            <a:spLocks xmlns:a="http://schemas.openxmlformats.org/drawingml/2006/main" noGrp="1"/>
          </p:cNvSpPr>
          <p:nvPr/>
        </p:nvSpPr>
        <p:spPr>
          <a:xfrm xmlns:a="http://schemas.openxmlformats.org/drawingml/2006/main">
            <a:off x="320040" y="27249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421" name="Google Shape;2065;p32"/>
          <p:cNvCxnSpPr/>
          <p:nvPr/>
        </p:nvCxnSpPr>
        <p:spPr>
          <a:xfrm xmlns:a="http://schemas.openxmlformats.org/drawingml/2006/main">
            <a:off x="320040" y="2953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66" name="Google Shape;2066;p32">
            <a:extLst xmlns:a="http://schemas.openxmlformats.org/drawingml/2006/main">
              <a:ext uri="{FF2B5EF4-FFF2-40B4-BE49-F238E27FC236}">
                <a16:creationId xmlns:a16="http://schemas.microsoft.com/office/drawing/2014/main" id="{750986EF-A68E-4698-9004-415950455A16}"/>
              </a:ext>
            </a:extLst>
          </p:cNvPr>
          <p:cNvSpPr>
            <a:spLocks xmlns:a="http://schemas.openxmlformats.org/drawingml/2006/main" noGrp="1"/>
          </p:cNvSpPr>
          <p:nvPr/>
        </p:nvSpPr>
        <p:spPr>
          <a:xfrm xmlns:a="http://schemas.openxmlformats.org/drawingml/2006/main">
            <a:off x="374904" y="2724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Motor count</a:t>
            </a:r>
            <a:endParaRPr sz="820" b="0" i="0" u="none" cap="none">
              <a:solidFill>
                <a:schemeClr val="dk1"/>
              </a:solidFill>
              <a:latin typeface="Arial"/>
              <a:ea typeface="Arial"/>
              <a:cs typeface="Arial"/>
            </a:endParaRPr>
          </a:p>
        </p:txBody>
      </p:sp>
      <p:sp>
        <p:nvSpPr>
          <p:cNvPr id="2067" name="Google Shape;2067;p32">
            <a:extLst xmlns:a="http://schemas.openxmlformats.org/drawingml/2006/main">
              <a:ext uri="{FF2B5EF4-FFF2-40B4-BE49-F238E27FC236}">
                <a16:creationId xmlns:a16="http://schemas.microsoft.com/office/drawing/2014/main" id="{7F2BB25B-52D3-4517-8A27-DD32B4D348DD}"/>
              </a:ext>
            </a:extLst>
          </p:cNvPr>
          <p:cNvSpPr>
            <a:spLocks xmlns:a="http://schemas.openxmlformats.org/drawingml/2006/main" noGrp="1"/>
          </p:cNvSpPr>
          <p:nvPr/>
        </p:nvSpPr>
        <p:spPr>
          <a:xfrm xmlns:a="http://schemas.openxmlformats.org/drawingml/2006/main">
            <a:off x="2935224" y="2724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68" name="Google Shape;2068;p32">
            <a:extLst xmlns:a="http://schemas.openxmlformats.org/drawingml/2006/main">
              <a:ext uri="{FF2B5EF4-FFF2-40B4-BE49-F238E27FC236}">
                <a16:creationId xmlns:a16="http://schemas.microsoft.com/office/drawing/2014/main" id="{9654483F-B351-4333-9C17-3764A08C76F5}"/>
              </a:ext>
            </a:extLst>
          </p:cNvPr>
          <p:cNvSpPr>
            <a:spLocks xmlns:a="http://schemas.openxmlformats.org/drawingml/2006/main" noGrp="1"/>
          </p:cNvSpPr>
          <p:nvPr/>
        </p:nvSpPr>
        <p:spPr>
          <a:xfrm xmlns:a="http://schemas.openxmlformats.org/drawingml/2006/main">
            <a:off x="357530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69" name="Google Shape;2069;p32">
            <a:extLst xmlns:a="http://schemas.openxmlformats.org/drawingml/2006/main">
              <a:ext uri="{FF2B5EF4-FFF2-40B4-BE49-F238E27FC236}">
                <a16:creationId xmlns:a16="http://schemas.microsoft.com/office/drawing/2014/main" id="{B11D5356-D12D-45C2-9BC5-4B49014829C9}"/>
              </a:ext>
            </a:extLst>
          </p:cNvPr>
          <p:cNvSpPr>
            <a:spLocks xmlns:a="http://schemas.openxmlformats.org/drawingml/2006/main" noGrp="1"/>
          </p:cNvSpPr>
          <p:nvPr/>
        </p:nvSpPr>
        <p:spPr>
          <a:xfrm xmlns:a="http://schemas.openxmlformats.org/drawingml/2006/main">
            <a:off x="439826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70" name="Google Shape;2070;p32">
            <a:extLst xmlns:a="http://schemas.openxmlformats.org/drawingml/2006/main">
              <a:ext uri="{FF2B5EF4-FFF2-40B4-BE49-F238E27FC236}">
                <a16:creationId xmlns:a16="http://schemas.microsoft.com/office/drawing/2014/main" id="{3B5942DF-E93A-43ED-8520-4D82E77CAD16}"/>
              </a:ext>
            </a:extLst>
          </p:cNvPr>
          <p:cNvSpPr>
            <a:spLocks xmlns:a="http://schemas.openxmlformats.org/drawingml/2006/main" noGrp="1"/>
          </p:cNvSpPr>
          <p:nvPr/>
        </p:nvSpPr>
        <p:spPr>
          <a:xfrm xmlns:a="http://schemas.openxmlformats.org/drawingml/2006/main">
            <a:off x="522122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71" name="Google Shape;2071;p32">
            <a:extLst xmlns:a="http://schemas.openxmlformats.org/drawingml/2006/main">
              <a:ext uri="{FF2B5EF4-FFF2-40B4-BE49-F238E27FC236}">
                <a16:creationId xmlns:a16="http://schemas.microsoft.com/office/drawing/2014/main" id="{AA9C1AC8-4035-4DCE-BE41-94AF8C862F67}"/>
              </a:ext>
            </a:extLst>
          </p:cNvPr>
          <p:cNvSpPr>
            <a:spLocks xmlns:a="http://schemas.openxmlformats.org/drawingml/2006/main" noGrp="1"/>
          </p:cNvSpPr>
          <p:nvPr/>
        </p:nvSpPr>
        <p:spPr>
          <a:xfrm xmlns:a="http://schemas.openxmlformats.org/drawingml/2006/main">
            <a:off x="604418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72" name="Google Shape;2072;p32">
            <a:extLst xmlns:a="http://schemas.openxmlformats.org/drawingml/2006/main">
              <a:ext uri="{FF2B5EF4-FFF2-40B4-BE49-F238E27FC236}">
                <a16:creationId xmlns:a16="http://schemas.microsoft.com/office/drawing/2014/main" id="{C9358C9E-92D5-49EE-80EA-A4E3F48EA89D}"/>
              </a:ext>
            </a:extLst>
          </p:cNvPr>
          <p:cNvSpPr>
            <a:spLocks xmlns:a="http://schemas.openxmlformats.org/drawingml/2006/main" noGrp="1"/>
          </p:cNvSpPr>
          <p:nvPr/>
        </p:nvSpPr>
        <p:spPr>
          <a:xfrm xmlns:a="http://schemas.openxmlformats.org/drawingml/2006/main">
            <a:off x="686714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73" name="Google Shape;2073;p32">
            <a:extLst xmlns:a="http://schemas.openxmlformats.org/drawingml/2006/main">
              <a:ext uri="{FF2B5EF4-FFF2-40B4-BE49-F238E27FC236}">
                <a16:creationId xmlns:a16="http://schemas.microsoft.com/office/drawing/2014/main" id="{598DFD19-7DFB-40A3-8ED2-E99156C73A39}"/>
              </a:ext>
            </a:extLst>
          </p:cNvPr>
          <p:cNvSpPr>
            <a:spLocks xmlns:a="http://schemas.openxmlformats.org/drawingml/2006/main" noGrp="1"/>
          </p:cNvSpPr>
          <p:nvPr/>
        </p:nvSpPr>
        <p:spPr>
          <a:xfrm xmlns:a="http://schemas.openxmlformats.org/drawingml/2006/main">
            <a:off x="7690104" y="2724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430" name="Google Shape;2074;p32"/>
          <p:cNvCxnSpPr/>
          <p:nvPr/>
        </p:nvCxnSpPr>
        <p:spPr>
          <a:xfrm xmlns:a="http://schemas.openxmlformats.org/drawingml/2006/main">
            <a:off x="320040" y="3182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75" name="Google Shape;2075;p32">
            <a:extLst xmlns:a="http://schemas.openxmlformats.org/drawingml/2006/main">
              <a:ext uri="{FF2B5EF4-FFF2-40B4-BE49-F238E27FC236}">
                <a16:creationId xmlns:a16="http://schemas.microsoft.com/office/drawing/2014/main" id="{1564774C-605B-407A-B7D9-83F0A56672C9}"/>
              </a:ext>
            </a:extLst>
          </p:cNvPr>
          <p:cNvSpPr>
            <a:spLocks xmlns:a="http://schemas.openxmlformats.org/drawingml/2006/main" noGrp="1"/>
          </p:cNvSpPr>
          <p:nvPr/>
        </p:nvSpPr>
        <p:spPr>
          <a:xfrm xmlns:a="http://schemas.openxmlformats.org/drawingml/2006/main">
            <a:off x="374904" y="2953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Build risk</a:t>
            </a:r>
            <a:endParaRPr sz="820" b="0" i="0" u="none" cap="none">
              <a:solidFill>
                <a:schemeClr val="dk1"/>
              </a:solidFill>
              <a:latin typeface="Arial"/>
              <a:ea typeface="Arial"/>
              <a:cs typeface="Arial"/>
            </a:endParaRPr>
          </a:p>
        </p:txBody>
      </p:sp>
      <p:sp>
        <p:nvSpPr>
          <p:cNvPr id="2076" name="Google Shape;2076;p32">
            <a:extLst xmlns:a="http://schemas.openxmlformats.org/drawingml/2006/main">
              <a:ext uri="{FF2B5EF4-FFF2-40B4-BE49-F238E27FC236}">
                <a16:creationId xmlns:a16="http://schemas.microsoft.com/office/drawing/2014/main" id="{11325726-398A-47D9-A6F4-9C1712961E15}"/>
              </a:ext>
            </a:extLst>
          </p:cNvPr>
          <p:cNvSpPr>
            <a:spLocks xmlns:a="http://schemas.openxmlformats.org/drawingml/2006/main" noGrp="1"/>
          </p:cNvSpPr>
          <p:nvPr/>
        </p:nvSpPr>
        <p:spPr>
          <a:xfrm xmlns:a="http://schemas.openxmlformats.org/drawingml/2006/main">
            <a:off x="2935224" y="2953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077" name="Google Shape;2077;p32">
            <a:extLst xmlns:a="http://schemas.openxmlformats.org/drawingml/2006/main">
              <a:ext uri="{FF2B5EF4-FFF2-40B4-BE49-F238E27FC236}">
                <a16:creationId xmlns:a16="http://schemas.microsoft.com/office/drawing/2014/main" id="{2AEF51A2-21A5-4E9D-B855-11D64470ABCF}"/>
              </a:ext>
            </a:extLst>
          </p:cNvPr>
          <p:cNvSpPr>
            <a:spLocks xmlns:a="http://schemas.openxmlformats.org/drawingml/2006/main" noGrp="1"/>
          </p:cNvSpPr>
          <p:nvPr/>
        </p:nvSpPr>
        <p:spPr>
          <a:xfrm xmlns:a="http://schemas.openxmlformats.org/drawingml/2006/main">
            <a:off x="357530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78" name="Google Shape;2078;p32">
            <a:extLst xmlns:a="http://schemas.openxmlformats.org/drawingml/2006/main">
              <a:ext uri="{FF2B5EF4-FFF2-40B4-BE49-F238E27FC236}">
                <a16:creationId xmlns:a16="http://schemas.microsoft.com/office/drawing/2014/main" id="{C5F4D0D0-4170-4094-8204-DB1850B03A3C}"/>
              </a:ext>
            </a:extLst>
          </p:cNvPr>
          <p:cNvSpPr>
            <a:spLocks xmlns:a="http://schemas.openxmlformats.org/drawingml/2006/main" noGrp="1"/>
          </p:cNvSpPr>
          <p:nvPr/>
        </p:nvSpPr>
        <p:spPr>
          <a:xfrm xmlns:a="http://schemas.openxmlformats.org/drawingml/2006/main">
            <a:off x="439826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79" name="Google Shape;2079;p32">
            <a:extLst xmlns:a="http://schemas.openxmlformats.org/drawingml/2006/main">
              <a:ext uri="{FF2B5EF4-FFF2-40B4-BE49-F238E27FC236}">
                <a16:creationId xmlns:a16="http://schemas.microsoft.com/office/drawing/2014/main" id="{6E257248-57B0-4474-9709-5C2CF35786A4}"/>
              </a:ext>
            </a:extLst>
          </p:cNvPr>
          <p:cNvSpPr>
            <a:spLocks xmlns:a="http://schemas.openxmlformats.org/drawingml/2006/main" noGrp="1"/>
          </p:cNvSpPr>
          <p:nvPr/>
        </p:nvSpPr>
        <p:spPr>
          <a:xfrm xmlns:a="http://schemas.openxmlformats.org/drawingml/2006/main">
            <a:off x="522122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80" name="Google Shape;2080;p32">
            <a:extLst xmlns:a="http://schemas.openxmlformats.org/drawingml/2006/main">
              <a:ext uri="{FF2B5EF4-FFF2-40B4-BE49-F238E27FC236}">
                <a16:creationId xmlns:a16="http://schemas.microsoft.com/office/drawing/2014/main" id="{A96D17F6-41E8-4140-A66E-E5E92A92D1EB}"/>
              </a:ext>
            </a:extLst>
          </p:cNvPr>
          <p:cNvSpPr>
            <a:spLocks xmlns:a="http://schemas.openxmlformats.org/drawingml/2006/main" noGrp="1"/>
          </p:cNvSpPr>
          <p:nvPr/>
        </p:nvSpPr>
        <p:spPr>
          <a:xfrm xmlns:a="http://schemas.openxmlformats.org/drawingml/2006/main">
            <a:off x="604418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81" name="Google Shape;2081;p32">
            <a:extLst xmlns:a="http://schemas.openxmlformats.org/drawingml/2006/main">
              <a:ext uri="{FF2B5EF4-FFF2-40B4-BE49-F238E27FC236}">
                <a16:creationId xmlns:a16="http://schemas.microsoft.com/office/drawing/2014/main" id="{0D88D88B-5902-40EA-8D24-E36A544E4923}"/>
              </a:ext>
            </a:extLst>
          </p:cNvPr>
          <p:cNvSpPr>
            <a:spLocks xmlns:a="http://schemas.openxmlformats.org/drawingml/2006/main" noGrp="1"/>
          </p:cNvSpPr>
          <p:nvPr/>
        </p:nvSpPr>
        <p:spPr>
          <a:xfrm xmlns:a="http://schemas.openxmlformats.org/drawingml/2006/main">
            <a:off x="686714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082" name="Google Shape;2082;p32">
            <a:extLst xmlns:a="http://schemas.openxmlformats.org/drawingml/2006/main">
              <a:ext uri="{FF2B5EF4-FFF2-40B4-BE49-F238E27FC236}">
                <a16:creationId xmlns:a16="http://schemas.microsoft.com/office/drawing/2014/main" id="{07319958-BE9C-4198-8227-D287F89C9956}"/>
              </a:ext>
            </a:extLst>
          </p:cNvPr>
          <p:cNvSpPr>
            <a:spLocks xmlns:a="http://schemas.openxmlformats.org/drawingml/2006/main" noGrp="1"/>
          </p:cNvSpPr>
          <p:nvPr/>
        </p:nvSpPr>
        <p:spPr>
          <a:xfrm xmlns:a="http://schemas.openxmlformats.org/drawingml/2006/main">
            <a:off x="7690104" y="2953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083" name="Google Shape;2083;p32">
            <a:extLst xmlns:a="http://schemas.openxmlformats.org/drawingml/2006/main">
              <a:ext uri="{FF2B5EF4-FFF2-40B4-BE49-F238E27FC236}">
                <a16:creationId xmlns:a16="http://schemas.microsoft.com/office/drawing/2014/main" id="{C8194229-CD85-4A61-806E-8FEC3D0F7678}"/>
              </a:ext>
            </a:extLst>
          </p:cNvPr>
          <p:cNvSpPr>
            <a:spLocks xmlns:a="http://schemas.openxmlformats.org/drawingml/2006/main" noGrp="1"/>
          </p:cNvSpPr>
          <p:nvPr/>
        </p:nvSpPr>
        <p:spPr>
          <a:xfrm xmlns:a="http://schemas.openxmlformats.org/drawingml/2006/main">
            <a:off x="320040" y="31821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440" name="Google Shape;2084;p32"/>
          <p:cNvCxnSpPr/>
          <p:nvPr/>
        </p:nvCxnSpPr>
        <p:spPr>
          <a:xfrm xmlns:a="http://schemas.openxmlformats.org/drawingml/2006/main">
            <a:off x="320040" y="3410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085" name="Google Shape;2085;p32">
            <a:extLst xmlns:a="http://schemas.openxmlformats.org/drawingml/2006/main">
              <a:ext uri="{FF2B5EF4-FFF2-40B4-BE49-F238E27FC236}">
                <a16:creationId xmlns:a16="http://schemas.microsoft.com/office/drawing/2014/main" id="{33E37752-2FA7-4886-AE6A-CB3BDB564EF4}"/>
              </a:ext>
            </a:extLst>
          </p:cNvPr>
          <p:cNvSpPr>
            <a:spLocks xmlns:a="http://schemas.openxmlformats.org/drawingml/2006/main" noGrp="1"/>
          </p:cNvSpPr>
          <p:nvPr/>
        </p:nvSpPr>
        <p:spPr>
          <a:xfrm xmlns:a="http://schemas.openxmlformats.org/drawingml/2006/main">
            <a:off x="374904" y="3182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TOTAL</a:t>
            </a:r>
            <a:endParaRPr sz="820" b="0" i="0" u="none" cap="none">
              <a:solidFill>
                <a:schemeClr val="dk1"/>
              </a:solidFill>
              <a:latin typeface="Arial"/>
              <a:ea typeface="Arial"/>
              <a:cs typeface="Arial"/>
            </a:endParaRPr>
          </a:p>
        </p:txBody>
      </p:sp>
      <p:sp>
        <p:nvSpPr>
          <p:cNvPr id="2086" name="Google Shape;2086;p32">
            <a:extLst xmlns:a="http://schemas.openxmlformats.org/drawingml/2006/main">
              <a:ext uri="{FF2B5EF4-FFF2-40B4-BE49-F238E27FC236}">
                <a16:creationId xmlns:a16="http://schemas.microsoft.com/office/drawing/2014/main" id="{503D690A-8591-43FC-8BB8-93F03179603F}"/>
              </a:ext>
            </a:extLst>
          </p:cNvPr>
          <p:cNvSpPr>
            <a:spLocks xmlns:a="http://schemas.openxmlformats.org/drawingml/2006/main" noGrp="1"/>
          </p:cNvSpPr>
          <p:nvPr/>
        </p:nvSpPr>
        <p:spPr>
          <a:xfrm xmlns:a="http://schemas.openxmlformats.org/drawingml/2006/main">
            <a:off x="2935224" y="3182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087" name="Google Shape;2087;p32">
            <a:extLst xmlns:a="http://schemas.openxmlformats.org/drawingml/2006/main">
              <a:ext uri="{FF2B5EF4-FFF2-40B4-BE49-F238E27FC236}">
                <a16:creationId xmlns:a16="http://schemas.microsoft.com/office/drawing/2014/main" id="{2EE578EA-C894-4AF9-9F73-26906118387B}"/>
              </a:ext>
            </a:extLst>
          </p:cNvPr>
          <p:cNvSpPr>
            <a:spLocks xmlns:a="http://schemas.openxmlformats.org/drawingml/2006/main" noGrp="1"/>
          </p:cNvSpPr>
          <p:nvPr/>
        </p:nvSpPr>
        <p:spPr>
          <a:xfrm xmlns:a="http://schemas.openxmlformats.org/drawingml/2006/main">
            <a:off x="357530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088" name="Google Shape;2088;p32">
            <a:extLst xmlns:a="http://schemas.openxmlformats.org/drawingml/2006/main">
              <a:ext uri="{FF2B5EF4-FFF2-40B4-BE49-F238E27FC236}">
                <a16:creationId xmlns:a16="http://schemas.microsoft.com/office/drawing/2014/main" id="{EF410553-0AAB-4EF9-9832-D7D460E55DAC}"/>
              </a:ext>
            </a:extLst>
          </p:cNvPr>
          <p:cNvSpPr>
            <a:spLocks xmlns:a="http://schemas.openxmlformats.org/drawingml/2006/main" noGrp="1"/>
          </p:cNvSpPr>
          <p:nvPr/>
        </p:nvSpPr>
        <p:spPr>
          <a:xfrm xmlns:a="http://schemas.openxmlformats.org/drawingml/2006/main">
            <a:off x="439826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089" name="Google Shape;2089;p32">
            <a:extLst xmlns:a="http://schemas.openxmlformats.org/drawingml/2006/main">
              <a:ext uri="{FF2B5EF4-FFF2-40B4-BE49-F238E27FC236}">
                <a16:creationId xmlns:a16="http://schemas.microsoft.com/office/drawing/2014/main" id="{19E3A270-A4A5-4325-ACE0-64D11EF489C5}"/>
              </a:ext>
            </a:extLst>
          </p:cNvPr>
          <p:cNvSpPr>
            <a:spLocks xmlns:a="http://schemas.openxmlformats.org/drawingml/2006/main" noGrp="1"/>
          </p:cNvSpPr>
          <p:nvPr/>
        </p:nvSpPr>
        <p:spPr>
          <a:xfrm xmlns:a="http://schemas.openxmlformats.org/drawingml/2006/main">
            <a:off x="522122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090" name="Google Shape;2090;p32">
            <a:extLst xmlns:a="http://schemas.openxmlformats.org/drawingml/2006/main">
              <a:ext uri="{FF2B5EF4-FFF2-40B4-BE49-F238E27FC236}">
                <a16:creationId xmlns:a16="http://schemas.microsoft.com/office/drawing/2014/main" id="{F8FE2BE1-1EE1-4655-A5BA-55160EF984A5}"/>
              </a:ext>
            </a:extLst>
          </p:cNvPr>
          <p:cNvSpPr>
            <a:spLocks xmlns:a="http://schemas.openxmlformats.org/drawingml/2006/main" noGrp="1"/>
          </p:cNvSpPr>
          <p:nvPr/>
        </p:nvSpPr>
        <p:spPr>
          <a:xfrm xmlns:a="http://schemas.openxmlformats.org/drawingml/2006/main">
            <a:off x="604418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091" name="Google Shape;2091;p32">
            <a:extLst xmlns:a="http://schemas.openxmlformats.org/drawingml/2006/main">
              <a:ext uri="{FF2B5EF4-FFF2-40B4-BE49-F238E27FC236}">
                <a16:creationId xmlns:a16="http://schemas.microsoft.com/office/drawing/2014/main" id="{24EA568D-78A9-46BC-933F-FCF39C5C1938}"/>
              </a:ext>
            </a:extLst>
          </p:cNvPr>
          <p:cNvSpPr>
            <a:spLocks xmlns:a="http://schemas.openxmlformats.org/drawingml/2006/main" noGrp="1"/>
          </p:cNvSpPr>
          <p:nvPr/>
        </p:nvSpPr>
        <p:spPr>
          <a:xfrm xmlns:a="http://schemas.openxmlformats.org/drawingml/2006/main">
            <a:off x="686714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092" name="Google Shape;2092;p32">
            <a:extLst xmlns:a="http://schemas.openxmlformats.org/drawingml/2006/main">
              <a:ext uri="{FF2B5EF4-FFF2-40B4-BE49-F238E27FC236}">
                <a16:creationId xmlns:a16="http://schemas.microsoft.com/office/drawing/2014/main" id="{2B8168BA-C0E8-435C-9FA9-1B149AB5E5B1}"/>
              </a:ext>
            </a:extLst>
          </p:cNvPr>
          <p:cNvSpPr>
            <a:spLocks xmlns:a="http://schemas.openxmlformats.org/drawingml/2006/main" noGrp="1"/>
          </p:cNvSpPr>
          <p:nvPr/>
        </p:nvSpPr>
        <p:spPr>
          <a:xfrm xmlns:a="http://schemas.openxmlformats.org/drawingml/2006/main">
            <a:off x="7690104" y="3182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093" name="Google Shape;2093;p32">
            <a:extLst xmlns:a="http://schemas.openxmlformats.org/drawingml/2006/main">
              <a:ext uri="{FF2B5EF4-FFF2-40B4-BE49-F238E27FC236}">
                <a16:creationId xmlns:a16="http://schemas.microsoft.com/office/drawing/2014/main" id="{10D98ACC-E920-4316-AA99-5859160F20D7}"/>
              </a:ext>
            </a:extLst>
          </p:cNvPr>
          <p:cNvSpPr>
            <a:spLocks xmlns:a="http://schemas.openxmlformats.org/drawingml/2006/main" noGrp="1"/>
          </p:cNvSpPr>
          <p:nvPr/>
        </p:nvSpPr>
        <p:spPr>
          <a:xfrm xmlns:a="http://schemas.openxmlformats.org/drawingml/2006/main">
            <a:off x="320040" y="1078992"/>
            <a:ext cx="8503920" cy="2331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094" name="Google Shape;2094;p32">
            <a:extLst xmlns:a="http://schemas.openxmlformats.org/drawingml/2006/main">
              <a:ext uri="{FF2B5EF4-FFF2-40B4-BE49-F238E27FC236}">
                <a16:creationId xmlns:a16="http://schemas.microsoft.com/office/drawing/2014/main" id="{B140CB64-2583-4060-9F4D-CBCF1DABCDEE}"/>
              </a:ext>
            </a:extLst>
          </p:cNvPr>
          <p:cNvSpPr>
            <a:spLocks xmlns:a="http://schemas.openxmlformats.org/drawingml/2006/main" noGrp="1"/>
          </p:cNvSpPr>
          <p:nvPr/>
        </p:nvSpPr>
        <p:spPr>
          <a:xfrm xmlns:a="http://schemas.openxmlformats.org/drawingml/2006/main">
            <a:off x="320040" y="35021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850"/>
              <a:buFont typeface="Arial"/>
              <a:buNone/>
            </a:pPr>
            <a:r>
              <a:rPr sz="850" b="1" i="0" u="none" cap="none">
                <a:solidFill>
                  <a:srgbClr val="7C3AED"/>
                </a:solidFill>
                <a:latin typeface="Arial"/>
                <a:ea typeface="Arial"/>
                <a:cs typeface="Arial"/>
              </a:rPr>
              <a:t>CONCEPT NAMES — label C1, C2, C3</a:t>
            </a:r>
            <a:endParaRPr sz="850" b="0" i="0" u="none" cap="none">
              <a:solidFill>
                <a:schemeClr val="dk1"/>
              </a:solidFill>
              <a:latin typeface="Arial"/>
              <a:ea typeface="Arial"/>
              <a:cs typeface="Arial"/>
            </a:endParaRPr>
          </a:p>
        </p:txBody>
      </p:sp>
      <p:sp>
        <p:nvSpPr>
          <p:cNvPr id="2095" name="Google Shape;2095;p32">
            <a:extLst xmlns:a="http://schemas.openxmlformats.org/drawingml/2006/main">
              <a:ext uri="{FF2B5EF4-FFF2-40B4-BE49-F238E27FC236}">
                <a16:creationId xmlns:a16="http://schemas.microsoft.com/office/drawing/2014/main" id="{ADDBE2E8-959B-4A2A-99F6-5638AA21ADAB}"/>
              </a:ext>
            </a:extLst>
          </p:cNvPr>
          <p:cNvSpPr>
            <a:spLocks xmlns:a="http://schemas.openxmlformats.org/drawingml/2006/main" noGrp="1"/>
          </p:cNvSpPr>
          <p:nvPr/>
        </p:nvSpPr>
        <p:spPr>
          <a:xfrm xmlns:a="http://schemas.openxmlformats.org/drawingml/2006/main">
            <a:off x="320040" y="3703320"/>
            <a:ext cx="8503920" cy="237744"/>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096" name="Google Shape;2096;p32">
            <a:extLst xmlns:a="http://schemas.openxmlformats.org/drawingml/2006/main">
              <a:ext uri="{FF2B5EF4-FFF2-40B4-BE49-F238E27FC236}">
                <a16:creationId xmlns:a16="http://schemas.microsoft.com/office/drawing/2014/main" id="{22F3D704-3EC6-4C11-AB56-E94D66E59041}"/>
              </a:ext>
            </a:extLst>
          </p:cNvPr>
          <p:cNvSpPr>
            <a:spLocks xmlns:a="http://schemas.openxmlformats.org/drawingml/2006/main" noGrp="1"/>
          </p:cNvSpPr>
          <p:nvPr/>
        </p:nvSpPr>
        <p:spPr>
          <a:xfrm xmlns:a="http://schemas.openxmlformats.org/drawingml/2006/main">
            <a:off x="37490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C1</a:t>
            </a:r>
            <a:endParaRPr sz="900" b="0" i="0" u="none" cap="none">
              <a:solidFill>
                <a:schemeClr val="dk1"/>
              </a:solidFill>
              <a:latin typeface="Arial"/>
              <a:ea typeface="Arial"/>
              <a:cs typeface="Arial"/>
            </a:endParaRPr>
          </a:p>
        </p:txBody>
      </p:sp>
      <p:sp>
        <p:nvSpPr>
          <p:cNvPr id="2097" name="Google Shape;2097;p32">
            <a:extLst xmlns:a="http://schemas.openxmlformats.org/drawingml/2006/main">
              <a:ext uri="{FF2B5EF4-FFF2-40B4-BE49-F238E27FC236}">
                <a16:creationId xmlns:a16="http://schemas.microsoft.com/office/drawing/2014/main" id="{17110E4E-D5E2-49CA-960B-F56D6F1FE758}"/>
              </a:ext>
            </a:extLst>
          </p:cNvPr>
          <p:cNvSpPr>
            <a:spLocks xmlns:a="http://schemas.openxmlformats.org/drawingml/2006/main" noGrp="1"/>
          </p:cNvSpPr>
          <p:nvPr/>
        </p:nvSpPr>
        <p:spPr>
          <a:xfrm xmlns:a="http://schemas.openxmlformats.org/drawingml/2006/main">
            <a:off x="320954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C2</a:t>
            </a:r>
            <a:endParaRPr sz="900" b="0" i="0" u="none" cap="none">
              <a:solidFill>
                <a:schemeClr val="dk1"/>
              </a:solidFill>
              <a:latin typeface="Arial"/>
              <a:ea typeface="Arial"/>
              <a:cs typeface="Arial"/>
            </a:endParaRPr>
          </a:p>
        </p:txBody>
      </p:sp>
      <p:sp>
        <p:nvSpPr>
          <p:cNvPr id="2098" name="Google Shape;2098;p32">
            <a:extLst xmlns:a="http://schemas.openxmlformats.org/drawingml/2006/main">
              <a:ext uri="{FF2B5EF4-FFF2-40B4-BE49-F238E27FC236}">
                <a16:creationId xmlns:a16="http://schemas.microsoft.com/office/drawing/2014/main" id="{237A371C-F3D8-4599-97FF-61DBE3D7B0AE}"/>
              </a:ext>
            </a:extLst>
          </p:cNvPr>
          <p:cNvSpPr>
            <a:spLocks xmlns:a="http://schemas.openxmlformats.org/drawingml/2006/main" noGrp="1"/>
          </p:cNvSpPr>
          <p:nvPr/>
        </p:nvSpPr>
        <p:spPr>
          <a:xfrm xmlns:a="http://schemas.openxmlformats.org/drawingml/2006/main">
            <a:off x="604418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C3</a:t>
            </a:r>
            <a:endParaRPr sz="900" b="0" i="0" u="none" cap="none">
              <a:solidFill>
                <a:schemeClr val="dk1"/>
              </a:solidFill>
              <a:latin typeface="Arial"/>
              <a:ea typeface="Arial"/>
              <a:cs typeface="Arial"/>
            </a:endParaRPr>
          </a:p>
        </p:txBody>
      </p:sp>
      <p:sp>
        <p:nvSpPr>
          <p:cNvPr id="2099" name="Google Shape;2099;p32">
            <a:extLst xmlns:a="http://schemas.openxmlformats.org/drawingml/2006/main">
              <a:ext uri="{FF2B5EF4-FFF2-40B4-BE49-F238E27FC236}">
                <a16:creationId xmlns:a16="http://schemas.microsoft.com/office/drawing/2014/main" id="{3A2C6DF4-D3F8-4FD1-9F94-726472676A33}"/>
              </a:ext>
            </a:extLst>
          </p:cNvPr>
          <p:cNvSpPr>
            <a:spLocks xmlns:a="http://schemas.openxmlformats.org/drawingml/2006/main" noGrp="1"/>
          </p:cNvSpPr>
          <p:nvPr/>
        </p:nvSpPr>
        <p:spPr>
          <a:xfrm xmlns:a="http://schemas.openxmlformats.org/drawingml/2006/main">
            <a:off x="320040" y="3941064"/>
            <a:ext cx="8503920" cy="3657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456" name="Google Shape;2100;p32"/>
          <p:cNvCxnSpPr/>
          <p:nvPr/>
        </p:nvCxnSpPr>
        <p:spPr>
          <a:xfrm xmlns:a="http://schemas.openxmlformats.org/drawingml/2006/main">
            <a:off x="320040" y="397764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01" name="Google Shape;2101;p32">
            <a:extLst xmlns:a="http://schemas.openxmlformats.org/drawingml/2006/main">
              <a:ext uri="{FF2B5EF4-FFF2-40B4-BE49-F238E27FC236}">
                <a16:creationId xmlns:a16="http://schemas.microsoft.com/office/drawing/2014/main" id="{AEE6D95E-36E9-4330-A707-B8BB7BA19511}"/>
              </a:ext>
            </a:extLst>
          </p:cNvPr>
          <p:cNvSpPr>
            <a:spLocks xmlns:a="http://schemas.openxmlformats.org/drawingml/2006/main" noGrp="1"/>
          </p:cNvSpPr>
          <p:nvPr/>
        </p:nvSpPr>
        <p:spPr>
          <a:xfrm xmlns:a="http://schemas.openxmlformats.org/drawingml/2006/main">
            <a:off x="37490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1 name]</a:t>
            </a:r>
            <a:endParaRPr sz="850" b="0" i="0" u="none" cap="none">
              <a:solidFill>
                <a:schemeClr val="dk1"/>
              </a:solidFill>
              <a:latin typeface="Arial"/>
              <a:ea typeface="Arial"/>
              <a:cs typeface="Arial"/>
            </a:endParaRPr>
          </a:p>
        </p:txBody>
      </p:sp>
      <p:sp>
        <p:nvSpPr>
          <p:cNvPr id="2102" name="Google Shape;2102;p32">
            <a:extLst xmlns:a="http://schemas.openxmlformats.org/drawingml/2006/main">
              <a:ext uri="{FF2B5EF4-FFF2-40B4-BE49-F238E27FC236}">
                <a16:creationId xmlns:a16="http://schemas.microsoft.com/office/drawing/2014/main" id="{B827F1B1-D676-4F08-BA47-A211AE118BC2}"/>
              </a:ext>
            </a:extLst>
          </p:cNvPr>
          <p:cNvSpPr>
            <a:spLocks xmlns:a="http://schemas.openxmlformats.org/drawingml/2006/main" noGrp="1"/>
          </p:cNvSpPr>
          <p:nvPr/>
        </p:nvSpPr>
        <p:spPr>
          <a:xfrm xmlns:a="http://schemas.openxmlformats.org/drawingml/2006/main">
            <a:off x="320954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2 name]</a:t>
            </a:r>
            <a:endParaRPr sz="850" b="0" i="0" u="none" cap="none">
              <a:solidFill>
                <a:schemeClr val="dk1"/>
              </a:solidFill>
              <a:latin typeface="Arial"/>
              <a:ea typeface="Arial"/>
              <a:cs typeface="Arial"/>
            </a:endParaRPr>
          </a:p>
        </p:txBody>
      </p:sp>
      <p:sp>
        <p:nvSpPr>
          <p:cNvPr id="2103" name="Google Shape;2103;p32">
            <a:extLst xmlns:a="http://schemas.openxmlformats.org/drawingml/2006/main">
              <a:ext uri="{FF2B5EF4-FFF2-40B4-BE49-F238E27FC236}">
                <a16:creationId xmlns:a16="http://schemas.microsoft.com/office/drawing/2014/main" id="{7A10823F-5292-442B-B9FE-0CA45C42EBC9}"/>
              </a:ext>
            </a:extLst>
          </p:cNvPr>
          <p:cNvSpPr>
            <a:spLocks xmlns:a="http://schemas.openxmlformats.org/drawingml/2006/main" noGrp="1"/>
          </p:cNvSpPr>
          <p:nvPr/>
        </p:nvSpPr>
        <p:spPr>
          <a:xfrm xmlns:a="http://schemas.openxmlformats.org/drawingml/2006/main">
            <a:off x="604418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3 name]</a:t>
            </a:r>
            <a:endParaRPr sz="850" b="0" i="0" u="none" cap="none">
              <a:solidFill>
                <a:schemeClr val="dk1"/>
              </a:solidFill>
              <a:latin typeface="Arial"/>
              <a:ea typeface="Arial"/>
              <a:cs typeface="Arial"/>
            </a:endParaRPr>
          </a:p>
        </p:txBody>
      </p:sp>
      <p:sp>
        <p:nvSpPr>
          <p:cNvPr id="2104" name="Google Shape;2104;p32">
            <a:extLst xmlns:a="http://schemas.openxmlformats.org/drawingml/2006/main">
              <a:ext uri="{FF2B5EF4-FFF2-40B4-BE49-F238E27FC236}">
                <a16:creationId xmlns:a16="http://schemas.microsoft.com/office/drawing/2014/main" id="{41EBA214-0AE7-437A-A6A8-AD319A2E1144}"/>
              </a:ext>
            </a:extLst>
          </p:cNvPr>
          <p:cNvSpPr>
            <a:spLocks xmlns:a="http://schemas.openxmlformats.org/drawingml/2006/main" noGrp="1"/>
          </p:cNvSpPr>
          <p:nvPr/>
        </p:nvSpPr>
        <p:spPr>
          <a:xfrm xmlns:a="http://schemas.openxmlformats.org/drawingml/2006/main">
            <a:off x="320040" y="3703320"/>
            <a:ext cx="8503920" cy="2743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05" name="Google Shape;2105;p32">
            <a:extLst xmlns:a="http://schemas.openxmlformats.org/drawingml/2006/main">
              <a:ext uri="{FF2B5EF4-FFF2-40B4-BE49-F238E27FC236}">
                <a16:creationId xmlns:a16="http://schemas.microsoft.com/office/drawing/2014/main" id="{1070905D-88EE-4B89-8AC0-C4CC1B270EAA}"/>
              </a:ext>
            </a:extLst>
          </p:cNvPr>
          <p:cNvSpPr>
            <a:spLocks xmlns:a="http://schemas.openxmlformats.org/drawingml/2006/main" noGrp="1"/>
          </p:cNvSpPr>
          <p:nvPr/>
        </p:nvSpPr>
        <p:spPr>
          <a:xfrm xmlns:a="http://schemas.openxmlformats.org/drawingml/2006/main">
            <a:off x="320040" y="4096512"/>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000"/>
              <a:buFont typeface="Arial"/>
              <a:buNone/>
            </a:pPr>
            <a:r>
              <a:rPr sz="1000" b="1" i="0" u="none" cap="none">
                <a:solidFill>
                  <a:srgbClr val="7C3AED"/>
                </a:solidFill>
                <a:latin typeface="Arial"/>
                <a:ea typeface="Arial"/>
                <a:cs typeface="Arial"/>
              </a:rPr>
              <a:t>WINNER</a:t>
            </a:r>
            <a:endParaRPr sz="1000" b="0" i="0" u="none" cap="none">
              <a:solidFill>
                <a:schemeClr val="dk1"/>
              </a:solidFill>
              <a:latin typeface="Arial"/>
              <a:ea typeface="Arial"/>
              <a:cs typeface="Arial"/>
            </a:endParaRPr>
          </a:p>
        </p:txBody>
      </p:sp>
      <p:cxnSp>
        <p:nvCxnSpPr>
          <p:cNvPr id="2462" name="Google Shape;2106;p32"/>
          <p:cNvCxnSpPr/>
          <p:nvPr/>
        </p:nvCxnSpPr>
        <p:spPr>
          <a:xfrm xmlns:a="http://schemas.openxmlformats.org/drawingml/2006/main">
            <a:off x="1508760" y="4325112"/>
            <a:ext cx="73152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07" name="Google Shape;2107;p32">
            <a:extLst xmlns:a="http://schemas.openxmlformats.org/drawingml/2006/main">
              <a:ext uri="{FF2B5EF4-FFF2-40B4-BE49-F238E27FC236}">
                <a16:creationId xmlns:a16="http://schemas.microsoft.com/office/drawing/2014/main" id="{DA1DBB70-CBBF-4482-833B-F1FE42B5D4C9}"/>
              </a:ext>
            </a:extLst>
          </p:cNvPr>
          <p:cNvSpPr>
            <a:spLocks xmlns:a="http://schemas.openxmlformats.org/drawingml/2006/main" noGrp="1"/>
          </p:cNvSpPr>
          <p:nvPr/>
        </p:nvSpPr>
        <p:spPr>
          <a:xfrm xmlns:a="http://schemas.openxmlformats.org/drawingml/2006/main">
            <a:off x="1554480" y="4096512"/>
            <a:ext cx="72694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[Concept name]  (highest total: ___)</a:t>
            </a:r>
            <a:endParaRPr sz="1000" b="0" i="0" u="none" cap="none">
              <a:solidFill>
                <a:schemeClr val="dk1"/>
              </a:solidFill>
              <a:latin typeface="Arial"/>
              <a:ea typeface="Arial"/>
              <a:cs typeface="Arial"/>
            </a:endParaRPr>
          </a:p>
        </p:txBody>
      </p:sp>
      <p:sp>
        <p:nvSpPr>
          <p:cNvPr id="2108" name="Google Shape;2108;p32">
            <a:extLst xmlns:a="http://schemas.openxmlformats.org/drawingml/2006/main">
              <a:ext uri="{FF2B5EF4-FFF2-40B4-BE49-F238E27FC236}">
                <a16:creationId xmlns:a16="http://schemas.microsoft.com/office/drawing/2014/main" id="{26C1DD8D-BBC3-4825-BFC5-3DC587CDA923}"/>
              </a:ext>
            </a:extLst>
          </p:cNvPr>
          <p:cNvSpPr>
            <a:spLocks xmlns:a="http://schemas.openxmlformats.org/drawingml/2006/main" noGrp="1"/>
          </p:cNvSpPr>
          <p:nvPr/>
        </p:nvSpPr>
        <p:spPr>
          <a:xfrm xmlns:a="http://schemas.openxmlformats.org/drawingml/2006/main">
            <a:off x="320040" y="44165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1" i="0" u="none" cap="none">
                <a:solidFill>
                  <a:srgbClr val="0F172A"/>
                </a:solidFill>
                <a:latin typeface="Arial"/>
                <a:ea typeface="Arial"/>
                <a:cs typeface="Arial"/>
              </a:rPr>
              <a:t>DESIGN RATIONALE — why the winner beat the others</a:t>
            </a:r>
            <a:endParaRPr sz="850" b="0" i="0" u="none" cap="none">
              <a:solidFill>
                <a:schemeClr val="dk1"/>
              </a:solidFill>
              <a:latin typeface="Arial"/>
              <a:ea typeface="Arial"/>
              <a:cs typeface="Arial"/>
            </a:endParaRPr>
          </a:p>
        </p:txBody>
      </p:sp>
      <p:sp>
        <p:nvSpPr>
          <p:cNvPr id="2109" name="Google Shape;2109;p32">
            <a:extLst xmlns:a="http://schemas.openxmlformats.org/drawingml/2006/main">
              <a:ext uri="{FF2B5EF4-FFF2-40B4-BE49-F238E27FC236}">
                <a16:creationId xmlns:a16="http://schemas.microsoft.com/office/drawing/2014/main" id="{8AD6EA65-7A27-42D4-A529-8B613AE5F41B}"/>
              </a:ext>
            </a:extLst>
          </p:cNvPr>
          <p:cNvSpPr>
            <a:spLocks xmlns:a="http://schemas.openxmlformats.org/drawingml/2006/main" noGrp="1"/>
          </p:cNvSpPr>
          <p:nvPr/>
        </p:nvSpPr>
        <p:spPr>
          <a:xfrm xmlns:a="http://schemas.openxmlformats.org/drawingml/2006/main">
            <a:off x="320040" y="4617720"/>
            <a:ext cx="8503920" cy="274320"/>
          </a:xfrm>
          <a:prstGeom xmlns:a="http://schemas.openxmlformats.org/drawingml/2006/main" prst="rect">
            <a:avLst/>
          </a:prstGeom>
          <a:solidFill xmlns:a="http://schemas.openxmlformats.org/drawingml/2006/main">
            <a:srgbClr val="F5F3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10" name="Google Shape;2110;p32">
            <a:extLst xmlns:a="http://schemas.openxmlformats.org/drawingml/2006/main">
              <a:ext uri="{FF2B5EF4-FFF2-40B4-BE49-F238E27FC236}">
                <a16:creationId xmlns:a16="http://schemas.microsoft.com/office/drawing/2014/main" id="{5E4CC208-0C61-420E-84DB-35F0A641943F}"/>
              </a:ext>
            </a:extLst>
          </p:cNvPr>
          <p:cNvSpPr>
            <a:spLocks xmlns:a="http://schemas.openxmlformats.org/drawingml/2006/main" noGrp="1"/>
          </p:cNvSpPr>
          <p:nvPr/>
        </p:nvSpPr>
        <p:spPr>
          <a:xfrm xmlns:a="http://schemas.openxmlformats.org/drawingml/2006/main">
            <a:off x="457200" y="4617720"/>
            <a:ext cx="8275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[3–4 sentences. Reference specific criteria where the winner scored highest. Name what tradeoffs you accepted.]</a:t>
            </a:r>
            <a:endParaRPr sz="900" b="0" i="0" u="none" cap="none">
              <a:solidFill>
                <a:schemeClr val="dk1"/>
              </a:solidFill>
              <a:latin typeface="Arial"/>
              <a:ea typeface="Arial"/>
              <a:cs typeface="Arial"/>
            </a:endParaRPr>
          </a:p>
        </p:txBody>
      </p:sp>
      <p:sp>
        <p:nvSpPr>
          <p:cNvPr id="2111" name="Google Shape;2111;p32">
            <a:extLst xmlns:a="http://schemas.openxmlformats.org/drawingml/2006/main">
              <a:ext uri="{FF2B5EF4-FFF2-40B4-BE49-F238E27FC236}">
                <a16:creationId xmlns:a16="http://schemas.microsoft.com/office/drawing/2014/main" id="{F435FE5F-4A2E-4173-8812-5C570A35BAB8}"/>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719f52eed8554ecc"/>
              </a:rPr>
              <a:t>decision-matrix</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b8111741197244fa"/>
              </a:rPr>
              <a:t>mechanism-intakes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14365175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7" name="Google Shape;2117;p33">
            <a:extLst xmlns:a="http://schemas.openxmlformats.org/drawingml/2006/main">
              <a:ext uri="{FF2B5EF4-FFF2-40B4-BE49-F238E27FC236}">
                <a16:creationId xmlns:a16="http://schemas.microsoft.com/office/drawing/2014/main" id="{55AE2254-4A1F-498D-A14B-25B9E0032D83}"/>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18" name="Google Shape;2118;p33">
            <a:extLst xmlns:a="http://schemas.openxmlformats.org/drawingml/2006/main">
              <a:ext uri="{FF2B5EF4-FFF2-40B4-BE49-F238E27FC236}">
                <a16:creationId xmlns:a16="http://schemas.microsoft.com/office/drawing/2014/main" id="{BD79EB9D-8016-488D-88D2-33339F79A24D}"/>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SCORING MATRIX</a:t>
            </a:r>
            <a:endParaRPr sz="1050" b="0" i="0" u="none" cap="none">
              <a:solidFill>
                <a:schemeClr val="dk1"/>
              </a:solidFill>
              <a:latin typeface="Arial"/>
              <a:ea typeface="Arial"/>
              <a:cs typeface="Arial"/>
            </a:endParaRPr>
          </a:p>
        </p:txBody>
      </p:sp>
      <p:sp>
        <p:nvSpPr>
          <p:cNvPr id="2119" name="Google Shape;2119;p33">
            <a:extLst xmlns:a="http://schemas.openxmlformats.org/drawingml/2006/main">
              <a:ext uri="{FF2B5EF4-FFF2-40B4-BE49-F238E27FC236}">
                <a16:creationId xmlns:a16="http://schemas.microsoft.com/office/drawing/2014/main" id="{6AFBFA83-420F-40DE-986B-9D7A9A4355FD}"/>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120" name="Google Shape;2120;p33">
            <a:extLst xmlns:a="http://schemas.openxmlformats.org/drawingml/2006/main">
              <a:ext uri="{FF2B5EF4-FFF2-40B4-BE49-F238E27FC236}">
                <a16:creationId xmlns:a16="http://schemas.microsoft.com/office/drawing/2014/main" id="{AC32EC92-CDD7-401A-8E2D-08188A65FBF6}"/>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Decision Matrix — Scoring</a:t>
            </a:r>
            <a:endParaRPr sz="2200" b="0" i="0" u="none" cap="none">
              <a:solidFill>
                <a:schemeClr val="dk1"/>
              </a:solidFill>
              <a:latin typeface="Arial"/>
              <a:ea typeface="Arial"/>
              <a:cs typeface="Arial"/>
            </a:endParaRPr>
          </a:p>
        </p:txBody>
      </p:sp>
      <p:sp>
        <p:nvSpPr>
          <p:cNvPr id="2121" name="Google Shape;2121;p33">
            <a:extLst xmlns:a="http://schemas.openxmlformats.org/drawingml/2006/main">
              <a:ext uri="{FF2B5EF4-FFF2-40B4-BE49-F238E27FC236}">
                <a16:creationId xmlns:a16="http://schemas.microsoft.com/office/drawing/2014/main" id="{DC77B1F4-AE59-44A6-BEBA-5A98BE494A34}"/>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Criteria match the Scoring comparison table. Scores: 1=poor, 5=excellent. W×S = weighted score. Highest TOTAL wins.</a:t>
            </a:r>
            <a:endParaRPr sz="900" b="0" i="0" u="none" cap="none">
              <a:solidFill>
                <a:schemeClr val="dk1"/>
              </a:solidFill>
              <a:latin typeface="Arial"/>
              <a:ea typeface="Arial"/>
              <a:cs typeface="Arial"/>
            </a:endParaRPr>
          </a:p>
        </p:txBody>
      </p:sp>
      <p:sp>
        <p:nvSpPr>
          <p:cNvPr id="2122" name="Google Shape;2122;p33">
            <a:extLst xmlns:a="http://schemas.openxmlformats.org/drawingml/2006/main">
              <a:ext uri="{FF2B5EF4-FFF2-40B4-BE49-F238E27FC236}">
                <a16:creationId xmlns:a16="http://schemas.microsoft.com/office/drawing/2014/main" id="{E5F8CE50-0051-4230-812F-6224983EA93E}"/>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23" name="Google Shape;2123;p33">
            <a:extLst xmlns:a="http://schemas.openxmlformats.org/drawingml/2006/main">
              <a:ext uri="{FF2B5EF4-FFF2-40B4-BE49-F238E27FC236}">
                <a16:creationId xmlns:a16="http://schemas.microsoft.com/office/drawing/2014/main" id="{13B1381E-9490-485C-8CB1-11FB7F0378DC}"/>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35 / 61</a:t>
            </a:r>
            <a:endParaRPr sz="900" b="0" i="0" u="none" cap="none">
              <a:solidFill>
                <a:schemeClr val="dk1"/>
              </a:solidFill>
              <a:latin typeface="Arial"/>
              <a:ea typeface="Arial"/>
              <a:cs typeface="Arial"/>
            </a:endParaRPr>
          </a:p>
        </p:txBody>
      </p:sp>
      <p:sp>
        <p:nvSpPr>
          <p:cNvPr id="2124" name="Google Shape;2124;p33">
            <a:extLst xmlns:a="http://schemas.openxmlformats.org/drawingml/2006/main">
              <a:ext uri="{FF2B5EF4-FFF2-40B4-BE49-F238E27FC236}">
                <a16:creationId xmlns:a16="http://schemas.microsoft.com/office/drawing/2014/main" id="{2C0C94F3-B995-489C-AEC9-33798171C908}"/>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125" name="Google Shape;2125;p33">
            <a:extLst xmlns:a="http://schemas.openxmlformats.org/drawingml/2006/main">
              <a:ext uri="{FF2B5EF4-FFF2-40B4-BE49-F238E27FC236}">
                <a16:creationId xmlns:a16="http://schemas.microsoft.com/office/drawing/2014/main" id="{6881F46F-8290-4FC1-8ED8-D8FFD737E724}"/>
              </a:ext>
            </a:extLst>
          </p:cNvPr>
          <p:cNvSpPr>
            <a:spLocks xmlns:a="http://schemas.openxmlformats.org/drawingml/2006/main" noGrp="1"/>
          </p:cNvSpPr>
          <p:nvPr/>
        </p:nvSpPr>
        <p:spPr>
          <a:xfrm xmlns:a="http://schemas.openxmlformats.org/drawingml/2006/main">
            <a:off x="320040" y="1078992"/>
            <a:ext cx="8503920" cy="274320"/>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126" name="Google Shape;2126;p33">
            <a:extLst xmlns:a="http://schemas.openxmlformats.org/drawingml/2006/main">
              <a:ext uri="{FF2B5EF4-FFF2-40B4-BE49-F238E27FC236}">
                <a16:creationId xmlns:a16="http://schemas.microsoft.com/office/drawing/2014/main" id="{C7F11C69-2CE6-4E1A-AB9E-30D463FBCA0C}"/>
              </a:ext>
            </a:extLst>
          </p:cNvPr>
          <p:cNvSpPr>
            <a:spLocks xmlns:a="http://schemas.openxmlformats.org/drawingml/2006/main" noGrp="1"/>
          </p:cNvSpPr>
          <p:nvPr/>
        </p:nvSpPr>
        <p:spPr>
          <a:xfrm xmlns:a="http://schemas.openxmlformats.org/drawingml/2006/main">
            <a:off x="374904" y="1078992"/>
            <a:ext cx="25054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Criterion (from comparison table)</a:t>
            </a:r>
            <a:endParaRPr sz="800" b="0" i="0" u="none" cap="none">
              <a:solidFill>
                <a:schemeClr val="dk1"/>
              </a:solidFill>
              <a:latin typeface="Arial"/>
              <a:ea typeface="Arial"/>
              <a:cs typeface="Arial"/>
            </a:endParaRPr>
          </a:p>
        </p:txBody>
      </p:sp>
      <p:sp>
        <p:nvSpPr>
          <p:cNvPr id="2127" name="Google Shape;2127;p33">
            <a:extLst xmlns:a="http://schemas.openxmlformats.org/drawingml/2006/main">
              <a:ext uri="{FF2B5EF4-FFF2-40B4-BE49-F238E27FC236}">
                <a16:creationId xmlns:a16="http://schemas.microsoft.com/office/drawing/2014/main" id="{FD824A69-EF61-43B8-98BD-93DE0DC0B21B}"/>
              </a:ext>
            </a:extLst>
          </p:cNvPr>
          <p:cNvSpPr>
            <a:spLocks xmlns:a="http://schemas.openxmlformats.org/drawingml/2006/main" noGrp="1"/>
          </p:cNvSpPr>
          <p:nvPr/>
        </p:nvSpPr>
        <p:spPr>
          <a:xfrm xmlns:a="http://schemas.openxmlformats.org/drawingml/2006/main">
            <a:off x="2935224" y="1078992"/>
            <a:ext cx="58521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Weight</a:t>
            </a:r>
            <a:endParaRPr sz="800" b="0" i="0" u="none" cap="none">
              <a:solidFill>
                <a:schemeClr val="dk1"/>
              </a:solidFill>
              <a:latin typeface="Arial"/>
              <a:ea typeface="Arial"/>
              <a:cs typeface="Arial"/>
            </a:endParaRPr>
          </a:p>
        </p:txBody>
      </p:sp>
      <p:sp>
        <p:nvSpPr>
          <p:cNvPr id="2128" name="Google Shape;2128;p33">
            <a:extLst xmlns:a="http://schemas.openxmlformats.org/drawingml/2006/main">
              <a:ext uri="{FF2B5EF4-FFF2-40B4-BE49-F238E27FC236}">
                <a16:creationId xmlns:a16="http://schemas.microsoft.com/office/drawing/2014/main" id="{69BE95BA-B31E-4034-AA88-0D722E3129FC}"/>
              </a:ext>
            </a:extLst>
          </p:cNvPr>
          <p:cNvSpPr>
            <a:spLocks xmlns:a="http://schemas.openxmlformats.org/drawingml/2006/main" noGrp="1"/>
          </p:cNvSpPr>
          <p:nvPr/>
        </p:nvSpPr>
        <p:spPr>
          <a:xfrm xmlns:a="http://schemas.openxmlformats.org/drawingml/2006/main">
            <a:off x="357530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Score</a:t>
            </a:r>
            <a:endParaRPr sz="800" b="0" i="0" u="none" cap="none">
              <a:solidFill>
                <a:schemeClr val="dk1"/>
              </a:solidFill>
              <a:latin typeface="Arial"/>
              <a:ea typeface="Arial"/>
              <a:cs typeface="Arial"/>
            </a:endParaRPr>
          </a:p>
        </p:txBody>
      </p:sp>
      <p:sp>
        <p:nvSpPr>
          <p:cNvPr id="2129" name="Google Shape;2129;p33">
            <a:extLst xmlns:a="http://schemas.openxmlformats.org/drawingml/2006/main">
              <a:ext uri="{FF2B5EF4-FFF2-40B4-BE49-F238E27FC236}">
                <a16:creationId xmlns:a16="http://schemas.microsoft.com/office/drawing/2014/main" id="{590179F7-165D-412C-B459-366727FA230A}"/>
              </a:ext>
            </a:extLst>
          </p:cNvPr>
          <p:cNvSpPr>
            <a:spLocks xmlns:a="http://schemas.openxmlformats.org/drawingml/2006/main" noGrp="1"/>
          </p:cNvSpPr>
          <p:nvPr/>
        </p:nvSpPr>
        <p:spPr>
          <a:xfrm xmlns:a="http://schemas.openxmlformats.org/drawingml/2006/main">
            <a:off x="439826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Total</a:t>
            </a:r>
            <a:endParaRPr sz="800" b="0" i="0" u="none" cap="none">
              <a:solidFill>
                <a:schemeClr val="dk1"/>
              </a:solidFill>
              <a:latin typeface="Arial"/>
              <a:ea typeface="Arial"/>
              <a:cs typeface="Arial"/>
            </a:endParaRPr>
          </a:p>
        </p:txBody>
      </p:sp>
      <p:sp>
        <p:nvSpPr>
          <p:cNvPr id="2130" name="Google Shape;2130;p33">
            <a:extLst xmlns:a="http://schemas.openxmlformats.org/drawingml/2006/main">
              <a:ext uri="{FF2B5EF4-FFF2-40B4-BE49-F238E27FC236}">
                <a16:creationId xmlns:a16="http://schemas.microsoft.com/office/drawing/2014/main" id="{876C5E3F-A26F-4858-BCC3-2F3ACB00F7C9}"/>
              </a:ext>
            </a:extLst>
          </p:cNvPr>
          <p:cNvSpPr>
            <a:spLocks xmlns:a="http://schemas.openxmlformats.org/drawingml/2006/main" noGrp="1"/>
          </p:cNvSpPr>
          <p:nvPr/>
        </p:nvSpPr>
        <p:spPr>
          <a:xfrm xmlns:a="http://schemas.openxmlformats.org/drawingml/2006/main">
            <a:off x="522122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Score</a:t>
            </a:r>
            <a:endParaRPr sz="800" b="0" i="0" u="none" cap="none">
              <a:solidFill>
                <a:schemeClr val="dk1"/>
              </a:solidFill>
              <a:latin typeface="Arial"/>
              <a:ea typeface="Arial"/>
              <a:cs typeface="Arial"/>
            </a:endParaRPr>
          </a:p>
        </p:txBody>
      </p:sp>
      <p:sp>
        <p:nvSpPr>
          <p:cNvPr id="2131" name="Google Shape;2131;p33">
            <a:extLst xmlns:a="http://schemas.openxmlformats.org/drawingml/2006/main">
              <a:ext uri="{FF2B5EF4-FFF2-40B4-BE49-F238E27FC236}">
                <a16:creationId xmlns:a16="http://schemas.microsoft.com/office/drawing/2014/main" id="{4645B093-04C4-4CB9-A30B-73B60A3781D3}"/>
              </a:ext>
            </a:extLst>
          </p:cNvPr>
          <p:cNvSpPr>
            <a:spLocks xmlns:a="http://schemas.openxmlformats.org/drawingml/2006/main" noGrp="1"/>
          </p:cNvSpPr>
          <p:nvPr/>
        </p:nvSpPr>
        <p:spPr>
          <a:xfrm xmlns:a="http://schemas.openxmlformats.org/drawingml/2006/main">
            <a:off x="604418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Total</a:t>
            </a:r>
            <a:endParaRPr sz="800" b="0" i="0" u="none" cap="none">
              <a:solidFill>
                <a:schemeClr val="dk1"/>
              </a:solidFill>
              <a:latin typeface="Arial"/>
              <a:ea typeface="Arial"/>
              <a:cs typeface="Arial"/>
            </a:endParaRPr>
          </a:p>
        </p:txBody>
      </p:sp>
      <p:sp>
        <p:nvSpPr>
          <p:cNvPr id="2132" name="Google Shape;2132;p33">
            <a:extLst xmlns:a="http://schemas.openxmlformats.org/drawingml/2006/main">
              <a:ext uri="{FF2B5EF4-FFF2-40B4-BE49-F238E27FC236}">
                <a16:creationId xmlns:a16="http://schemas.microsoft.com/office/drawing/2014/main" id="{422F866F-AC83-4FBE-98FB-0EBDFF5CC504}"/>
              </a:ext>
            </a:extLst>
          </p:cNvPr>
          <p:cNvSpPr>
            <a:spLocks xmlns:a="http://schemas.openxmlformats.org/drawingml/2006/main" noGrp="1"/>
          </p:cNvSpPr>
          <p:nvPr/>
        </p:nvSpPr>
        <p:spPr>
          <a:xfrm xmlns:a="http://schemas.openxmlformats.org/drawingml/2006/main">
            <a:off x="686714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Score</a:t>
            </a:r>
            <a:endParaRPr sz="800" b="0" i="0" u="none" cap="none">
              <a:solidFill>
                <a:schemeClr val="dk1"/>
              </a:solidFill>
              <a:latin typeface="Arial"/>
              <a:ea typeface="Arial"/>
              <a:cs typeface="Arial"/>
            </a:endParaRPr>
          </a:p>
        </p:txBody>
      </p:sp>
      <p:sp>
        <p:nvSpPr>
          <p:cNvPr id="2133" name="Google Shape;2133;p33">
            <a:extLst xmlns:a="http://schemas.openxmlformats.org/drawingml/2006/main">
              <a:ext uri="{FF2B5EF4-FFF2-40B4-BE49-F238E27FC236}">
                <a16:creationId xmlns:a16="http://schemas.microsoft.com/office/drawing/2014/main" id="{1DA4B470-C21D-498B-B006-9C9443239FFF}"/>
              </a:ext>
            </a:extLst>
          </p:cNvPr>
          <p:cNvSpPr>
            <a:spLocks xmlns:a="http://schemas.openxmlformats.org/drawingml/2006/main" noGrp="1"/>
          </p:cNvSpPr>
          <p:nvPr/>
        </p:nvSpPr>
        <p:spPr>
          <a:xfrm xmlns:a="http://schemas.openxmlformats.org/drawingml/2006/main">
            <a:off x="7690104" y="1078992"/>
            <a:ext cx="11338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Total</a:t>
            </a:r>
            <a:endParaRPr sz="800" b="0" i="0" u="none" cap="none">
              <a:solidFill>
                <a:schemeClr val="dk1"/>
              </a:solidFill>
              <a:latin typeface="Arial"/>
              <a:ea typeface="Arial"/>
              <a:cs typeface="Arial"/>
            </a:endParaRPr>
          </a:p>
        </p:txBody>
      </p:sp>
      <p:sp>
        <p:nvSpPr>
          <p:cNvPr id="2134" name="Google Shape;2134;p33">
            <a:extLst xmlns:a="http://schemas.openxmlformats.org/drawingml/2006/main">
              <a:ext uri="{FF2B5EF4-FFF2-40B4-BE49-F238E27FC236}">
                <a16:creationId xmlns:a16="http://schemas.microsoft.com/office/drawing/2014/main" id="{BE74D16A-9FD2-4BA7-BEA6-787370D25C15}"/>
              </a:ext>
            </a:extLst>
          </p:cNvPr>
          <p:cNvSpPr>
            <a:spLocks xmlns:a="http://schemas.openxmlformats.org/drawingml/2006/main" noGrp="1"/>
          </p:cNvSpPr>
          <p:nvPr/>
        </p:nvSpPr>
        <p:spPr>
          <a:xfrm xmlns:a="http://schemas.openxmlformats.org/drawingml/2006/main">
            <a:off x="320040" y="13533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491" name="Google Shape;2135;p33"/>
          <p:cNvCxnSpPr/>
          <p:nvPr/>
        </p:nvCxnSpPr>
        <p:spPr>
          <a:xfrm xmlns:a="http://schemas.openxmlformats.org/drawingml/2006/main">
            <a:off x="320040" y="1581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36" name="Google Shape;2136;p33">
            <a:extLst xmlns:a="http://schemas.openxmlformats.org/drawingml/2006/main">
              <a:ext uri="{FF2B5EF4-FFF2-40B4-BE49-F238E27FC236}">
                <a16:creationId xmlns:a16="http://schemas.microsoft.com/office/drawing/2014/main" id="{7255EC55-0B7E-4CAB-BCEE-916B364702D8}"/>
              </a:ext>
            </a:extLst>
          </p:cNvPr>
          <p:cNvSpPr>
            <a:spLocks xmlns:a="http://schemas.openxmlformats.org/drawingml/2006/main" noGrp="1"/>
          </p:cNvSpPr>
          <p:nvPr/>
        </p:nvSpPr>
        <p:spPr>
          <a:xfrm xmlns:a="http://schemas.openxmlformats.org/drawingml/2006/main">
            <a:off x="374904" y="1353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Time per score</a:t>
            </a:r>
            <a:endParaRPr sz="820" b="0" i="0" u="none" cap="none">
              <a:solidFill>
                <a:schemeClr val="dk1"/>
              </a:solidFill>
              <a:latin typeface="Arial"/>
              <a:ea typeface="Arial"/>
              <a:cs typeface="Arial"/>
            </a:endParaRPr>
          </a:p>
        </p:txBody>
      </p:sp>
      <p:sp>
        <p:nvSpPr>
          <p:cNvPr id="2137" name="Google Shape;2137;p33">
            <a:extLst xmlns:a="http://schemas.openxmlformats.org/drawingml/2006/main">
              <a:ext uri="{FF2B5EF4-FFF2-40B4-BE49-F238E27FC236}">
                <a16:creationId xmlns:a16="http://schemas.microsoft.com/office/drawing/2014/main" id="{4B4D456A-64E3-4AE9-B32B-520564150155}"/>
              </a:ext>
            </a:extLst>
          </p:cNvPr>
          <p:cNvSpPr>
            <a:spLocks xmlns:a="http://schemas.openxmlformats.org/drawingml/2006/main" noGrp="1"/>
          </p:cNvSpPr>
          <p:nvPr/>
        </p:nvSpPr>
        <p:spPr>
          <a:xfrm xmlns:a="http://schemas.openxmlformats.org/drawingml/2006/main">
            <a:off x="2935224" y="1353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38" name="Google Shape;2138;p33">
            <a:extLst xmlns:a="http://schemas.openxmlformats.org/drawingml/2006/main">
              <a:ext uri="{FF2B5EF4-FFF2-40B4-BE49-F238E27FC236}">
                <a16:creationId xmlns:a16="http://schemas.microsoft.com/office/drawing/2014/main" id="{E400D477-37EB-4314-88D4-412DE73F73E4}"/>
              </a:ext>
            </a:extLst>
          </p:cNvPr>
          <p:cNvSpPr>
            <a:spLocks xmlns:a="http://schemas.openxmlformats.org/drawingml/2006/main" noGrp="1"/>
          </p:cNvSpPr>
          <p:nvPr/>
        </p:nvSpPr>
        <p:spPr>
          <a:xfrm xmlns:a="http://schemas.openxmlformats.org/drawingml/2006/main">
            <a:off x="357530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39" name="Google Shape;2139;p33">
            <a:extLst xmlns:a="http://schemas.openxmlformats.org/drawingml/2006/main">
              <a:ext uri="{FF2B5EF4-FFF2-40B4-BE49-F238E27FC236}">
                <a16:creationId xmlns:a16="http://schemas.microsoft.com/office/drawing/2014/main" id="{001B9A0F-D09E-4FBF-9D67-AFCEC79616E0}"/>
              </a:ext>
            </a:extLst>
          </p:cNvPr>
          <p:cNvSpPr>
            <a:spLocks xmlns:a="http://schemas.openxmlformats.org/drawingml/2006/main" noGrp="1"/>
          </p:cNvSpPr>
          <p:nvPr/>
        </p:nvSpPr>
        <p:spPr>
          <a:xfrm xmlns:a="http://schemas.openxmlformats.org/drawingml/2006/main">
            <a:off x="439826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40" name="Google Shape;2140;p33">
            <a:extLst xmlns:a="http://schemas.openxmlformats.org/drawingml/2006/main">
              <a:ext uri="{FF2B5EF4-FFF2-40B4-BE49-F238E27FC236}">
                <a16:creationId xmlns:a16="http://schemas.microsoft.com/office/drawing/2014/main" id="{E72D06B5-672A-45DE-9B39-9285DA0E742B}"/>
              </a:ext>
            </a:extLst>
          </p:cNvPr>
          <p:cNvSpPr>
            <a:spLocks xmlns:a="http://schemas.openxmlformats.org/drawingml/2006/main" noGrp="1"/>
          </p:cNvSpPr>
          <p:nvPr/>
        </p:nvSpPr>
        <p:spPr>
          <a:xfrm xmlns:a="http://schemas.openxmlformats.org/drawingml/2006/main">
            <a:off x="522122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41" name="Google Shape;2141;p33">
            <a:extLst xmlns:a="http://schemas.openxmlformats.org/drawingml/2006/main">
              <a:ext uri="{FF2B5EF4-FFF2-40B4-BE49-F238E27FC236}">
                <a16:creationId xmlns:a16="http://schemas.microsoft.com/office/drawing/2014/main" id="{ECF222AF-91C3-47E9-B803-B09CE7DB10D5}"/>
              </a:ext>
            </a:extLst>
          </p:cNvPr>
          <p:cNvSpPr>
            <a:spLocks xmlns:a="http://schemas.openxmlformats.org/drawingml/2006/main" noGrp="1"/>
          </p:cNvSpPr>
          <p:nvPr/>
        </p:nvSpPr>
        <p:spPr>
          <a:xfrm xmlns:a="http://schemas.openxmlformats.org/drawingml/2006/main">
            <a:off x="604418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42" name="Google Shape;2142;p33">
            <a:extLst xmlns:a="http://schemas.openxmlformats.org/drawingml/2006/main">
              <a:ext uri="{FF2B5EF4-FFF2-40B4-BE49-F238E27FC236}">
                <a16:creationId xmlns:a16="http://schemas.microsoft.com/office/drawing/2014/main" id="{DEB991D5-26BF-43C3-948B-3E2A599D689D}"/>
              </a:ext>
            </a:extLst>
          </p:cNvPr>
          <p:cNvSpPr>
            <a:spLocks xmlns:a="http://schemas.openxmlformats.org/drawingml/2006/main" noGrp="1"/>
          </p:cNvSpPr>
          <p:nvPr/>
        </p:nvSpPr>
        <p:spPr>
          <a:xfrm xmlns:a="http://schemas.openxmlformats.org/drawingml/2006/main">
            <a:off x="686714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43" name="Google Shape;2143;p33">
            <a:extLst xmlns:a="http://schemas.openxmlformats.org/drawingml/2006/main">
              <a:ext uri="{FF2B5EF4-FFF2-40B4-BE49-F238E27FC236}">
                <a16:creationId xmlns:a16="http://schemas.microsoft.com/office/drawing/2014/main" id="{6234EBE4-5ADE-43FC-AA5D-DA0FABC86173}"/>
              </a:ext>
            </a:extLst>
          </p:cNvPr>
          <p:cNvSpPr>
            <a:spLocks xmlns:a="http://schemas.openxmlformats.org/drawingml/2006/main" noGrp="1"/>
          </p:cNvSpPr>
          <p:nvPr/>
        </p:nvSpPr>
        <p:spPr>
          <a:xfrm xmlns:a="http://schemas.openxmlformats.org/drawingml/2006/main">
            <a:off x="7690104" y="1353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500" name="Google Shape;2144;p33"/>
          <p:cNvCxnSpPr/>
          <p:nvPr/>
        </p:nvCxnSpPr>
        <p:spPr>
          <a:xfrm xmlns:a="http://schemas.openxmlformats.org/drawingml/2006/main">
            <a:off x="320040" y="1810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45" name="Google Shape;2145;p33">
            <a:extLst xmlns:a="http://schemas.openxmlformats.org/drawingml/2006/main">
              <a:ext uri="{FF2B5EF4-FFF2-40B4-BE49-F238E27FC236}">
                <a16:creationId xmlns:a16="http://schemas.microsoft.com/office/drawing/2014/main" id="{1C2B6326-94FE-47E2-822E-EE9E0C62E6A9}"/>
              </a:ext>
            </a:extLst>
          </p:cNvPr>
          <p:cNvSpPr>
            <a:spLocks xmlns:a="http://schemas.openxmlformats.org/drawingml/2006/main" noGrp="1"/>
          </p:cNvSpPr>
          <p:nvPr/>
        </p:nvSpPr>
        <p:spPr>
          <a:xfrm xmlns:a="http://schemas.openxmlformats.org/drawingml/2006/main">
            <a:off x="374904" y="1581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Max scoring height</a:t>
            </a:r>
            <a:endParaRPr sz="820" b="0" i="0" u="none" cap="none">
              <a:solidFill>
                <a:schemeClr val="dk1"/>
              </a:solidFill>
              <a:latin typeface="Arial"/>
              <a:ea typeface="Arial"/>
              <a:cs typeface="Arial"/>
            </a:endParaRPr>
          </a:p>
        </p:txBody>
      </p:sp>
      <p:sp>
        <p:nvSpPr>
          <p:cNvPr id="2146" name="Google Shape;2146;p33">
            <a:extLst xmlns:a="http://schemas.openxmlformats.org/drawingml/2006/main">
              <a:ext uri="{FF2B5EF4-FFF2-40B4-BE49-F238E27FC236}">
                <a16:creationId xmlns:a16="http://schemas.microsoft.com/office/drawing/2014/main" id="{6BB08287-691E-4F42-B571-DDC5AEB5822A}"/>
              </a:ext>
            </a:extLst>
          </p:cNvPr>
          <p:cNvSpPr>
            <a:spLocks xmlns:a="http://schemas.openxmlformats.org/drawingml/2006/main" noGrp="1"/>
          </p:cNvSpPr>
          <p:nvPr/>
        </p:nvSpPr>
        <p:spPr>
          <a:xfrm xmlns:a="http://schemas.openxmlformats.org/drawingml/2006/main">
            <a:off x="2935224" y="1581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47" name="Google Shape;2147;p33">
            <a:extLst xmlns:a="http://schemas.openxmlformats.org/drawingml/2006/main">
              <a:ext uri="{FF2B5EF4-FFF2-40B4-BE49-F238E27FC236}">
                <a16:creationId xmlns:a16="http://schemas.microsoft.com/office/drawing/2014/main" id="{F758E952-130F-491A-9431-FFADC30E6B4D}"/>
              </a:ext>
            </a:extLst>
          </p:cNvPr>
          <p:cNvSpPr>
            <a:spLocks xmlns:a="http://schemas.openxmlformats.org/drawingml/2006/main" noGrp="1"/>
          </p:cNvSpPr>
          <p:nvPr/>
        </p:nvSpPr>
        <p:spPr>
          <a:xfrm xmlns:a="http://schemas.openxmlformats.org/drawingml/2006/main">
            <a:off x="357530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48" name="Google Shape;2148;p33">
            <a:extLst xmlns:a="http://schemas.openxmlformats.org/drawingml/2006/main">
              <a:ext uri="{FF2B5EF4-FFF2-40B4-BE49-F238E27FC236}">
                <a16:creationId xmlns:a16="http://schemas.microsoft.com/office/drawing/2014/main" id="{5B5BE73D-ADBB-41C4-8501-40C40CC0C3AE}"/>
              </a:ext>
            </a:extLst>
          </p:cNvPr>
          <p:cNvSpPr>
            <a:spLocks xmlns:a="http://schemas.openxmlformats.org/drawingml/2006/main" noGrp="1"/>
          </p:cNvSpPr>
          <p:nvPr/>
        </p:nvSpPr>
        <p:spPr>
          <a:xfrm xmlns:a="http://schemas.openxmlformats.org/drawingml/2006/main">
            <a:off x="439826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49" name="Google Shape;2149;p33">
            <a:extLst xmlns:a="http://schemas.openxmlformats.org/drawingml/2006/main">
              <a:ext uri="{FF2B5EF4-FFF2-40B4-BE49-F238E27FC236}">
                <a16:creationId xmlns:a16="http://schemas.microsoft.com/office/drawing/2014/main" id="{DE2E4359-6DE2-4E4D-BEB0-B9EF3DE062E4}"/>
              </a:ext>
            </a:extLst>
          </p:cNvPr>
          <p:cNvSpPr>
            <a:spLocks xmlns:a="http://schemas.openxmlformats.org/drawingml/2006/main" noGrp="1"/>
          </p:cNvSpPr>
          <p:nvPr/>
        </p:nvSpPr>
        <p:spPr>
          <a:xfrm xmlns:a="http://schemas.openxmlformats.org/drawingml/2006/main">
            <a:off x="522122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50" name="Google Shape;2150;p33">
            <a:extLst xmlns:a="http://schemas.openxmlformats.org/drawingml/2006/main">
              <a:ext uri="{FF2B5EF4-FFF2-40B4-BE49-F238E27FC236}">
                <a16:creationId xmlns:a16="http://schemas.microsoft.com/office/drawing/2014/main" id="{611C91E7-5C11-4EC0-A0EA-5F1E7A6B4E04}"/>
              </a:ext>
            </a:extLst>
          </p:cNvPr>
          <p:cNvSpPr>
            <a:spLocks xmlns:a="http://schemas.openxmlformats.org/drawingml/2006/main" noGrp="1"/>
          </p:cNvSpPr>
          <p:nvPr/>
        </p:nvSpPr>
        <p:spPr>
          <a:xfrm xmlns:a="http://schemas.openxmlformats.org/drawingml/2006/main">
            <a:off x="604418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51" name="Google Shape;2151;p33">
            <a:extLst xmlns:a="http://schemas.openxmlformats.org/drawingml/2006/main">
              <a:ext uri="{FF2B5EF4-FFF2-40B4-BE49-F238E27FC236}">
                <a16:creationId xmlns:a16="http://schemas.microsoft.com/office/drawing/2014/main" id="{D1E9EEF5-0B42-4CA1-913E-40C71317B495}"/>
              </a:ext>
            </a:extLst>
          </p:cNvPr>
          <p:cNvSpPr>
            <a:spLocks xmlns:a="http://schemas.openxmlformats.org/drawingml/2006/main" noGrp="1"/>
          </p:cNvSpPr>
          <p:nvPr/>
        </p:nvSpPr>
        <p:spPr>
          <a:xfrm xmlns:a="http://schemas.openxmlformats.org/drawingml/2006/main">
            <a:off x="686714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52" name="Google Shape;2152;p33">
            <a:extLst xmlns:a="http://schemas.openxmlformats.org/drawingml/2006/main">
              <a:ext uri="{FF2B5EF4-FFF2-40B4-BE49-F238E27FC236}">
                <a16:creationId xmlns:a16="http://schemas.microsoft.com/office/drawing/2014/main" id="{B17359C7-1FB8-4F48-87E8-1F2918C95322}"/>
              </a:ext>
            </a:extLst>
          </p:cNvPr>
          <p:cNvSpPr>
            <a:spLocks xmlns:a="http://schemas.openxmlformats.org/drawingml/2006/main" noGrp="1"/>
          </p:cNvSpPr>
          <p:nvPr/>
        </p:nvSpPr>
        <p:spPr>
          <a:xfrm xmlns:a="http://schemas.openxmlformats.org/drawingml/2006/main">
            <a:off x="7690104" y="1581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53" name="Google Shape;2153;p33">
            <a:extLst xmlns:a="http://schemas.openxmlformats.org/drawingml/2006/main">
              <a:ext uri="{FF2B5EF4-FFF2-40B4-BE49-F238E27FC236}">
                <a16:creationId xmlns:a16="http://schemas.microsoft.com/office/drawing/2014/main" id="{631C9D91-7725-4451-B739-B723A4AE6177}"/>
              </a:ext>
            </a:extLst>
          </p:cNvPr>
          <p:cNvSpPr>
            <a:spLocks xmlns:a="http://schemas.openxmlformats.org/drawingml/2006/main" noGrp="1"/>
          </p:cNvSpPr>
          <p:nvPr/>
        </p:nvSpPr>
        <p:spPr>
          <a:xfrm xmlns:a="http://schemas.openxmlformats.org/drawingml/2006/main">
            <a:off x="320040" y="18105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10" name="Google Shape;2154;p33"/>
          <p:cNvCxnSpPr/>
          <p:nvPr/>
        </p:nvCxnSpPr>
        <p:spPr>
          <a:xfrm xmlns:a="http://schemas.openxmlformats.org/drawingml/2006/main">
            <a:off x="320040" y="2039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55" name="Google Shape;2155;p33">
            <a:extLst xmlns:a="http://schemas.openxmlformats.org/drawingml/2006/main">
              <a:ext uri="{FF2B5EF4-FFF2-40B4-BE49-F238E27FC236}">
                <a16:creationId xmlns:a16="http://schemas.microsoft.com/office/drawing/2014/main" id="{00602691-E1A0-40A6-A67B-F7D4D9FC63D2}"/>
              </a:ext>
            </a:extLst>
          </p:cNvPr>
          <p:cNvSpPr>
            <a:spLocks xmlns:a="http://schemas.openxmlformats.org/drawingml/2006/main" noGrp="1"/>
          </p:cNvSpPr>
          <p:nvPr/>
        </p:nvSpPr>
        <p:spPr>
          <a:xfrm xmlns:a="http://schemas.openxmlformats.org/drawingml/2006/main">
            <a:off x="374904" y="1810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Reach range</a:t>
            </a:r>
            <a:endParaRPr sz="820" b="0" i="0" u="none" cap="none">
              <a:solidFill>
                <a:schemeClr val="dk1"/>
              </a:solidFill>
              <a:latin typeface="Arial"/>
              <a:ea typeface="Arial"/>
              <a:cs typeface="Arial"/>
            </a:endParaRPr>
          </a:p>
        </p:txBody>
      </p:sp>
      <p:sp>
        <p:nvSpPr>
          <p:cNvPr id="2156" name="Google Shape;2156;p33">
            <a:extLst xmlns:a="http://schemas.openxmlformats.org/drawingml/2006/main">
              <a:ext uri="{FF2B5EF4-FFF2-40B4-BE49-F238E27FC236}">
                <a16:creationId xmlns:a16="http://schemas.microsoft.com/office/drawing/2014/main" id="{8B5240CF-09D7-47AE-ACE4-DEF868280358}"/>
              </a:ext>
            </a:extLst>
          </p:cNvPr>
          <p:cNvSpPr>
            <a:spLocks xmlns:a="http://schemas.openxmlformats.org/drawingml/2006/main" noGrp="1"/>
          </p:cNvSpPr>
          <p:nvPr/>
        </p:nvSpPr>
        <p:spPr>
          <a:xfrm xmlns:a="http://schemas.openxmlformats.org/drawingml/2006/main">
            <a:off x="2935224" y="1810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57" name="Google Shape;2157;p33">
            <a:extLst xmlns:a="http://schemas.openxmlformats.org/drawingml/2006/main">
              <a:ext uri="{FF2B5EF4-FFF2-40B4-BE49-F238E27FC236}">
                <a16:creationId xmlns:a16="http://schemas.microsoft.com/office/drawing/2014/main" id="{5E03E58E-466A-46C3-813A-87F4CD1DA6FF}"/>
              </a:ext>
            </a:extLst>
          </p:cNvPr>
          <p:cNvSpPr>
            <a:spLocks xmlns:a="http://schemas.openxmlformats.org/drawingml/2006/main" noGrp="1"/>
          </p:cNvSpPr>
          <p:nvPr/>
        </p:nvSpPr>
        <p:spPr>
          <a:xfrm xmlns:a="http://schemas.openxmlformats.org/drawingml/2006/main">
            <a:off x="357530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58" name="Google Shape;2158;p33">
            <a:extLst xmlns:a="http://schemas.openxmlformats.org/drawingml/2006/main">
              <a:ext uri="{FF2B5EF4-FFF2-40B4-BE49-F238E27FC236}">
                <a16:creationId xmlns:a16="http://schemas.microsoft.com/office/drawing/2014/main" id="{45B8D684-5C47-4995-B91F-8DF5826327C3}"/>
              </a:ext>
            </a:extLst>
          </p:cNvPr>
          <p:cNvSpPr>
            <a:spLocks xmlns:a="http://schemas.openxmlformats.org/drawingml/2006/main" noGrp="1"/>
          </p:cNvSpPr>
          <p:nvPr/>
        </p:nvSpPr>
        <p:spPr>
          <a:xfrm xmlns:a="http://schemas.openxmlformats.org/drawingml/2006/main">
            <a:off x="439826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59" name="Google Shape;2159;p33">
            <a:extLst xmlns:a="http://schemas.openxmlformats.org/drawingml/2006/main">
              <a:ext uri="{FF2B5EF4-FFF2-40B4-BE49-F238E27FC236}">
                <a16:creationId xmlns:a16="http://schemas.microsoft.com/office/drawing/2014/main" id="{4527171C-B77E-41D9-A9B3-EA537C6185DD}"/>
              </a:ext>
            </a:extLst>
          </p:cNvPr>
          <p:cNvSpPr>
            <a:spLocks xmlns:a="http://schemas.openxmlformats.org/drawingml/2006/main" noGrp="1"/>
          </p:cNvSpPr>
          <p:nvPr/>
        </p:nvSpPr>
        <p:spPr>
          <a:xfrm xmlns:a="http://schemas.openxmlformats.org/drawingml/2006/main">
            <a:off x="522122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60" name="Google Shape;2160;p33">
            <a:extLst xmlns:a="http://schemas.openxmlformats.org/drawingml/2006/main">
              <a:ext uri="{FF2B5EF4-FFF2-40B4-BE49-F238E27FC236}">
                <a16:creationId xmlns:a16="http://schemas.microsoft.com/office/drawing/2014/main" id="{000BC357-FA1D-47AE-AC65-2E55CB524D34}"/>
              </a:ext>
            </a:extLst>
          </p:cNvPr>
          <p:cNvSpPr>
            <a:spLocks xmlns:a="http://schemas.openxmlformats.org/drawingml/2006/main" noGrp="1"/>
          </p:cNvSpPr>
          <p:nvPr/>
        </p:nvSpPr>
        <p:spPr>
          <a:xfrm xmlns:a="http://schemas.openxmlformats.org/drawingml/2006/main">
            <a:off x="604418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61" name="Google Shape;2161;p33">
            <a:extLst xmlns:a="http://schemas.openxmlformats.org/drawingml/2006/main">
              <a:ext uri="{FF2B5EF4-FFF2-40B4-BE49-F238E27FC236}">
                <a16:creationId xmlns:a16="http://schemas.microsoft.com/office/drawing/2014/main" id="{5F81E651-C224-4AC5-BBB1-32FE0ADDA5D8}"/>
              </a:ext>
            </a:extLst>
          </p:cNvPr>
          <p:cNvSpPr>
            <a:spLocks xmlns:a="http://schemas.openxmlformats.org/drawingml/2006/main" noGrp="1"/>
          </p:cNvSpPr>
          <p:nvPr/>
        </p:nvSpPr>
        <p:spPr>
          <a:xfrm xmlns:a="http://schemas.openxmlformats.org/drawingml/2006/main">
            <a:off x="686714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62" name="Google Shape;2162;p33">
            <a:extLst xmlns:a="http://schemas.openxmlformats.org/drawingml/2006/main">
              <a:ext uri="{FF2B5EF4-FFF2-40B4-BE49-F238E27FC236}">
                <a16:creationId xmlns:a16="http://schemas.microsoft.com/office/drawing/2014/main" id="{43F921DD-BD32-465E-A4EF-85EE3566E6E4}"/>
              </a:ext>
            </a:extLst>
          </p:cNvPr>
          <p:cNvSpPr>
            <a:spLocks xmlns:a="http://schemas.openxmlformats.org/drawingml/2006/main" noGrp="1"/>
          </p:cNvSpPr>
          <p:nvPr/>
        </p:nvSpPr>
        <p:spPr>
          <a:xfrm xmlns:a="http://schemas.openxmlformats.org/drawingml/2006/main">
            <a:off x="7690104" y="1810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519" name="Google Shape;2163;p33"/>
          <p:cNvCxnSpPr/>
          <p:nvPr/>
        </p:nvCxnSpPr>
        <p:spPr>
          <a:xfrm xmlns:a="http://schemas.openxmlformats.org/drawingml/2006/main">
            <a:off x="320040" y="2267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64" name="Google Shape;2164;p33">
            <a:extLst xmlns:a="http://schemas.openxmlformats.org/drawingml/2006/main">
              <a:ext uri="{FF2B5EF4-FFF2-40B4-BE49-F238E27FC236}">
                <a16:creationId xmlns:a16="http://schemas.microsoft.com/office/drawing/2014/main" id="{E1C65072-01FE-4F77-BAEB-3E910BEAE27B}"/>
              </a:ext>
            </a:extLst>
          </p:cNvPr>
          <p:cNvSpPr>
            <a:spLocks xmlns:a="http://schemas.openxmlformats.org/drawingml/2006/main" noGrp="1"/>
          </p:cNvSpPr>
          <p:nvPr/>
        </p:nvSpPr>
        <p:spPr>
          <a:xfrm xmlns:a="http://schemas.openxmlformats.org/drawingml/2006/main">
            <a:off x="374904" y="2039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Weight</a:t>
            </a:r>
            <a:endParaRPr sz="820" b="0" i="0" u="none" cap="none">
              <a:solidFill>
                <a:schemeClr val="dk1"/>
              </a:solidFill>
              <a:latin typeface="Arial"/>
              <a:ea typeface="Arial"/>
              <a:cs typeface="Arial"/>
            </a:endParaRPr>
          </a:p>
        </p:txBody>
      </p:sp>
      <p:sp>
        <p:nvSpPr>
          <p:cNvPr id="2165" name="Google Shape;2165;p33">
            <a:extLst xmlns:a="http://schemas.openxmlformats.org/drawingml/2006/main">
              <a:ext uri="{FF2B5EF4-FFF2-40B4-BE49-F238E27FC236}">
                <a16:creationId xmlns:a16="http://schemas.microsoft.com/office/drawing/2014/main" id="{667E1042-B017-4505-83DF-79935FB1C294}"/>
              </a:ext>
            </a:extLst>
          </p:cNvPr>
          <p:cNvSpPr>
            <a:spLocks xmlns:a="http://schemas.openxmlformats.org/drawingml/2006/main" noGrp="1"/>
          </p:cNvSpPr>
          <p:nvPr/>
        </p:nvSpPr>
        <p:spPr>
          <a:xfrm xmlns:a="http://schemas.openxmlformats.org/drawingml/2006/main">
            <a:off x="2935224" y="2039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66" name="Google Shape;2166;p33">
            <a:extLst xmlns:a="http://schemas.openxmlformats.org/drawingml/2006/main">
              <a:ext uri="{FF2B5EF4-FFF2-40B4-BE49-F238E27FC236}">
                <a16:creationId xmlns:a16="http://schemas.microsoft.com/office/drawing/2014/main" id="{7AA6675B-C0BE-4EA4-8E7B-07598798838F}"/>
              </a:ext>
            </a:extLst>
          </p:cNvPr>
          <p:cNvSpPr>
            <a:spLocks xmlns:a="http://schemas.openxmlformats.org/drawingml/2006/main" noGrp="1"/>
          </p:cNvSpPr>
          <p:nvPr/>
        </p:nvSpPr>
        <p:spPr>
          <a:xfrm xmlns:a="http://schemas.openxmlformats.org/drawingml/2006/main">
            <a:off x="357530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67" name="Google Shape;2167;p33">
            <a:extLst xmlns:a="http://schemas.openxmlformats.org/drawingml/2006/main">
              <a:ext uri="{FF2B5EF4-FFF2-40B4-BE49-F238E27FC236}">
                <a16:creationId xmlns:a16="http://schemas.microsoft.com/office/drawing/2014/main" id="{ADC0E3E0-63E2-4FC6-8C82-FC8EE6D62EDD}"/>
              </a:ext>
            </a:extLst>
          </p:cNvPr>
          <p:cNvSpPr>
            <a:spLocks xmlns:a="http://schemas.openxmlformats.org/drawingml/2006/main" noGrp="1"/>
          </p:cNvSpPr>
          <p:nvPr/>
        </p:nvSpPr>
        <p:spPr>
          <a:xfrm xmlns:a="http://schemas.openxmlformats.org/drawingml/2006/main">
            <a:off x="439826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68" name="Google Shape;2168;p33">
            <a:extLst xmlns:a="http://schemas.openxmlformats.org/drawingml/2006/main">
              <a:ext uri="{FF2B5EF4-FFF2-40B4-BE49-F238E27FC236}">
                <a16:creationId xmlns:a16="http://schemas.microsoft.com/office/drawing/2014/main" id="{3E33BFED-FC4A-4261-B109-ED910496DA04}"/>
              </a:ext>
            </a:extLst>
          </p:cNvPr>
          <p:cNvSpPr>
            <a:spLocks xmlns:a="http://schemas.openxmlformats.org/drawingml/2006/main" noGrp="1"/>
          </p:cNvSpPr>
          <p:nvPr/>
        </p:nvSpPr>
        <p:spPr>
          <a:xfrm xmlns:a="http://schemas.openxmlformats.org/drawingml/2006/main">
            <a:off x="522122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69" name="Google Shape;2169;p33">
            <a:extLst xmlns:a="http://schemas.openxmlformats.org/drawingml/2006/main">
              <a:ext uri="{FF2B5EF4-FFF2-40B4-BE49-F238E27FC236}">
                <a16:creationId xmlns:a16="http://schemas.microsoft.com/office/drawing/2014/main" id="{E1C5827C-B33E-4CA0-9C1D-4F444F0E6C43}"/>
              </a:ext>
            </a:extLst>
          </p:cNvPr>
          <p:cNvSpPr>
            <a:spLocks xmlns:a="http://schemas.openxmlformats.org/drawingml/2006/main" noGrp="1"/>
          </p:cNvSpPr>
          <p:nvPr/>
        </p:nvSpPr>
        <p:spPr>
          <a:xfrm xmlns:a="http://schemas.openxmlformats.org/drawingml/2006/main">
            <a:off x="604418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70" name="Google Shape;2170;p33">
            <a:extLst xmlns:a="http://schemas.openxmlformats.org/drawingml/2006/main">
              <a:ext uri="{FF2B5EF4-FFF2-40B4-BE49-F238E27FC236}">
                <a16:creationId xmlns:a16="http://schemas.microsoft.com/office/drawing/2014/main" id="{6C851A32-BB30-4694-8167-4AB7D6842EC5}"/>
              </a:ext>
            </a:extLst>
          </p:cNvPr>
          <p:cNvSpPr>
            <a:spLocks xmlns:a="http://schemas.openxmlformats.org/drawingml/2006/main" noGrp="1"/>
          </p:cNvSpPr>
          <p:nvPr/>
        </p:nvSpPr>
        <p:spPr>
          <a:xfrm xmlns:a="http://schemas.openxmlformats.org/drawingml/2006/main">
            <a:off x="686714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71" name="Google Shape;2171;p33">
            <a:extLst xmlns:a="http://schemas.openxmlformats.org/drawingml/2006/main">
              <a:ext uri="{FF2B5EF4-FFF2-40B4-BE49-F238E27FC236}">
                <a16:creationId xmlns:a16="http://schemas.microsoft.com/office/drawing/2014/main" id="{463B9279-FFC0-42A2-8331-EC3578A31645}"/>
              </a:ext>
            </a:extLst>
          </p:cNvPr>
          <p:cNvSpPr>
            <a:spLocks xmlns:a="http://schemas.openxmlformats.org/drawingml/2006/main" noGrp="1"/>
          </p:cNvSpPr>
          <p:nvPr/>
        </p:nvSpPr>
        <p:spPr>
          <a:xfrm xmlns:a="http://schemas.openxmlformats.org/drawingml/2006/main">
            <a:off x="7690104" y="2039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72" name="Google Shape;2172;p33">
            <a:extLst xmlns:a="http://schemas.openxmlformats.org/drawingml/2006/main">
              <a:ext uri="{FF2B5EF4-FFF2-40B4-BE49-F238E27FC236}">
                <a16:creationId xmlns:a16="http://schemas.microsoft.com/office/drawing/2014/main" id="{7E17F02F-AFF0-45B7-BF1B-CD453759E7E5}"/>
              </a:ext>
            </a:extLst>
          </p:cNvPr>
          <p:cNvSpPr>
            <a:spLocks xmlns:a="http://schemas.openxmlformats.org/drawingml/2006/main" noGrp="1"/>
          </p:cNvSpPr>
          <p:nvPr/>
        </p:nvSpPr>
        <p:spPr>
          <a:xfrm xmlns:a="http://schemas.openxmlformats.org/drawingml/2006/main">
            <a:off x="320040" y="22677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29" name="Google Shape;2173;p33"/>
          <p:cNvCxnSpPr/>
          <p:nvPr/>
        </p:nvCxnSpPr>
        <p:spPr>
          <a:xfrm xmlns:a="http://schemas.openxmlformats.org/drawingml/2006/main">
            <a:off x="320040" y="24963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74" name="Google Shape;2174;p33">
            <a:extLst xmlns:a="http://schemas.openxmlformats.org/drawingml/2006/main">
              <a:ext uri="{FF2B5EF4-FFF2-40B4-BE49-F238E27FC236}">
                <a16:creationId xmlns:a16="http://schemas.microsoft.com/office/drawing/2014/main" id="{2A63F967-97E7-4232-8DA7-158A385BB4E0}"/>
              </a:ext>
            </a:extLst>
          </p:cNvPr>
          <p:cNvSpPr>
            <a:spLocks xmlns:a="http://schemas.openxmlformats.org/drawingml/2006/main" noGrp="1"/>
          </p:cNvSpPr>
          <p:nvPr/>
        </p:nvSpPr>
        <p:spPr>
          <a:xfrm xmlns:a="http://schemas.openxmlformats.org/drawingml/2006/main">
            <a:off x="374904" y="22677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Complexity</a:t>
            </a:r>
            <a:endParaRPr sz="820" b="0" i="0" u="none" cap="none">
              <a:solidFill>
                <a:schemeClr val="dk1"/>
              </a:solidFill>
              <a:latin typeface="Arial"/>
              <a:ea typeface="Arial"/>
              <a:cs typeface="Arial"/>
            </a:endParaRPr>
          </a:p>
        </p:txBody>
      </p:sp>
      <p:sp>
        <p:nvSpPr>
          <p:cNvPr id="2175" name="Google Shape;2175;p33">
            <a:extLst xmlns:a="http://schemas.openxmlformats.org/drawingml/2006/main">
              <a:ext uri="{FF2B5EF4-FFF2-40B4-BE49-F238E27FC236}">
                <a16:creationId xmlns:a16="http://schemas.microsoft.com/office/drawing/2014/main" id="{D8BB7275-0C7F-4506-A55D-BF48279CCBF7}"/>
              </a:ext>
            </a:extLst>
          </p:cNvPr>
          <p:cNvSpPr>
            <a:spLocks xmlns:a="http://schemas.openxmlformats.org/drawingml/2006/main" noGrp="1"/>
          </p:cNvSpPr>
          <p:nvPr/>
        </p:nvSpPr>
        <p:spPr>
          <a:xfrm xmlns:a="http://schemas.openxmlformats.org/drawingml/2006/main">
            <a:off x="2935224" y="22677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76" name="Google Shape;2176;p33">
            <a:extLst xmlns:a="http://schemas.openxmlformats.org/drawingml/2006/main">
              <a:ext uri="{FF2B5EF4-FFF2-40B4-BE49-F238E27FC236}">
                <a16:creationId xmlns:a16="http://schemas.microsoft.com/office/drawing/2014/main" id="{3C15B658-743F-471D-A218-D68E23742C33}"/>
              </a:ext>
            </a:extLst>
          </p:cNvPr>
          <p:cNvSpPr>
            <a:spLocks xmlns:a="http://schemas.openxmlformats.org/drawingml/2006/main" noGrp="1"/>
          </p:cNvSpPr>
          <p:nvPr/>
        </p:nvSpPr>
        <p:spPr>
          <a:xfrm xmlns:a="http://schemas.openxmlformats.org/drawingml/2006/main">
            <a:off x="357530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77" name="Google Shape;2177;p33">
            <a:extLst xmlns:a="http://schemas.openxmlformats.org/drawingml/2006/main">
              <a:ext uri="{FF2B5EF4-FFF2-40B4-BE49-F238E27FC236}">
                <a16:creationId xmlns:a16="http://schemas.microsoft.com/office/drawing/2014/main" id="{07EEB618-1A56-46C1-802F-5EFFEBB3643B}"/>
              </a:ext>
            </a:extLst>
          </p:cNvPr>
          <p:cNvSpPr>
            <a:spLocks xmlns:a="http://schemas.openxmlformats.org/drawingml/2006/main" noGrp="1"/>
          </p:cNvSpPr>
          <p:nvPr/>
        </p:nvSpPr>
        <p:spPr>
          <a:xfrm xmlns:a="http://schemas.openxmlformats.org/drawingml/2006/main">
            <a:off x="439826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78" name="Google Shape;2178;p33">
            <a:extLst xmlns:a="http://schemas.openxmlformats.org/drawingml/2006/main">
              <a:ext uri="{FF2B5EF4-FFF2-40B4-BE49-F238E27FC236}">
                <a16:creationId xmlns:a16="http://schemas.microsoft.com/office/drawing/2014/main" id="{60ACA85C-E828-4806-BC9D-3F9E771C68FF}"/>
              </a:ext>
            </a:extLst>
          </p:cNvPr>
          <p:cNvSpPr>
            <a:spLocks xmlns:a="http://schemas.openxmlformats.org/drawingml/2006/main" noGrp="1"/>
          </p:cNvSpPr>
          <p:nvPr/>
        </p:nvSpPr>
        <p:spPr>
          <a:xfrm xmlns:a="http://schemas.openxmlformats.org/drawingml/2006/main">
            <a:off x="522122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79" name="Google Shape;2179;p33">
            <a:extLst xmlns:a="http://schemas.openxmlformats.org/drawingml/2006/main">
              <a:ext uri="{FF2B5EF4-FFF2-40B4-BE49-F238E27FC236}">
                <a16:creationId xmlns:a16="http://schemas.microsoft.com/office/drawing/2014/main" id="{187DA19C-ED70-465E-9A4F-310513DCF34B}"/>
              </a:ext>
            </a:extLst>
          </p:cNvPr>
          <p:cNvSpPr>
            <a:spLocks xmlns:a="http://schemas.openxmlformats.org/drawingml/2006/main" noGrp="1"/>
          </p:cNvSpPr>
          <p:nvPr/>
        </p:nvSpPr>
        <p:spPr>
          <a:xfrm xmlns:a="http://schemas.openxmlformats.org/drawingml/2006/main">
            <a:off x="604418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80" name="Google Shape;2180;p33">
            <a:extLst xmlns:a="http://schemas.openxmlformats.org/drawingml/2006/main">
              <a:ext uri="{FF2B5EF4-FFF2-40B4-BE49-F238E27FC236}">
                <a16:creationId xmlns:a16="http://schemas.microsoft.com/office/drawing/2014/main" id="{6B9C3880-F8AF-4BC7-B5D1-EC3F214062B3}"/>
              </a:ext>
            </a:extLst>
          </p:cNvPr>
          <p:cNvSpPr>
            <a:spLocks xmlns:a="http://schemas.openxmlformats.org/drawingml/2006/main" noGrp="1"/>
          </p:cNvSpPr>
          <p:nvPr/>
        </p:nvSpPr>
        <p:spPr>
          <a:xfrm xmlns:a="http://schemas.openxmlformats.org/drawingml/2006/main">
            <a:off x="686714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81" name="Google Shape;2181;p33">
            <a:extLst xmlns:a="http://schemas.openxmlformats.org/drawingml/2006/main">
              <a:ext uri="{FF2B5EF4-FFF2-40B4-BE49-F238E27FC236}">
                <a16:creationId xmlns:a16="http://schemas.microsoft.com/office/drawing/2014/main" id="{2FA3A5AA-A188-4712-8A3E-ED36D825FD18}"/>
              </a:ext>
            </a:extLst>
          </p:cNvPr>
          <p:cNvSpPr>
            <a:spLocks xmlns:a="http://schemas.openxmlformats.org/drawingml/2006/main" noGrp="1"/>
          </p:cNvSpPr>
          <p:nvPr/>
        </p:nvSpPr>
        <p:spPr>
          <a:xfrm xmlns:a="http://schemas.openxmlformats.org/drawingml/2006/main">
            <a:off x="7690104" y="22677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538" name="Google Shape;2182;p33"/>
          <p:cNvCxnSpPr/>
          <p:nvPr/>
        </p:nvCxnSpPr>
        <p:spPr>
          <a:xfrm xmlns:a="http://schemas.openxmlformats.org/drawingml/2006/main">
            <a:off x="320040" y="2724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83" name="Google Shape;2183;p33">
            <a:extLst xmlns:a="http://schemas.openxmlformats.org/drawingml/2006/main">
              <a:ext uri="{FF2B5EF4-FFF2-40B4-BE49-F238E27FC236}">
                <a16:creationId xmlns:a16="http://schemas.microsoft.com/office/drawing/2014/main" id="{B00E1F0D-69A1-46FA-B9FD-49CCA7E881A1}"/>
              </a:ext>
            </a:extLst>
          </p:cNvPr>
          <p:cNvSpPr>
            <a:spLocks xmlns:a="http://schemas.openxmlformats.org/drawingml/2006/main" noGrp="1"/>
          </p:cNvSpPr>
          <p:nvPr/>
        </p:nvSpPr>
        <p:spPr>
          <a:xfrm xmlns:a="http://schemas.openxmlformats.org/drawingml/2006/main">
            <a:off x="374904" y="2496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Reliability under load</a:t>
            </a:r>
            <a:endParaRPr sz="820" b="0" i="0" u="none" cap="none">
              <a:solidFill>
                <a:schemeClr val="dk1"/>
              </a:solidFill>
              <a:latin typeface="Arial"/>
              <a:ea typeface="Arial"/>
              <a:cs typeface="Arial"/>
            </a:endParaRPr>
          </a:p>
        </p:txBody>
      </p:sp>
      <p:sp>
        <p:nvSpPr>
          <p:cNvPr id="2184" name="Google Shape;2184;p33">
            <a:extLst xmlns:a="http://schemas.openxmlformats.org/drawingml/2006/main">
              <a:ext uri="{FF2B5EF4-FFF2-40B4-BE49-F238E27FC236}">
                <a16:creationId xmlns:a16="http://schemas.microsoft.com/office/drawing/2014/main" id="{46FAB986-7C8D-4D84-B130-79B4F5CF765E}"/>
              </a:ext>
            </a:extLst>
          </p:cNvPr>
          <p:cNvSpPr>
            <a:spLocks xmlns:a="http://schemas.openxmlformats.org/drawingml/2006/main" noGrp="1"/>
          </p:cNvSpPr>
          <p:nvPr/>
        </p:nvSpPr>
        <p:spPr>
          <a:xfrm xmlns:a="http://schemas.openxmlformats.org/drawingml/2006/main">
            <a:off x="2935224" y="2496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85" name="Google Shape;2185;p33">
            <a:extLst xmlns:a="http://schemas.openxmlformats.org/drawingml/2006/main">
              <a:ext uri="{FF2B5EF4-FFF2-40B4-BE49-F238E27FC236}">
                <a16:creationId xmlns:a16="http://schemas.microsoft.com/office/drawing/2014/main" id="{D4168A2E-C746-4252-ADFD-DACFBCC20AFD}"/>
              </a:ext>
            </a:extLst>
          </p:cNvPr>
          <p:cNvSpPr>
            <a:spLocks xmlns:a="http://schemas.openxmlformats.org/drawingml/2006/main" noGrp="1"/>
          </p:cNvSpPr>
          <p:nvPr/>
        </p:nvSpPr>
        <p:spPr>
          <a:xfrm xmlns:a="http://schemas.openxmlformats.org/drawingml/2006/main">
            <a:off x="357530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86" name="Google Shape;2186;p33">
            <a:extLst xmlns:a="http://schemas.openxmlformats.org/drawingml/2006/main">
              <a:ext uri="{FF2B5EF4-FFF2-40B4-BE49-F238E27FC236}">
                <a16:creationId xmlns:a16="http://schemas.microsoft.com/office/drawing/2014/main" id="{BBBD9D9E-BBF8-4B46-9582-66CEC0F02B2F}"/>
              </a:ext>
            </a:extLst>
          </p:cNvPr>
          <p:cNvSpPr>
            <a:spLocks xmlns:a="http://schemas.openxmlformats.org/drawingml/2006/main" noGrp="1"/>
          </p:cNvSpPr>
          <p:nvPr/>
        </p:nvSpPr>
        <p:spPr>
          <a:xfrm xmlns:a="http://schemas.openxmlformats.org/drawingml/2006/main">
            <a:off x="439826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87" name="Google Shape;2187;p33">
            <a:extLst xmlns:a="http://schemas.openxmlformats.org/drawingml/2006/main">
              <a:ext uri="{FF2B5EF4-FFF2-40B4-BE49-F238E27FC236}">
                <a16:creationId xmlns:a16="http://schemas.microsoft.com/office/drawing/2014/main" id="{CB94F32F-B878-46F1-9426-FB3AE605E226}"/>
              </a:ext>
            </a:extLst>
          </p:cNvPr>
          <p:cNvSpPr>
            <a:spLocks xmlns:a="http://schemas.openxmlformats.org/drawingml/2006/main" noGrp="1"/>
          </p:cNvSpPr>
          <p:nvPr/>
        </p:nvSpPr>
        <p:spPr>
          <a:xfrm xmlns:a="http://schemas.openxmlformats.org/drawingml/2006/main">
            <a:off x="522122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88" name="Google Shape;2188;p33">
            <a:extLst xmlns:a="http://schemas.openxmlformats.org/drawingml/2006/main">
              <a:ext uri="{FF2B5EF4-FFF2-40B4-BE49-F238E27FC236}">
                <a16:creationId xmlns:a16="http://schemas.microsoft.com/office/drawing/2014/main" id="{7CB15D83-4AFB-4A0D-B32E-D6F717EE4A8E}"/>
              </a:ext>
            </a:extLst>
          </p:cNvPr>
          <p:cNvSpPr>
            <a:spLocks xmlns:a="http://schemas.openxmlformats.org/drawingml/2006/main" noGrp="1"/>
          </p:cNvSpPr>
          <p:nvPr/>
        </p:nvSpPr>
        <p:spPr>
          <a:xfrm xmlns:a="http://schemas.openxmlformats.org/drawingml/2006/main">
            <a:off x="604418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89" name="Google Shape;2189;p33">
            <a:extLst xmlns:a="http://schemas.openxmlformats.org/drawingml/2006/main">
              <a:ext uri="{FF2B5EF4-FFF2-40B4-BE49-F238E27FC236}">
                <a16:creationId xmlns:a16="http://schemas.microsoft.com/office/drawing/2014/main" id="{31EBA937-7048-429C-83D0-F09375D7C654}"/>
              </a:ext>
            </a:extLst>
          </p:cNvPr>
          <p:cNvSpPr>
            <a:spLocks xmlns:a="http://schemas.openxmlformats.org/drawingml/2006/main" noGrp="1"/>
          </p:cNvSpPr>
          <p:nvPr/>
        </p:nvSpPr>
        <p:spPr>
          <a:xfrm xmlns:a="http://schemas.openxmlformats.org/drawingml/2006/main">
            <a:off x="686714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90" name="Google Shape;2190;p33">
            <a:extLst xmlns:a="http://schemas.openxmlformats.org/drawingml/2006/main">
              <a:ext uri="{FF2B5EF4-FFF2-40B4-BE49-F238E27FC236}">
                <a16:creationId xmlns:a16="http://schemas.microsoft.com/office/drawing/2014/main" id="{8B9D5841-0859-4C0D-AC48-9F44CD515633}"/>
              </a:ext>
            </a:extLst>
          </p:cNvPr>
          <p:cNvSpPr>
            <a:spLocks xmlns:a="http://schemas.openxmlformats.org/drawingml/2006/main" noGrp="1"/>
          </p:cNvSpPr>
          <p:nvPr/>
        </p:nvSpPr>
        <p:spPr>
          <a:xfrm xmlns:a="http://schemas.openxmlformats.org/drawingml/2006/main">
            <a:off x="7690104" y="2496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91" name="Google Shape;2191;p33">
            <a:extLst xmlns:a="http://schemas.openxmlformats.org/drawingml/2006/main">
              <a:ext uri="{FF2B5EF4-FFF2-40B4-BE49-F238E27FC236}">
                <a16:creationId xmlns:a16="http://schemas.microsoft.com/office/drawing/2014/main" id="{52FDA882-0EAF-48CC-B7FB-D64A0383D4E6}"/>
              </a:ext>
            </a:extLst>
          </p:cNvPr>
          <p:cNvSpPr>
            <a:spLocks xmlns:a="http://schemas.openxmlformats.org/drawingml/2006/main" noGrp="1"/>
          </p:cNvSpPr>
          <p:nvPr/>
        </p:nvSpPr>
        <p:spPr>
          <a:xfrm xmlns:a="http://schemas.openxmlformats.org/drawingml/2006/main">
            <a:off x="320040" y="27249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48" name="Google Shape;2192;p33"/>
          <p:cNvCxnSpPr/>
          <p:nvPr/>
        </p:nvCxnSpPr>
        <p:spPr>
          <a:xfrm xmlns:a="http://schemas.openxmlformats.org/drawingml/2006/main">
            <a:off x="320040" y="2953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193" name="Google Shape;2193;p33">
            <a:extLst xmlns:a="http://schemas.openxmlformats.org/drawingml/2006/main">
              <a:ext uri="{FF2B5EF4-FFF2-40B4-BE49-F238E27FC236}">
                <a16:creationId xmlns:a16="http://schemas.microsoft.com/office/drawing/2014/main" id="{EB1A29D4-B1C4-4E8B-8F76-B23780D04381}"/>
              </a:ext>
            </a:extLst>
          </p:cNvPr>
          <p:cNvSpPr>
            <a:spLocks xmlns:a="http://schemas.openxmlformats.org/drawingml/2006/main" noGrp="1"/>
          </p:cNvSpPr>
          <p:nvPr/>
        </p:nvSpPr>
        <p:spPr>
          <a:xfrm xmlns:a="http://schemas.openxmlformats.org/drawingml/2006/main">
            <a:off x="374904" y="2724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Smart Motor / sensor count</a:t>
            </a:r>
            <a:endParaRPr sz="820" b="0" i="0" u="none" cap="none">
              <a:solidFill>
                <a:schemeClr val="dk1"/>
              </a:solidFill>
              <a:latin typeface="Arial"/>
              <a:ea typeface="Arial"/>
              <a:cs typeface="Arial"/>
            </a:endParaRPr>
          </a:p>
        </p:txBody>
      </p:sp>
      <p:sp>
        <p:nvSpPr>
          <p:cNvPr id="2194" name="Google Shape;2194;p33">
            <a:extLst xmlns:a="http://schemas.openxmlformats.org/drawingml/2006/main">
              <a:ext uri="{FF2B5EF4-FFF2-40B4-BE49-F238E27FC236}">
                <a16:creationId xmlns:a16="http://schemas.microsoft.com/office/drawing/2014/main" id="{A5FDBF71-3978-4364-BF1A-4F3ED9DFB8C0}"/>
              </a:ext>
            </a:extLst>
          </p:cNvPr>
          <p:cNvSpPr>
            <a:spLocks xmlns:a="http://schemas.openxmlformats.org/drawingml/2006/main" noGrp="1"/>
          </p:cNvSpPr>
          <p:nvPr/>
        </p:nvSpPr>
        <p:spPr>
          <a:xfrm xmlns:a="http://schemas.openxmlformats.org/drawingml/2006/main">
            <a:off x="2935224" y="2724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195" name="Google Shape;2195;p33">
            <a:extLst xmlns:a="http://schemas.openxmlformats.org/drawingml/2006/main">
              <a:ext uri="{FF2B5EF4-FFF2-40B4-BE49-F238E27FC236}">
                <a16:creationId xmlns:a16="http://schemas.microsoft.com/office/drawing/2014/main" id="{8D416643-C85B-4E6C-8125-9D098058B7E4}"/>
              </a:ext>
            </a:extLst>
          </p:cNvPr>
          <p:cNvSpPr>
            <a:spLocks xmlns:a="http://schemas.openxmlformats.org/drawingml/2006/main" noGrp="1"/>
          </p:cNvSpPr>
          <p:nvPr/>
        </p:nvSpPr>
        <p:spPr>
          <a:xfrm xmlns:a="http://schemas.openxmlformats.org/drawingml/2006/main">
            <a:off x="357530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96" name="Google Shape;2196;p33">
            <a:extLst xmlns:a="http://schemas.openxmlformats.org/drawingml/2006/main">
              <a:ext uri="{FF2B5EF4-FFF2-40B4-BE49-F238E27FC236}">
                <a16:creationId xmlns:a16="http://schemas.microsoft.com/office/drawing/2014/main" id="{2DACD81E-424E-48EE-9570-266C0641DFA8}"/>
              </a:ext>
            </a:extLst>
          </p:cNvPr>
          <p:cNvSpPr>
            <a:spLocks xmlns:a="http://schemas.openxmlformats.org/drawingml/2006/main" noGrp="1"/>
          </p:cNvSpPr>
          <p:nvPr/>
        </p:nvSpPr>
        <p:spPr>
          <a:xfrm xmlns:a="http://schemas.openxmlformats.org/drawingml/2006/main">
            <a:off x="439826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97" name="Google Shape;2197;p33">
            <a:extLst xmlns:a="http://schemas.openxmlformats.org/drawingml/2006/main">
              <a:ext uri="{FF2B5EF4-FFF2-40B4-BE49-F238E27FC236}">
                <a16:creationId xmlns:a16="http://schemas.microsoft.com/office/drawing/2014/main" id="{B828CF2A-2736-456E-A067-595E769C52B6}"/>
              </a:ext>
            </a:extLst>
          </p:cNvPr>
          <p:cNvSpPr>
            <a:spLocks xmlns:a="http://schemas.openxmlformats.org/drawingml/2006/main" noGrp="1"/>
          </p:cNvSpPr>
          <p:nvPr/>
        </p:nvSpPr>
        <p:spPr>
          <a:xfrm xmlns:a="http://schemas.openxmlformats.org/drawingml/2006/main">
            <a:off x="522122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198" name="Google Shape;2198;p33">
            <a:extLst xmlns:a="http://schemas.openxmlformats.org/drawingml/2006/main">
              <a:ext uri="{FF2B5EF4-FFF2-40B4-BE49-F238E27FC236}">
                <a16:creationId xmlns:a16="http://schemas.microsoft.com/office/drawing/2014/main" id="{9275BE3C-F495-462C-87D0-3C59AA9CA1FC}"/>
              </a:ext>
            </a:extLst>
          </p:cNvPr>
          <p:cNvSpPr>
            <a:spLocks xmlns:a="http://schemas.openxmlformats.org/drawingml/2006/main" noGrp="1"/>
          </p:cNvSpPr>
          <p:nvPr/>
        </p:nvSpPr>
        <p:spPr>
          <a:xfrm xmlns:a="http://schemas.openxmlformats.org/drawingml/2006/main">
            <a:off x="604418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199" name="Google Shape;2199;p33">
            <a:extLst xmlns:a="http://schemas.openxmlformats.org/drawingml/2006/main">
              <a:ext uri="{FF2B5EF4-FFF2-40B4-BE49-F238E27FC236}">
                <a16:creationId xmlns:a16="http://schemas.microsoft.com/office/drawing/2014/main" id="{13F27430-9097-4670-905D-98DD06EE516F}"/>
              </a:ext>
            </a:extLst>
          </p:cNvPr>
          <p:cNvSpPr>
            <a:spLocks xmlns:a="http://schemas.openxmlformats.org/drawingml/2006/main" noGrp="1"/>
          </p:cNvSpPr>
          <p:nvPr/>
        </p:nvSpPr>
        <p:spPr>
          <a:xfrm xmlns:a="http://schemas.openxmlformats.org/drawingml/2006/main">
            <a:off x="686714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00" name="Google Shape;2200;p33">
            <a:extLst xmlns:a="http://schemas.openxmlformats.org/drawingml/2006/main">
              <a:ext uri="{FF2B5EF4-FFF2-40B4-BE49-F238E27FC236}">
                <a16:creationId xmlns:a16="http://schemas.microsoft.com/office/drawing/2014/main" id="{1C5FBAB1-DEC8-4EA3-AD55-5F4008585E38}"/>
              </a:ext>
            </a:extLst>
          </p:cNvPr>
          <p:cNvSpPr>
            <a:spLocks xmlns:a="http://schemas.openxmlformats.org/drawingml/2006/main" noGrp="1"/>
          </p:cNvSpPr>
          <p:nvPr/>
        </p:nvSpPr>
        <p:spPr>
          <a:xfrm xmlns:a="http://schemas.openxmlformats.org/drawingml/2006/main">
            <a:off x="7690104" y="2724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557" name="Google Shape;2201;p33"/>
          <p:cNvCxnSpPr/>
          <p:nvPr/>
        </p:nvCxnSpPr>
        <p:spPr>
          <a:xfrm xmlns:a="http://schemas.openxmlformats.org/drawingml/2006/main">
            <a:off x="320040" y="3182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02" name="Google Shape;2202;p33">
            <a:extLst xmlns:a="http://schemas.openxmlformats.org/drawingml/2006/main">
              <a:ext uri="{FF2B5EF4-FFF2-40B4-BE49-F238E27FC236}">
                <a16:creationId xmlns:a16="http://schemas.microsoft.com/office/drawing/2014/main" id="{0719B58C-78FB-4E80-9D75-0620B4EF82CD}"/>
              </a:ext>
            </a:extLst>
          </p:cNvPr>
          <p:cNvSpPr>
            <a:spLocks xmlns:a="http://schemas.openxmlformats.org/drawingml/2006/main" noGrp="1"/>
          </p:cNvSpPr>
          <p:nvPr/>
        </p:nvSpPr>
        <p:spPr>
          <a:xfrm xmlns:a="http://schemas.openxmlformats.org/drawingml/2006/main">
            <a:off x="374904" y="2953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Build risk</a:t>
            </a:r>
            <a:endParaRPr sz="820" b="0" i="0" u="none" cap="none">
              <a:solidFill>
                <a:schemeClr val="dk1"/>
              </a:solidFill>
              <a:latin typeface="Arial"/>
              <a:ea typeface="Arial"/>
              <a:cs typeface="Arial"/>
            </a:endParaRPr>
          </a:p>
        </p:txBody>
      </p:sp>
      <p:sp>
        <p:nvSpPr>
          <p:cNvPr id="2203" name="Google Shape;2203;p33">
            <a:extLst xmlns:a="http://schemas.openxmlformats.org/drawingml/2006/main">
              <a:ext uri="{FF2B5EF4-FFF2-40B4-BE49-F238E27FC236}">
                <a16:creationId xmlns:a16="http://schemas.microsoft.com/office/drawing/2014/main" id="{0F902D7E-30D3-4F5A-BE15-8B17D7612E27}"/>
              </a:ext>
            </a:extLst>
          </p:cNvPr>
          <p:cNvSpPr>
            <a:spLocks xmlns:a="http://schemas.openxmlformats.org/drawingml/2006/main" noGrp="1"/>
          </p:cNvSpPr>
          <p:nvPr/>
        </p:nvSpPr>
        <p:spPr>
          <a:xfrm xmlns:a="http://schemas.openxmlformats.org/drawingml/2006/main">
            <a:off x="2935224" y="2953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204" name="Google Shape;2204;p33">
            <a:extLst xmlns:a="http://schemas.openxmlformats.org/drawingml/2006/main">
              <a:ext uri="{FF2B5EF4-FFF2-40B4-BE49-F238E27FC236}">
                <a16:creationId xmlns:a16="http://schemas.microsoft.com/office/drawing/2014/main" id="{5FDB7E11-78A3-4072-B2B1-CDAB3F6DCC89}"/>
              </a:ext>
            </a:extLst>
          </p:cNvPr>
          <p:cNvSpPr>
            <a:spLocks xmlns:a="http://schemas.openxmlformats.org/drawingml/2006/main" noGrp="1"/>
          </p:cNvSpPr>
          <p:nvPr/>
        </p:nvSpPr>
        <p:spPr>
          <a:xfrm xmlns:a="http://schemas.openxmlformats.org/drawingml/2006/main">
            <a:off x="357530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05" name="Google Shape;2205;p33">
            <a:extLst xmlns:a="http://schemas.openxmlformats.org/drawingml/2006/main">
              <a:ext uri="{FF2B5EF4-FFF2-40B4-BE49-F238E27FC236}">
                <a16:creationId xmlns:a16="http://schemas.microsoft.com/office/drawing/2014/main" id="{1BA61272-24CD-43FA-B859-541EB62A3B9B}"/>
              </a:ext>
            </a:extLst>
          </p:cNvPr>
          <p:cNvSpPr>
            <a:spLocks xmlns:a="http://schemas.openxmlformats.org/drawingml/2006/main" noGrp="1"/>
          </p:cNvSpPr>
          <p:nvPr/>
        </p:nvSpPr>
        <p:spPr>
          <a:xfrm xmlns:a="http://schemas.openxmlformats.org/drawingml/2006/main">
            <a:off x="439826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06" name="Google Shape;2206;p33">
            <a:extLst xmlns:a="http://schemas.openxmlformats.org/drawingml/2006/main">
              <a:ext uri="{FF2B5EF4-FFF2-40B4-BE49-F238E27FC236}">
                <a16:creationId xmlns:a16="http://schemas.microsoft.com/office/drawing/2014/main" id="{95826DE7-D2EF-4BDD-88C2-44235379BD31}"/>
              </a:ext>
            </a:extLst>
          </p:cNvPr>
          <p:cNvSpPr>
            <a:spLocks xmlns:a="http://schemas.openxmlformats.org/drawingml/2006/main" noGrp="1"/>
          </p:cNvSpPr>
          <p:nvPr/>
        </p:nvSpPr>
        <p:spPr>
          <a:xfrm xmlns:a="http://schemas.openxmlformats.org/drawingml/2006/main">
            <a:off x="522122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07" name="Google Shape;2207;p33">
            <a:extLst xmlns:a="http://schemas.openxmlformats.org/drawingml/2006/main">
              <a:ext uri="{FF2B5EF4-FFF2-40B4-BE49-F238E27FC236}">
                <a16:creationId xmlns:a16="http://schemas.microsoft.com/office/drawing/2014/main" id="{4CFDE165-82AE-4E70-883F-D497E466B755}"/>
              </a:ext>
            </a:extLst>
          </p:cNvPr>
          <p:cNvSpPr>
            <a:spLocks xmlns:a="http://schemas.openxmlformats.org/drawingml/2006/main" noGrp="1"/>
          </p:cNvSpPr>
          <p:nvPr/>
        </p:nvSpPr>
        <p:spPr>
          <a:xfrm xmlns:a="http://schemas.openxmlformats.org/drawingml/2006/main">
            <a:off x="604418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08" name="Google Shape;2208;p33">
            <a:extLst xmlns:a="http://schemas.openxmlformats.org/drawingml/2006/main">
              <a:ext uri="{FF2B5EF4-FFF2-40B4-BE49-F238E27FC236}">
                <a16:creationId xmlns:a16="http://schemas.microsoft.com/office/drawing/2014/main" id="{AEF802B6-F9DC-4A34-B4F4-FC3C15E6F0A5}"/>
              </a:ext>
            </a:extLst>
          </p:cNvPr>
          <p:cNvSpPr>
            <a:spLocks xmlns:a="http://schemas.openxmlformats.org/drawingml/2006/main" noGrp="1"/>
          </p:cNvSpPr>
          <p:nvPr/>
        </p:nvSpPr>
        <p:spPr>
          <a:xfrm xmlns:a="http://schemas.openxmlformats.org/drawingml/2006/main">
            <a:off x="686714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09" name="Google Shape;2209;p33">
            <a:extLst xmlns:a="http://schemas.openxmlformats.org/drawingml/2006/main">
              <a:ext uri="{FF2B5EF4-FFF2-40B4-BE49-F238E27FC236}">
                <a16:creationId xmlns:a16="http://schemas.microsoft.com/office/drawing/2014/main" id="{F0363C5F-DFE2-4D4F-88BB-62D0CA9109E6}"/>
              </a:ext>
            </a:extLst>
          </p:cNvPr>
          <p:cNvSpPr>
            <a:spLocks xmlns:a="http://schemas.openxmlformats.org/drawingml/2006/main" noGrp="1"/>
          </p:cNvSpPr>
          <p:nvPr/>
        </p:nvSpPr>
        <p:spPr>
          <a:xfrm xmlns:a="http://schemas.openxmlformats.org/drawingml/2006/main">
            <a:off x="7690104" y="2953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10" name="Google Shape;2210;p33">
            <a:extLst xmlns:a="http://schemas.openxmlformats.org/drawingml/2006/main">
              <a:ext uri="{FF2B5EF4-FFF2-40B4-BE49-F238E27FC236}">
                <a16:creationId xmlns:a16="http://schemas.microsoft.com/office/drawing/2014/main" id="{F1FAAEFB-9791-4035-9222-BD7B195A446F}"/>
              </a:ext>
            </a:extLst>
          </p:cNvPr>
          <p:cNvSpPr>
            <a:spLocks xmlns:a="http://schemas.openxmlformats.org/drawingml/2006/main" noGrp="1"/>
          </p:cNvSpPr>
          <p:nvPr/>
        </p:nvSpPr>
        <p:spPr>
          <a:xfrm xmlns:a="http://schemas.openxmlformats.org/drawingml/2006/main">
            <a:off x="320040" y="31821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67" name="Google Shape;2211;p33"/>
          <p:cNvCxnSpPr/>
          <p:nvPr/>
        </p:nvCxnSpPr>
        <p:spPr>
          <a:xfrm xmlns:a="http://schemas.openxmlformats.org/drawingml/2006/main">
            <a:off x="320040" y="3410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12" name="Google Shape;2212;p33">
            <a:extLst xmlns:a="http://schemas.openxmlformats.org/drawingml/2006/main">
              <a:ext uri="{FF2B5EF4-FFF2-40B4-BE49-F238E27FC236}">
                <a16:creationId xmlns:a16="http://schemas.microsoft.com/office/drawing/2014/main" id="{E7B1313D-C302-4FD6-B4D1-7C17F2276E92}"/>
              </a:ext>
            </a:extLst>
          </p:cNvPr>
          <p:cNvSpPr>
            <a:spLocks xmlns:a="http://schemas.openxmlformats.org/drawingml/2006/main" noGrp="1"/>
          </p:cNvSpPr>
          <p:nvPr/>
        </p:nvSpPr>
        <p:spPr>
          <a:xfrm xmlns:a="http://schemas.openxmlformats.org/drawingml/2006/main">
            <a:off x="374904" y="3182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TOTAL</a:t>
            </a:r>
            <a:endParaRPr sz="820" b="0" i="0" u="none" cap="none">
              <a:solidFill>
                <a:schemeClr val="dk1"/>
              </a:solidFill>
              <a:latin typeface="Arial"/>
              <a:ea typeface="Arial"/>
              <a:cs typeface="Arial"/>
            </a:endParaRPr>
          </a:p>
        </p:txBody>
      </p:sp>
      <p:sp>
        <p:nvSpPr>
          <p:cNvPr id="2213" name="Google Shape;2213;p33">
            <a:extLst xmlns:a="http://schemas.openxmlformats.org/drawingml/2006/main">
              <a:ext uri="{FF2B5EF4-FFF2-40B4-BE49-F238E27FC236}">
                <a16:creationId xmlns:a16="http://schemas.microsoft.com/office/drawing/2014/main" id="{17DF807E-7C90-4F5A-B24A-644DB9587FD5}"/>
              </a:ext>
            </a:extLst>
          </p:cNvPr>
          <p:cNvSpPr>
            <a:spLocks xmlns:a="http://schemas.openxmlformats.org/drawingml/2006/main" noGrp="1"/>
          </p:cNvSpPr>
          <p:nvPr/>
        </p:nvSpPr>
        <p:spPr>
          <a:xfrm xmlns:a="http://schemas.openxmlformats.org/drawingml/2006/main">
            <a:off x="2935224" y="3182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214" name="Google Shape;2214;p33">
            <a:extLst xmlns:a="http://schemas.openxmlformats.org/drawingml/2006/main">
              <a:ext uri="{FF2B5EF4-FFF2-40B4-BE49-F238E27FC236}">
                <a16:creationId xmlns:a16="http://schemas.microsoft.com/office/drawing/2014/main" id="{0C77078F-727C-4309-AEC1-E21CF0F3C4CB}"/>
              </a:ext>
            </a:extLst>
          </p:cNvPr>
          <p:cNvSpPr>
            <a:spLocks xmlns:a="http://schemas.openxmlformats.org/drawingml/2006/main" noGrp="1"/>
          </p:cNvSpPr>
          <p:nvPr/>
        </p:nvSpPr>
        <p:spPr>
          <a:xfrm xmlns:a="http://schemas.openxmlformats.org/drawingml/2006/main">
            <a:off x="357530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215" name="Google Shape;2215;p33">
            <a:extLst xmlns:a="http://schemas.openxmlformats.org/drawingml/2006/main">
              <a:ext uri="{FF2B5EF4-FFF2-40B4-BE49-F238E27FC236}">
                <a16:creationId xmlns:a16="http://schemas.microsoft.com/office/drawing/2014/main" id="{83366E2A-1FE7-415B-870D-B74D982668C5}"/>
              </a:ext>
            </a:extLst>
          </p:cNvPr>
          <p:cNvSpPr>
            <a:spLocks xmlns:a="http://schemas.openxmlformats.org/drawingml/2006/main" noGrp="1"/>
          </p:cNvSpPr>
          <p:nvPr/>
        </p:nvSpPr>
        <p:spPr>
          <a:xfrm xmlns:a="http://schemas.openxmlformats.org/drawingml/2006/main">
            <a:off x="439826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216" name="Google Shape;2216;p33">
            <a:extLst xmlns:a="http://schemas.openxmlformats.org/drawingml/2006/main">
              <a:ext uri="{FF2B5EF4-FFF2-40B4-BE49-F238E27FC236}">
                <a16:creationId xmlns:a16="http://schemas.microsoft.com/office/drawing/2014/main" id="{EF7CAEB1-89CD-4400-99C6-10E1D663554A}"/>
              </a:ext>
            </a:extLst>
          </p:cNvPr>
          <p:cNvSpPr>
            <a:spLocks xmlns:a="http://schemas.openxmlformats.org/drawingml/2006/main" noGrp="1"/>
          </p:cNvSpPr>
          <p:nvPr/>
        </p:nvSpPr>
        <p:spPr>
          <a:xfrm xmlns:a="http://schemas.openxmlformats.org/drawingml/2006/main">
            <a:off x="522122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217" name="Google Shape;2217;p33">
            <a:extLst xmlns:a="http://schemas.openxmlformats.org/drawingml/2006/main">
              <a:ext uri="{FF2B5EF4-FFF2-40B4-BE49-F238E27FC236}">
                <a16:creationId xmlns:a16="http://schemas.microsoft.com/office/drawing/2014/main" id="{35C9C164-8070-4C1D-A02B-A42BC10ED348}"/>
              </a:ext>
            </a:extLst>
          </p:cNvPr>
          <p:cNvSpPr>
            <a:spLocks xmlns:a="http://schemas.openxmlformats.org/drawingml/2006/main" noGrp="1"/>
          </p:cNvSpPr>
          <p:nvPr/>
        </p:nvSpPr>
        <p:spPr>
          <a:xfrm xmlns:a="http://schemas.openxmlformats.org/drawingml/2006/main">
            <a:off x="604418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218" name="Google Shape;2218;p33">
            <a:extLst xmlns:a="http://schemas.openxmlformats.org/drawingml/2006/main">
              <a:ext uri="{FF2B5EF4-FFF2-40B4-BE49-F238E27FC236}">
                <a16:creationId xmlns:a16="http://schemas.microsoft.com/office/drawing/2014/main" id="{CACEE239-3FC9-4985-B0CA-792157970C67}"/>
              </a:ext>
            </a:extLst>
          </p:cNvPr>
          <p:cNvSpPr>
            <a:spLocks xmlns:a="http://schemas.openxmlformats.org/drawingml/2006/main" noGrp="1"/>
          </p:cNvSpPr>
          <p:nvPr/>
        </p:nvSpPr>
        <p:spPr>
          <a:xfrm xmlns:a="http://schemas.openxmlformats.org/drawingml/2006/main">
            <a:off x="686714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219" name="Google Shape;2219;p33">
            <a:extLst xmlns:a="http://schemas.openxmlformats.org/drawingml/2006/main">
              <a:ext uri="{FF2B5EF4-FFF2-40B4-BE49-F238E27FC236}">
                <a16:creationId xmlns:a16="http://schemas.microsoft.com/office/drawing/2014/main" id="{9FD39DE0-E483-43A1-B0CD-D418B01881F4}"/>
              </a:ext>
            </a:extLst>
          </p:cNvPr>
          <p:cNvSpPr>
            <a:spLocks xmlns:a="http://schemas.openxmlformats.org/drawingml/2006/main" noGrp="1"/>
          </p:cNvSpPr>
          <p:nvPr/>
        </p:nvSpPr>
        <p:spPr>
          <a:xfrm xmlns:a="http://schemas.openxmlformats.org/drawingml/2006/main">
            <a:off x="7690104" y="3182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220" name="Google Shape;2220;p33">
            <a:extLst xmlns:a="http://schemas.openxmlformats.org/drawingml/2006/main">
              <a:ext uri="{FF2B5EF4-FFF2-40B4-BE49-F238E27FC236}">
                <a16:creationId xmlns:a16="http://schemas.microsoft.com/office/drawing/2014/main" id="{BD9D58C7-6372-45E3-94C9-C8CBDA8321F1}"/>
              </a:ext>
            </a:extLst>
          </p:cNvPr>
          <p:cNvSpPr>
            <a:spLocks xmlns:a="http://schemas.openxmlformats.org/drawingml/2006/main" noGrp="1"/>
          </p:cNvSpPr>
          <p:nvPr/>
        </p:nvSpPr>
        <p:spPr>
          <a:xfrm xmlns:a="http://schemas.openxmlformats.org/drawingml/2006/main">
            <a:off x="320040" y="1078992"/>
            <a:ext cx="8503920" cy="2331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21" name="Google Shape;2221;p33">
            <a:extLst xmlns:a="http://schemas.openxmlformats.org/drawingml/2006/main">
              <a:ext uri="{FF2B5EF4-FFF2-40B4-BE49-F238E27FC236}">
                <a16:creationId xmlns:a16="http://schemas.microsoft.com/office/drawing/2014/main" id="{88691A87-00B9-4B6D-B9BD-59ABB52A444E}"/>
              </a:ext>
            </a:extLst>
          </p:cNvPr>
          <p:cNvSpPr>
            <a:spLocks xmlns:a="http://schemas.openxmlformats.org/drawingml/2006/main" noGrp="1"/>
          </p:cNvSpPr>
          <p:nvPr/>
        </p:nvSpPr>
        <p:spPr>
          <a:xfrm xmlns:a="http://schemas.openxmlformats.org/drawingml/2006/main">
            <a:off x="320040" y="35021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850"/>
              <a:buFont typeface="Arial"/>
              <a:buNone/>
            </a:pPr>
            <a:r>
              <a:rPr sz="850" b="1" i="0" u="none" cap="none">
                <a:solidFill>
                  <a:srgbClr val="7C3AED"/>
                </a:solidFill>
                <a:latin typeface="Arial"/>
                <a:ea typeface="Arial"/>
                <a:cs typeface="Arial"/>
              </a:rPr>
              <a:t>CONCEPT NAMES — label C1, C2, C3</a:t>
            </a:r>
            <a:endParaRPr sz="850" b="0" i="0" u="none" cap="none">
              <a:solidFill>
                <a:schemeClr val="dk1"/>
              </a:solidFill>
              <a:latin typeface="Arial"/>
              <a:ea typeface="Arial"/>
              <a:cs typeface="Arial"/>
            </a:endParaRPr>
          </a:p>
        </p:txBody>
      </p:sp>
      <p:sp>
        <p:nvSpPr>
          <p:cNvPr id="2222" name="Google Shape;2222;p33">
            <a:extLst xmlns:a="http://schemas.openxmlformats.org/drawingml/2006/main">
              <a:ext uri="{FF2B5EF4-FFF2-40B4-BE49-F238E27FC236}">
                <a16:creationId xmlns:a16="http://schemas.microsoft.com/office/drawing/2014/main" id="{50936678-4FD7-4EA6-8073-01051DBD8A9C}"/>
              </a:ext>
            </a:extLst>
          </p:cNvPr>
          <p:cNvSpPr>
            <a:spLocks xmlns:a="http://schemas.openxmlformats.org/drawingml/2006/main" noGrp="1"/>
          </p:cNvSpPr>
          <p:nvPr/>
        </p:nvSpPr>
        <p:spPr>
          <a:xfrm xmlns:a="http://schemas.openxmlformats.org/drawingml/2006/main">
            <a:off x="320040" y="3703320"/>
            <a:ext cx="8503920" cy="237744"/>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23" name="Google Shape;2223;p33">
            <a:extLst xmlns:a="http://schemas.openxmlformats.org/drawingml/2006/main">
              <a:ext uri="{FF2B5EF4-FFF2-40B4-BE49-F238E27FC236}">
                <a16:creationId xmlns:a16="http://schemas.microsoft.com/office/drawing/2014/main" id="{33F98ED0-C379-4CCB-A0A2-508BA4376217}"/>
              </a:ext>
            </a:extLst>
          </p:cNvPr>
          <p:cNvSpPr>
            <a:spLocks xmlns:a="http://schemas.openxmlformats.org/drawingml/2006/main" noGrp="1"/>
          </p:cNvSpPr>
          <p:nvPr/>
        </p:nvSpPr>
        <p:spPr>
          <a:xfrm xmlns:a="http://schemas.openxmlformats.org/drawingml/2006/main">
            <a:off x="37490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C1</a:t>
            </a:r>
            <a:endParaRPr sz="900" b="0" i="0" u="none" cap="none">
              <a:solidFill>
                <a:schemeClr val="dk1"/>
              </a:solidFill>
              <a:latin typeface="Arial"/>
              <a:ea typeface="Arial"/>
              <a:cs typeface="Arial"/>
            </a:endParaRPr>
          </a:p>
        </p:txBody>
      </p:sp>
      <p:sp>
        <p:nvSpPr>
          <p:cNvPr id="2224" name="Google Shape;2224;p33">
            <a:extLst xmlns:a="http://schemas.openxmlformats.org/drawingml/2006/main">
              <a:ext uri="{FF2B5EF4-FFF2-40B4-BE49-F238E27FC236}">
                <a16:creationId xmlns:a16="http://schemas.microsoft.com/office/drawing/2014/main" id="{6C433D93-DAD9-4405-AE64-3512106A0195}"/>
              </a:ext>
            </a:extLst>
          </p:cNvPr>
          <p:cNvSpPr>
            <a:spLocks xmlns:a="http://schemas.openxmlformats.org/drawingml/2006/main" noGrp="1"/>
          </p:cNvSpPr>
          <p:nvPr/>
        </p:nvSpPr>
        <p:spPr>
          <a:xfrm xmlns:a="http://schemas.openxmlformats.org/drawingml/2006/main">
            <a:off x="320954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C2</a:t>
            </a:r>
            <a:endParaRPr sz="900" b="0" i="0" u="none" cap="none">
              <a:solidFill>
                <a:schemeClr val="dk1"/>
              </a:solidFill>
              <a:latin typeface="Arial"/>
              <a:ea typeface="Arial"/>
              <a:cs typeface="Arial"/>
            </a:endParaRPr>
          </a:p>
        </p:txBody>
      </p:sp>
      <p:sp>
        <p:nvSpPr>
          <p:cNvPr id="2225" name="Google Shape;2225;p33">
            <a:extLst xmlns:a="http://schemas.openxmlformats.org/drawingml/2006/main">
              <a:ext uri="{FF2B5EF4-FFF2-40B4-BE49-F238E27FC236}">
                <a16:creationId xmlns:a16="http://schemas.microsoft.com/office/drawing/2014/main" id="{0AD5DA2F-B489-4615-B298-EFA90A84A2F7}"/>
              </a:ext>
            </a:extLst>
          </p:cNvPr>
          <p:cNvSpPr>
            <a:spLocks xmlns:a="http://schemas.openxmlformats.org/drawingml/2006/main" noGrp="1"/>
          </p:cNvSpPr>
          <p:nvPr/>
        </p:nvSpPr>
        <p:spPr>
          <a:xfrm xmlns:a="http://schemas.openxmlformats.org/drawingml/2006/main">
            <a:off x="604418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C3</a:t>
            </a:r>
            <a:endParaRPr sz="900" b="0" i="0" u="none" cap="none">
              <a:solidFill>
                <a:schemeClr val="dk1"/>
              </a:solidFill>
              <a:latin typeface="Arial"/>
              <a:ea typeface="Arial"/>
              <a:cs typeface="Arial"/>
            </a:endParaRPr>
          </a:p>
        </p:txBody>
      </p:sp>
      <p:sp>
        <p:nvSpPr>
          <p:cNvPr id="2226" name="Google Shape;2226;p33">
            <a:extLst xmlns:a="http://schemas.openxmlformats.org/drawingml/2006/main">
              <a:ext uri="{FF2B5EF4-FFF2-40B4-BE49-F238E27FC236}">
                <a16:creationId xmlns:a16="http://schemas.microsoft.com/office/drawing/2014/main" id="{AA631B00-B637-4548-B82F-E8FADA2E7506}"/>
              </a:ext>
            </a:extLst>
          </p:cNvPr>
          <p:cNvSpPr>
            <a:spLocks xmlns:a="http://schemas.openxmlformats.org/drawingml/2006/main" noGrp="1"/>
          </p:cNvSpPr>
          <p:nvPr/>
        </p:nvSpPr>
        <p:spPr>
          <a:xfrm xmlns:a="http://schemas.openxmlformats.org/drawingml/2006/main">
            <a:off x="320040" y="3941064"/>
            <a:ext cx="8503920" cy="3657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83" name="Google Shape;2227;p33"/>
          <p:cNvCxnSpPr/>
          <p:nvPr/>
        </p:nvCxnSpPr>
        <p:spPr>
          <a:xfrm xmlns:a="http://schemas.openxmlformats.org/drawingml/2006/main">
            <a:off x="320040" y="397764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28" name="Google Shape;2228;p33">
            <a:extLst xmlns:a="http://schemas.openxmlformats.org/drawingml/2006/main">
              <a:ext uri="{FF2B5EF4-FFF2-40B4-BE49-F238E27FC236}">
                <a16:creationId xmlns:a16="http://schemas.microsoft.com/office/drawing/2014/main" id="{4F8AB9C7-FA47-4D50-ACD5-4C4D5336BF92}"/>
              </a:ext>
            </a:extLst>
          </p:cNvPr>
          <p:cNvSpPr>
            <a:spLocks xmlns:a="http://schemas.openxmlformats.org/drawingml/2006/main" noGrp="1"/>
          </p:cNvSpPr>
          <p:nvPr/>
        </p:nvSpPr>
        <p:spPr>
          <a:xfrm xmlns:a="http://schemas.openxmlformats.org/drawingml/2006/main">
            <a:off x="37490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1 name]</a:t>
            </a:r>
            <a:endParaRPr sz="850" b="0" i="0" u="none" cap="none">
              <a:solidFill>
                <a:schemeClr val="dk1"/>
              </a:solidFill>
              <a:latin typeface="Arial"/>
              <a:ea typeface="Arial"/>
              <a:cs typeface="Arial"/>
            </a:endParaRPr>
          </a:p>
        </p:txBody>
      </p:sp>
      <p:sp>
        <p:nvSpPr>
          <p:cNvPr id="2229" name="Google Shape;2229;p33">
            <a:extLst xmlns:a="http://schemas.openxmlformats.org/drawingml/2006/main">
              <a:ext uri="{FF2B5EF4-FFF2-40B4-BE49-F238E27FC236}">
                <a16:creationId xmlns:a16="http://schemas.microsoft.com/office/drawing/2014/main" id="{274FF42A-8D12-44F7-8AE2-044ADEF58CFB}"/>
              </a:ext>
            </a:extLst>
          </p:cNvPr>
          <p:cNvSpPr>
            <a:spLocks xmlns:a="http://schemas.openxmlformats.org/drawingml/2006/main" noGrp="1"/>
          </p:cNvSpPr>
          <p:nvPr/>
        </p:nvSpPr>
        <p:spPr>
          <a:xfrm xmlns:a="http://schemas.openxmlformats.org/drawingml/2006/main">
            <a:off x="320954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2 name]</a:t>
            </a:r>
            <a:endParaRPr sz="850" b="0" i="0" u="none" cap="none">
              <a:solidFill>
                <a:schemeClr val="dk1"/>
              </a:solidFill>
              <a:latin typeface="Arial"/>
              <a:ea typeface="Arial"/>
              <a:cs typeface="Arial"/>
            </a:endParaRPr>
          </a:p>
        </p:txBody>
      </p:sp>
      <p:sp>
        <p:nvSpPr>
          <p:cNvPr id="2230" name="Google Shape;2230;p33">
            <a:extLst xmlns:a="http://schemas.openxmlformats.org/drawingml/2006/main">
              <a:ext uri="{FF2B5EF4-FFF2-40B4-BE49-F238E27FC236}">
                <a16:creationId xmlns:a16="http://schemas.microsoft.com/office/drawing/2014/main" id="{4709DC33-BEAB-4AEC-8C9F-BEEAE7571FEE}"/>
              </a:ext>
            </a:extLst>
          </p:cNvPr>
          <p:cNvSpPr>
            <a:spLocks xmlns:a="http://schemas.openxmlformats.org/drawingml/2006/main" noGrp="1"/>
          </p:cNvSpPr>
          <p:nvPr/>
        </p:nvSpPr>
        <p:spPr>
          <a:xfrm xmlns:a="http://schemas.openxmlformats.org/drawingml/2006/main">
            <a:off x="604418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3 name]</a:t>
            </a:r>
            <a:endParaRPr sz="850" b="0" i="0" u="none" cap="none">
              <a:solidFill>
                <a:schemeClr val="dk1"/>
              </a:solidFill>
              <a:latin typeface="Arial"/>
              <a:ea typeface="Arial"/>
              <a:cs typeface="Arial"/>
            </a:endParaRPr>
          </a:p>
        </p:txBody>
      </p:sp>
      <p:sp>
        <p:nvSpPr>
          <p:cNvPr id="2231" name="Google Shape;2231;p33">
            <a:extLst xmlns:a="http://schemas.openxmlformats.org/drawingml/2006/main">
              <a:ext uri="{FF2B5EF4-FFF2-40B4-BE49-F238E27FC236}">
                <a16:creationId xmlns:a16="http://schemas.microsoft.com/office/drawing/2014/main" id="{F9B98E7F-1B74-4DB6-87E5-5E9116528B0E}"/>
              </a:ext>
            </a:extLst>
          </p:cNvPr>
          <p:cNvSpPr>
            <a:spLocks xmlns:a="http://schemas.openxmlformats.org/drawingml/2006/main" noGrp="1"/>
          </p:cNvSpPr>
          <p:nvPr/>
        </p:nvSpPr>
        <p:spPr>
          <a:xfrm xmlns:a="http://schemas.openxmlformats.org/drawingml/2006/main">
            <a:off x="320040" y="3703320"/>
            <a:ext cx="8503920" cy="2743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32" name="Google Shape;2232;p33">
            <a:extLst xmlns:a="http://schemas.openxmlformats.org/drawingml/2006/main">
              <a:ext uri="{FF2B5EF4-FFF2-40B4-BE49-F238E27FC236}">
                <a16:creationId xmlns:a16="http://schemas.microsoft.com/office/drawing/2014/main" id="{80C00231-3062-448C-8968-21BB9AD6C275}"/>
              </a:ext>
            </a:extLst>
          </p:cNvPr>
          <p:cNvSpPr>
            <a:spLocks xmlns:a="http://schemas.openxmlformats.org/drawingml/2006/main" noGrp="1"/>
          </p:cNvSpPr>
          <p:nvPr/>
        </p:nvSpPr>
        <p:spPr>
          <a:xfrm xmlns:a="http://schemas.openxmlformats.org/drawingml/2006/main">
            <a:off x="320040" y="4096512"/>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000"/>
              <a:buFont typeface="Arial"/>
              <a:buNone/>
            </a:pPr>
            <a:r>
              <a:rPr sz="1000" b="1" i="0" u="none" cap="none">
                <a:solidFill>
                  <a:srgbClr val="7C3AED"/>
                </a:solidFill>
                <a:latin typeface="Arial"/>
                <a:ea typeface="Arial"/>
                <a:cs typeface="Arial"/>
              </a:rPr>
              <a:t>WINNER</a:t>
            </a:r>
            <a:endParaRPr sz="1000" b="0" i="0" u="none" cap="none">
              <a:solidFill>
                <a:schemeClr val="dk1"/>
              </a:solidFill>
              <a:latin typeface="Arial"/>
              <a:ea typeface="Arial"/>
              <a:cs typeface="Arial"/>
            </a:endParaRPr>
          </a:p>
        </p:txBody>
      </p:sp>
      <p:cxnSp>
        <p:nvCxnSpPr>
          <p:cNvPr id="2589" name="Google Shape;2233;p33"/>
          <p:cNvCxnSpPr/>
          <p:nvPr/>
        </p:nvCxnSpPr>
        <p:spPr>
          <a:xfrm xmlns:a="http://schemas.openxmlformats.org/drawingml/2006/main">
            <a:off x="1508760" y="4325112"/>
            <a:ext cx="73152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34" name="Google Shape;2234;p33">
            <a:extLst xmlns:a="http://schemas.openxmlformats.org/drawingml/2006/main">
              <a:ext uri="{FF2B5EF4-FFF2-40B4-BE49-F238E27FC236}">
                <a16:creationId xmlns:a16="http://schemas.microsoft.com/office/drawing/2014/main" id="{3C2D494B-50B6-4306-8469-F3FC51279C1C}"/>
              </a:ext>
            </a:extLst>
          </p:cNvPr>
          <p:cNvSpPr>
            <a:spLocks xmlns:a="http://schemas.openxmlformats.org/drawingml/2006/main" noGrp="1"/>
          </p:cNvSpPr>
          <p:nvPr/>
        </p:nvSpPr>
        <p:spPr>
          <a:xfrm xmlns:a="http://schemas.openxmlformats.org/drawingml/2006/main">
            <a:off x="1554480" y="4096512"/>
            <a:ext cx="72694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[Concept name]  (highest total: ___)</a:t>
            </a:r>
            <a:endParaRPr sz="1000" b="0" i="0" u="none" cap="none">
              <a:solidFill>
                <a:schemeClr val="dk1"/>
              </a:solidFill>
              <a:latin typeface="Arial"/>
              <a:ea typeface="Arial"/>
              <a:cs typeface="Arial"/>
            </a:endParaRPr>
          </a:p>
        </p:txBody>
      </p:sp>
      <p:sp>
        <p:nvSpPr>
          <p:cNvPr id="2235" name="Google Shape;2235;p33">
            <a:extLst xmlns:a="http://schemas.openxmlformats.org/drawingml/2006/main">
              <a:ext uri="{FF2B5EF4-FFF2-40B4-BE49-F238E27FC236}">
                <a16:creationId xmlns:a16="http://schemas.microsoft.com/office/drawing/2014/main" id="{DB2CDBB4-E166-4878-AD65-C5CC327CABF4}"/>
              </a:ext>
            </a:extLst>
          </p:cNvPr>
          <p:cNvSpPr>
            <a:spLocks xmlns:a="http://schemas.openxmlformats.org/drawingml/2006/main" noGrp="1"/>
          </p:cNvSpPr>
          <p:nvPr/>
        </p:nvSpPr>
        <p:spPr>
          <a:xfrm xmlns:a="http://schemas.openxmlformats.org/drawingml/2006/main">
            <a:off x="320040" y="44165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1" i="0" u="none" cap="none">
                <a:solidFill>
                  <a:srgbClr val="0F172A"/>
                </a:solidFill>
                <a:latin typeface="Arial"/>
                <a:ea typeface="Arial"/>
                <a:cs typeface="Arial"/>
              </a:rPr>
              <a:t>DESIGN RATIONALE — why the winner beat the others</a:t>
            </a:r>
            <a:endParaRPr sz="850" b="0" i="0" u="none" cap="none">
              <a:solidFill>
                <a:schemeClr val="dk1"/>
              </a:solidFill>
              <a:latin typeface="Arial"/>
              <a:ea typeface="Arial"/>
              <a:cs typeface="Arial"/>
            </a:endParaRPr>
          </a:p>
        </p:txBody>
      </p:sp>
      <p:sp>
        <p:nvSpPr>
          <p:cNvPr id="2236" name="Google Shape;2236;p33">
            <a:extLst xmlns:a="http://schemas.openxmlformats.org/drawingml/2006/main">
              <a:ext uri="{FF2B5EF4-FFF2-40B4-BE49-F238E27FC236}">
                <a16:creationId xmlns:a16="http://schemas.microsoft.com/office/drawing/2014/main" id="{0E3FA237-28F6-4B58-A982-78739520E772}"/>
              </a:ext>
            </a:extLst>
          </p:cNvPr>
          <p:cNvSpPr>
            <a:spLocks xmlns:a="http://schemas.openxmlformats.org/drawingml/2006/main" noGrp="1"/>
          </p:cNvSpPr>
          <p:nvPr/>
        </p:nvSpPr>
        <p:spPr>
          <a:xfrm xmlns:a="http://schemas.openxmlformats.org/drawingml/2006/main">
            <a:off x="320040" y="4617720"/>
            <a:ext cx="8503920" cy="274320"/>
          </a:xfrm>
          <a:prstGeom xmlns:a="http://schemas.openxmlformats.org/drawingml/2006/main" prst="rect">
            <a:avLst/>
          </a:prstGeom>
          <a:solidFill xmlns:a="http://schemas.openxmlformats.org/drawingml/2006/main">
            <a:srgbClr val="F5F3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37" name="Google Shape;2237;p33">
            <a:extLst xmlns:a="http://schemas.openxmlformats.org/drawingml/2006/main">
              <a:ext uri="{FF2B5EF4-FFF2-40B4-BE49-F238E27FC236}">
                <a16:creationId xmlns:a16="http://schemas.microsoft.com/office/drawing/2014/main" id="{2E4538E6-21B0-4BC2-94BF-DAF4BBBD5F45}"/>
              </a:ext>
            </a:extLst>
          </p:cNvPr>
          <p:cNvSpPr>
            <a:spLocks xmlns:a="http://schemas.openxmlformats.org/drawingml/2006/main" noGrp="1"/>
          </p:cNvSpPr>
          <p:nvPr/>
        </p:nvSpPr>
        <p:spPr>
          <a:xfrm xmlns:a="http://schemas.openxmlformats.org/drawingml/2006/main">
            <a:off x="457200" y="4617720"/>
            <a:ext cx="8275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[3–4 sentences. Reference specific criteria where the winner scored highest. Name what tradeoffs you accepted.]</a:t>
            </a:r>
            <a:endParaRPr sz="900" b="0" i="0" u="none" cap="none">
              <a:solidFill>
                <a:schemeClr val="dk1"/>
              </a:solidFill>
              <a:latin typeface="Arial"/>
              <a:ea typeface="Arial"/>
              <a:cs typeface="Arial"/>
            </a:endParaRPr>
          </a:p>
        </p:txBody>
      </p:sp>
      <p:sp>
        <p:nvSpPr>
          <p:cNvPr id="2238" name="Google Shape;2238;p33">
            <a:extLst xmlns:a="http://schemas.openxmlformats.org/drawingml/2006/main">
              <a:ext uri="{FF2B5EF4-FFF2-40B4-BE49-F238E27FC236}">
                <a16:creationId xmlns:a16="http://schemas.microsoft.com/office/drawing/2014/main" id="{141D61D0-258F-4D40-9193-E4E0FF7B7DB4}"/>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20b3356f10d646c9"/>
              </a:rPr>
              <a:t>decision-matrix</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c5503f7eb3bf4a8d"/>
              </a:rPr>
              <a:t>mechanism-lifts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81787138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244" name="Google Shape;2244;p34">
            <a:extLst xmlns:a="http://schemas.openxmlformats.org/drawingml/2006/main">
              <a:ext uri="{FF2B5EF4-FFF2-40B4-BE49-F238E27FC236}">
                <a16:creationId xmlns:a16="http://schemas.microsoft.com/office/drawing/2014/main" id="{533E0934-8784-4317-BCDF-FC28F02A87E2}"/>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45" name="Google Shape;2245;p34">
            <a:extLst xmlns:a="http://schemas.openxmlformats.org/drawingml/2006/main">
              <a:ext uri="{FF2B5EF4-FFF2-40B4-BE49-F238E27FC236}">
                <a16:creationId xmlns:a16="http://schemas.microsoft.com/office/drawing/2014/main" id="{C4ABBDE7-5D37-4D9C-B61F-C49DDF93D4B8}"/>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DEFENSIVE MATRIX</a:t>
            </a:r>
            <a:endParaRPr sz="1050" b="0" i="0" u="none" cap="none">
              <a:solidFill>
                <a:schemeClr val="dk1"/>
              </a:solidFill>
              <a:latin typeface="Arial"/>
              <a:ea typeface="Arial"/>
              <a:cs typeface="Arial"/>
            </a:endParaRPr>
          </a:p>
        </p:txBody>
      </p:sp>
      <p:sp>
        <p:nvSpPr>
          <p:cNvPr id="2246" name="Google Shape;2246;p34">
            <a:extLst xmlns:a="http://schemas.openxmlformats.org/drawingml/2006/main">
              <a:ext uri="{FF2B5EF4-FFF2-40B4-BE49-F238E27FC236}">
                <a16:creationId xmlns:a16="http://schemas.microsoft.com/office/drawing/2014/main" id="{C0EC8563-2829-42EE-B0B2-73B4F1750789}"/>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247" name="Google Shape;2247;p34">
            <a:extLst xmlns:a="http://schemas.openxmlformats.org/drawingml/2006/main">
              <a:ext uri="{FF2B5EF4-FFF2-40B4-BE49-F238E27FC236}">
                <a16:creationId xmlns:a16="http://schemas.microsoft.com/office/drawing/2014/main" id="{55404F9C-B687-4207-9E95-EEC2BFBB5404}"/>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Decision Matrix — Partner Coordination</a:t>
            </a:r>
            <a:endParaRPr sz="2200" b="0" i="0" u="none" cap="none">
              <a:solidFill>
                <a:schemeClr val="dk1"/>
              </a:solidFill>
              <a:latin typeface="Arial"/>
              <a:ea typeface="Arial"/>
              <a:cs typeface="Arial"/>
            </a:endParaRPr>
          </a:p>
        </p:txBody>
      </p:sp>
      <p:sp>
        <p:nvSpPr>
          <p:cNvPr id="2248" name="Google Shape;2248;p34">
            <a:extLst xmlns:a="http://schemas.openxmlformats.org/drawingml/2006/main">
              <a:ext uri="{FF2B5EF4-FFF2-40B4-BE49-F238E27FC236}">
                <a16:creationId xmlns:a16="http://schemas.microsoft.com/office/drawing/2014/main" id="{40975540-70E5-4E50-91EB-3DD2A8309419}"/>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Criteria match the Partner Coordination comparison table. Scores: 1=poor, 5=excellent. W×S = weighted score. Highest TOTAL wins.</a:t>
            </a:r>
            <a:endParaRPr sz="900" b="0" i="0" u="none" cap="none">
              <a:solidFill>
                <a:schemeClr val="dk1"/>
              </a:solidFill>
              <a:latin typeface="Arial"/>
              <a:ea typeface="Arial"/>
              <a:cs typeface="Arial"/>
            </a:endParaRPr>
          </a:p>
        </p:txBody>
      </p:sp>
      <p:sp>
        <p:nvSpPr>
          <p:cNvPr id="2249" name="Google Shape;2249;p34">
            <a:extLst xmlns:a="http://schemas.openxmlformats.org/drawingml/2006/main">
              <a:ext uri="{FF2B5EF4-FFF2-40B4-BE49-F238E27FC236}">
                <a16:creationId xmlns:a16="http://schemas.microsoft.com/office/drawing/2014/main" id="{327A1649-BAE4-4EFC-B818-FBA6412A649F}"/>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50" name="Google Shape;2250;p34">
            <a:extLst xmlns:a="http://schemas.openxmlformats.org/drawingml/2006/main">
              <a:ext uri="{FF2B5EF4-FFF2-40B4-BE49-F238E27FC236}">
                <a16:creationId xmlns:a16="http://schemas.microsoft.com/office/drawing/2014/main" id="{DB124DF8-AB07-47AE-8368-0A3212615A57}"/>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36 / 61</a:t>
            </a:r>
            <a:endParaRPr sz="900" b="0" i="0" u="none" cap="none">
              <a:solidFill>
                <a:schemeClr val="dk1"/>
              </a:solidFill>
              <a:latin typeface="Arial"/>
              <a:ea typeface="Arial"/>
              <a:cs typeface="Arial"/>
            </a:endParaRPr>
          </a:p>
        </p:txBody>
      </p:sp>
      <p:sp>
        <p:nvSpPr>
          <p:cNvPr id="2251" name="Google Shape;2251;p34">
            <a:extLst xmlns:a="http://schemas.openxmlformats.org/drawingml/2006/main">
              <a:ext uri="{FF2B5EF4-FFF2-40B4-BE49-F238E27FC236}">
                <a16:creationId xmlns:a16="http://schemas.microsoft.com/office/drawing/2014/main" id="{BB81B04D-BB0A-48A2-82AD-8E07CE73F5B4}"/>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252" name="Google Shape;2252;p34">
            <a:extLst xmlns:a="http://schemas.openxmlformats.org/drawingml/2006/main">
              <a:ext uri="{FF2B5EF4-FFF2-40B4-BE49-F238E27FC236}">
                <a16:creationId xmlns:a16="http://schemas.microsoft.com/office/drawing/2014/main" id="{AF5320D0-C77A-4858-8910-B151F306271C}"/>
              </a:ext>
            </a:extLst>
          </p:cNvPr>
          <p:cNvSpPr>
            <a:spLocks xmlns:a="http://schemas.openxmlformats.org/drawingml/2006/main" noGrp="1"/>
          </p:cNvSpPr>
          <p:nvPr/>
        </p:nvSpPr>
        <p:spPr>
          <a:xfrm xmlns:a="http://schemas.openxmlformats.org/drawingml/2006/main">
            <a:off x="320040" y="1078992"/>
            <a:ext cx="8503920" cy="274320"/>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253" name="Google Shape;2253;p34">
            <a:extLst xmlns:a="http://schemas.openxmlformats.org/drawingml/2006/main">
              <a:ext uri="{FF2B5EF4-FFF2-40B4-BE49-F238E27FC236}">
                <a16:creationId xmlns:a16="http://schemas.microsoft.com/office/drawing/2014/main" id="{AEC885EC-F7DC-4555-9781-EEF21A60ADDD}"/>
              </a:ext>
            </a:extLst>
          </p:cNvPr>
          <p:cNvSpPr>
            <a:spLocks xmlns:a="http://schemas.openxmlformats.org/drawingml/2006/main" noGrp="1"/>
          </p:cNvSpPr>
          <p:nvPr/>
        </p:nvSpPr>
        <p:spPr>
          <a:xfrm xmlns:a="http://schemas.openxmlformats.org/drawingml/2006/main">
            <a:off x="374904" y="1078992"/>
            <a:ext cx="25054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Criterion (from comparison table)</a:t>
            </a:r>
            <a:endParaRPr sz="800" b="0" i="0" u="none" cap="none">
              <a:solidFill>
                <a:schemeClr val="dk1"/>
              </a:solidFill>
              <a:latin typeface="Arial"/>
              <a:ea typeface="Arial"/>
              <a:cs typeface="Arial"/>
            </a:endParaRPr>
          </a:p>
        </p:txBody>
      </p:sp>
      <p:sp>
        <p:nvSpPr>
          <p:cNvPr id="2254" name="Google Shape;2254;p34">
            <a:extLst xmlns:a="http://schemas.openxmlformats.org/drawingml/2006/main">
              <a:ext uri="{FF2B5EF4-FFF2-40B4-BE49-F238E27FC236}">
                <a16:creationId xmlns:a16="http://schemas.microsoft.com/office/drawing/2014/main" id="{AC4BB7FB-6653-48FD-BC8B-D96D5C83C49F}"/>
              </a:ext>
            </a:extLst>
          </p:cNvPr>
          <p:cNvSpPr>
            <a:spLocks xmlns:a="http://schemas.openxmlformats.org/drawingml/2006/main" noGrp="1"/>
          </p:cNvSpPr>
          <p:nvPr/>
        </p:nvSpPr>
        <p:spPr>
          <a:xfrm xmlns:a="http://schemas.openxmlformats.org/drawingml/2006/main">
            <a:off x="2935224" y="1078992"/>
            <a:ext cx="58521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Weight</a:t>
            </a:r>
            <a:endParaRPr sz="800" b="0" i="0" u="none" cap="none">
              <a:solidFill>
                <a:schemeClr val="dk1"/>
              </a:solidFill>
              <a:latin typeface="Arial"/>
              <a:ea typeface="Arial"/>
              <a:cs typeface="Arial"/>
            </a:endParaRPr>
          </a:p>
        </p:txBody>
      </p:sp>
      <p:sp>
        <p:nvSpPr>
          <p:cNvPr id="2255" name="Google Shape;2255;p34">
            <a:extLst xmlns:a="http://schemas.openxmlformats.org/drawingml/2006/main">
              <a:ext uri="{FF2B5EF4-FFF2-40B4-BE49-F238E27FC236}">
                <a16:creationId xmlns:a16="http://schemas.microsoft.com/office/drawing/2014/main" id="{1C7B7589-2FDB-42BF-B3AC-D1E7D1B6D932}"/>
              </a:ext>
            </a:extLst>
          </p:cNvPr>
          <p:cNvSpPr>
            <a:spLocks xmlns:a="http://schemas.openxmlformats.org/drawingml/2006/main" noGrp="1"/>
          </p:cNvSpPr>
          <p:nvPr/>
        </p:nvSpPr>
        <p:spPr>
          <a:xfrm xmlns:a="http://schemas.openxmlformats.org/drawingml/2006/main">
            <a:off x="357530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Score</a:t>
            </a:r>
            <a:endParaRPr sz="800" b="0" i="0" u="none" cap="none">
              <a:solidFill>
                <a:schemeClr val="dk1"/>
              </a:solidFill>
              <a:latin typeface="Arial"/>
              <a:ea typeface="Arial"/>
              <a:cs typeface="Arial"/>
            </a:endParaRPr>
          </a:p>
        </p:txBody>
      </p:sp>
      <p:sp>
        <p:nvSpPr>
          <p:cNvPr id="2256" name="Google Shape;2256;p34">
            <a:extLst xmlns:a="http://schemas.openxmlformats.org/drawingml/2006/main">
              <a:ext uri="{FF2B5EF4-FFF2-40B4-BE49-F238E27FC236}">
                <a16:creationId xmlns:a16="http://schemas.microsoft.com/office/drawing/2014/main" id="{052EF441-EE86-42E8-9BCB-E06F93C245BE}"/>
              </a:ext>
            </a:extLst>
          </p:cNvPr>
          <p:cNvSpPr>
            <a:spLocks xmlns:a="http://schemas.openxmlformats.org/drawingml/2006/main" noGrp="1"/>
          </p:cNvSpPr>
          <p:nvPr/>
        </p:nvSpPr>
        <p:spPr>
          <a:xfrm xmlns:a="http://schemas.openxmlformats.org/drawingml/2006/main">
            <a:off x="439826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C1 Total</a:t>
            </a:r>
            <a:endParaRPr sz="800" b="0" i="0" u="none" cap="none">
              <a:solidFill>
                <a:schemeClr val="dk1"/>
              </a:solidFill>
              <a:latin typeface="Arial"/>
              <a:ea typeface="Arial"/>
              <a:cs typeface="Arial"/>
            </a:endParaRPr>
          </a:p>
        </p:txBody>
      </p:sp>
      <p:sp>
        <p:nvSpPr>
          <p:cNvPr id="2257" name="Google Shape;2257;p34">
            <a:extLst xmlns:a="http://schemas.openxmlformats.org/drawingml/2006/main">
              <a:ext uri="{FF2B5EF4-FFF2-40B4-BE49-F238E27FC236}">
                <a16:creationId xmlns:a16="http://schemas.microsoft.com/office/drawing/2014/main" id="{8BE4C8DD-76EB-42E7-8F1F-CCDA6BEBCEAD}"/>
              </a:ext>
            </a:extLst>
          </p:cNvPr>
          <p:cNvSpPr>
            <a:spLocks xmlns:a="http://schemas.openxmlformats.org/drawingml/2006/main" noGrp="1"/>
          </p:cNvSpPr>
          <p:nvPr/>
        </p:nvSpPr>
        <p:spPr>
          <a:xfrm xmlns:a="http://schemas.openxmlformats.org/drawingml/2006/main">
            <a:off x="522122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Score</a:t>
            </a:r>
            <a:endParaRPr sz="800" b="0" i="0" u="none" cap="none">
              <a:solidFill>
                <a:schemeClr val="dk1"/>
              </a:solidFill>
              <a:latin typeface="Arial"/>
              <a:ea typeface="Arial"/>
              <a:cs typeface="Arial"/>
            </a:endParaRPr>
          </a:p>
        </p:txBody>
      </p:sp>
      <p:sp>
        <p:nvSpPr>
          <p:cNvPr id="2258" name="Google Shape;2258;p34">
            <a:extLst xmlns:a="http://schemas.openxmlformats.org/drawingml/2006/main">
              <a:ext uri="{FF2B5EF4-FFF2-40B4-BE49-F238E27FC236}">
                <a16:creationId xmlns:a16="http://schemas.microsoft.com/office/drawing/2014/main" id="{91425154-1F86-43EC-BD91-4742F274C9D4}"/>
              </a:ext>
            </a:extLst>
          </p:cNvPr>
          <p:cNvSpPr>
            <a:spLocks xmlns:a="http://schemas.openxmlformats.org/drawingml/2006/main" noGrp="1"/>
          </p:cNvSpPr>
          <p:nvPr/>
        </p:nvSpPr>
        <p:spPr>
          <a:xfrm xmlns:a="http://schemas.openxmlformats.org/drawingml/2006/main">
            <a:off x="604418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C2 Total</a:t>
            </a:r>
            <a:endParaRPr sz="800" b="0" i="0" u="none" cap="none">
              <a:solidFill>
                <a:schemeClr val="dk1"/>
              </a:solidFill>
              <a:latin typeface="Arial"/>
              <a:ea typeface="Arial"/>
              <a:cs typeface="Arial"/>
            </a:endParaRPr>
          </a:p>
        </p:txBody>
      </p:sp>
      <p:sp>
        <p:nvSpPr>
          <p:cNvPr id="2259" name="Google Shape;2259;p34">
            <a:extLst xmlns:a="http://schemas.openxmlformats.org/drawingml/2006/main">
              <a:ext uri="{FF2B5EF4-FFF2-40B4-BE49-F238E27FC236}">
                <a16:creationId xmlns:a16="http://schemas.microsoft.com/office/drawing/2014/main" id="{E5F4581F-A9A5-40E4-A9B6-E5AEC51EEF40}"/>
              </a:ext>
            </a:extLst>
          </p:cNvPr>
          <p:cNvSpPr>
            <a:spLocks xmlns:a="http://schemas.openxmlformats.org/drawingml/2006/main" noGrp="1"/>
          </p:cNvSpPr>
          <p:nvPr/>
        </p:nvSpPr>
        <p:spPr>
          <a:xfrm xmlns:a="http://schemas.openxmlformats.org/drawingml/2006/main">
            <a:off x="6867144" y="1078992"/>
            <a:ext cx="76809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Score</a:t>
            </a:r>
            <a:endParaRPr sz="800" b="0" i="0" u="none" cap="none">
              <a:solidFill>
                <a:schemeClr val="dk1"/>
              </a:solidFill>
              <a:latin typeface="Arial"/>
              <a:ea typeface="Arial"/>
              <a:cs typeface="Arial"/>
            </a:endParaRPr>
          </a:p>
        </p:txBody>
      </p:sp>
      <p:sp>
        <p:nvSpPr>
          <p:cNvPr id="2260" name="Google Shape;2260;p34">
            <a:extLst xmlns:a="http://schemas.openxmlformats.org/drawingml/2006/main">
              <a:ext uri="{FF2B5EF4-FFF2-40B4-BE49-F238E27FC236}">
                <a16:creationId xmlns:a16="http://schemas.microsoft.com/office/drawing/2014/main" id="{389F6D15-354C-49A9-9717-A75846196A84}"/>
              </a:ext>
            </a:extLst>
          </p:cNvPr>
          <p:cNvSpPr>
            <a:spLocks xmlns:a="http://schemas.openxmlformats.org/drawingml/2006/main" noGrp="1"/>
          </p:cNvSpPr>
          <p:nvPr/>
        </p:nvSpPr>
        <p:spPr>
          <a:xfrm xmlns:a="http://schemas.openxmlformats.org/drawingml/2006/main">
            <a:off x="7690104" y="1078992"/>
            <a:ext cx="113385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00"/>
              <a:buFont typeface="Arial"/>
              <a:buNone/>
            </a:pPr>
            <a:r>
              <a:rPr sz="800" b="1" i="0" u="none" cap="none">
                <a:solidFill>
                  <a:srgbClr val="FFFFFF"/>
                </a:solidFill>
                <a:latin typeface="Arial"/>
                <a:ea typeface="Arial"/>
                <a:cs typeface="Arial"/>
              </a:rPr>
              <a:t>C3 Total</a:t>
            </a:r>
            <a:endParaRPr sz="800" b="0" i="0" u="none" cap="none">
              <a:solidFill>
                <a:schemeClr val="dk1"/>
              </a:solidFill>
              <a:latin typeface="Arial"/>
              <a:ea typeface="Arial"/>
              <a:cs typeface="Arial"/>
            </a:endParaRPr>
          </a:p>
        </p:txBody>
      </p:sp>
      <p:sp>
        <p:nvSpPr>
          <p:cNvPr id="2261" name="Google Shape;2261;p34">
            <a:extLst xmlns:a="http://schemas.openxmlformats.org/drawingml/2006/main">
              <a:ext uri="{FF2B5EF4-FFF2-40B4-BE49-F238E27FC236}">
                <a16:creationId xmlns:a16="http://schemas.microsoft.com/office/drawing/2014/main" id="{E3B60690-C6F2-40DB-AB0B-3A9DC3480E9D}"/>
              </a:ext>
            </a:extLst>
          </p:cNvPr>
          <p:cNvSpPr>
            <a:spLocks xmlns:a="http://schemas.openxmlformats.org/drawingml/2006/main" noGrp="1"/>
          </p:cNvSpPr>
          <p:nvPr/>
        </p:nvSpPr>
        <p:spPr>
          <a:xfrm xmlns:a="http://schemas.openxmlformats.org/drawingml/2006/main">
            <a:off x="320040" y="13533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618" name="Google Shape;2262;p34"/>
          <p:cNvCxnSpPr/>
          <p:nvPr/>
        </p:nvCxnSpPr>
        <p:spPr>
          <a:xfrm xmlns:a="http://schemas.openxmlformats.org/drawingml/2006/main">
            <a:off x="320040" y="1581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63" name="Google Shape;2263;p34">
            <a:extLst xmlns:a="http://schemas.openxmlformats.org/drawingml/2006/main">
              <a:ext uri="{FF2B5EF4-FFF2-40B4-BE49-F238E27FC236}">
                <a16:creationId xmlns:a16="http://schemas.microsoft.com/office/drawing/2014/main" id="{1E33B472-7874-41E1-BBD6-B16E2AA70738}"/>
              </a:ext>
            </a:extLst>
          </p:cNvPr>
          <p:cNvSpPr>
            <a:spLocks xmlns:a="http://schemas.openxmlformats.org/drawingml/2006/main" noGrp="1"/>
          </p:cNvSpPr>
          <p:nvPr/>
        </p:nvSpPr>
        <p:spPr>
          <a:xfrm xmlns:a="http://schemas.openxmlformats.org/drawingml/2006/main">
            <a:off x="374904" y="1353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Block / disrupt time</a:t>
            </a:r>
            <a:endParaRPr sz="820" b="0" i="0" u="none" cap="none">
              <a:solidFill>
                <a:schemeClr val="dk1"/>
              </a:solidFill>
              <a:latin typeface="Arial"/>
              <a:ea typeface="Arial"/>
              <a:cs typeface="Arial"/>
            </a:endParaRPr>
          </a:p>
        </p:txBody>
      </p:sp>
      <p:sp>
        <p:nvSpPr>
          <p:cNvPr id="2264" name="Google Shape;2264;p34">
            <a:extLst xmlns:a="http://schemas.openxmlformats.org/drawingml/2006/main">
              <a:ext uri="{FF2B5EF4-FFF2-40B4-BE49-F238E27FC236}">
                <a16:creationId xmlns:a16="http://schemas.microsoft.com/office/drawing/2014/main" id="{686643A1-B736-4381-B75C-AF1B9E16B325}"/>
              </a:ext>
            </a:extLst>
          </p:cNvPr>
          <p:cNvSpPr>
            <a:spLocks xmlns:a="http://schemas.openxmlformats.org/drawingml/2006/main" noGrp="1"/>
          </p:cNvSpPr>
          <p:nvPr/>
        </p:nvSpPr>
        <p:spPr>
          <a:xfrm xmlns:a="http://schemas.openxmlformats.org/drawingml/2006/main">
            <a:off x="2935224" y="1353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265" name="Google Shape;2265;p34">
            <a:extLst xmlns:a="http://schemas.openxmlformats.org/drawingml/2006/main">
              <a:ext uri="{FF2B5EF4-FFF2-40B4-BE49-F238E27FC236}">
                <a16:creationId xmlns:a16="http://schemas.microsoft.com/office/drawing/2014/main" id="{D68B945F-D167-4B08-992F-9AD0E98BE844}"/>
              </a:ext>
            </a:extLst>
          </p:cNvPr>
          <p:cNvSpPr>
            <a:spLocks xmlns:a="http://schemas.openxmlformats.org/drawingml/2006/main" noGrp="1"/>
          </p:cNvSpPr>
          <p:nvPr/>
        </p:nvSpPr>
        <p:spPr>
          <a:xfrm xmlns:a="http://schemas.openxmlformats.org/drawingml/2006/main">
            <a:off x="357530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66" name="Google Shape;2266;p34">
            <a:extLst xmlns:a="http://schemas.openxmlformats.org/drawingml/2006/main">
              <a:ext uri="{FF2B5EF4-FFF2-40B4-BE49-F238E27FC236}">
                <a16:creationId xmlns:a16="http://schemas.microsoft.com/office/drawing/2014/main" id="{47F979DB-54C8-4AE2-97A1-7031FF02E39B}"/>
              </a:ext>
            </a:extLst>
          </p:cNvPr>
          <p:cNvSpPr>
            <a:spLocks xmlns:a="http://schemas.openxmlformats.org/drawingml/2006/main" noGrp="1"/>
          </p:cNvSpPr>
          <p:nvPr/>
        </p:nvSpPr>
        <p:spPr>
          <a:xfrm xmlns:a="http://schemas.openxmlformats.org/drawingml/2006/main">
            <a:off x="439826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67" name="Google Shape;2267;p34">
            <a:extLst xmlns:a="http://schemas.openxmlformats.org/drawingml/2006/main">
              <a:ext uri="{FF2B5EF4-FFF2-40B4-BE49-F238E27FC236}">
                <a16:creationId xmlns:a16="http://schemas.microsoft.com/office/drawing/2014/main" id="{5218776E-CC65-4CE3-84A3-741CAA420220}"/>
              </a:ext>
            </a:extLst>
          </p:cNvPr>
          <p:cNvSpPr>
            <a:spLocks xmlns:a="http://schemas.openxmlformats.org/drawingml/2006/main" noGrp="1"/>
          </p:cNvSpPr>
          <p:nvPr/>
        </p:nvSpPr>
        <p:spPr>
          <a:xfrm xmlns:a="http://schemas.openxmlformats.org/drawingml/2006/main">
            <a:off x="522122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68" name="Google Shape;2268;p34">
            <a:extLst xmlns:a="http://schemas.openxmlformats.org/drawingml/2006/main">
              <a:ext uri="{FF2B5EF4-FFF2-40B4-BE49-F238E27FC236}">
                <a16:creationId xmlns:a16="http://schemas.microsoft.com/office/drawing/2014/main" id="{BF545936-9F7B-4C32-91CC-B3BA67FE6827}"/>
              </a:ext>
            </a:extLst>
          </p:cNvPr>
          <p:cNvSpPr>
            <a:spLocks xmlns:a="http://schemas.openxmlformats.org/drawingml/2006/main" noGrp="1"/>
          </p:cNvSpPr>
          <p:nvPr/>
        </p:nvSpPr>
        <p:spPr>
          <a:xfrm xmlns:a="http://schemas.openxmlformats.org/drawingml/2006/main">
            <a:off x="604418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69" name="Google Shape;2269;p34">
            <a:extLst xmlns:a="http://schemas.openxmlformats.org/drawingml/2006/main">
              <a:ext uri="{FF2B5EF4-FFF2-40B4-BE49-F238E27FC236}">
                <a16:creationId xmlns:a16="http://schemas.microsoft.com/office/drawing/2014/main" id="{B9830A54-007C-415F-8AA7-BC724CC45556}"/>
              </a:ext>
            </a:extLst>
          </p:cNvPr>
          <p:cNvSpPr>
            <a:spLocks xmlns:a="http://schemas.openxmlformats.org/drawingml/2006/main" noGrp="1"/>
          </p:cNvSpPr>
          <p:nvPr/>
        </p:nvSpPr>
        <p:spPr>
          <a:xfrm xmlns:a="http://schemas.openxmlformats.org/drawingml/2006/main">
            <a:off x="6867144" y="1353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70" name="Google Shape;2270;p34">
            <a:extLst xmlns:a="http://schemas.openxmlformats.org/drawingml/2006/main">
              <a:ext uri="{FF2B5EF4-FFF2-40B4-BE49-F238E27FC236}">
                <a16:creationId xmlns:a16="http://schemas.microsoft.com/office/drawing/2014/main" id="{CF42C7F5-30FE-4885-A241-AF2E10BFF1E1}"/>
              </a:ext>
            </a:extLst>
          </p:cNvPr>
          <p:cNvSpPr>
            <a:spLocks xmlns:a="http://schemas.openxmlformats.org/drawingml/2006/main" noGrp="1"/>
          </p:cNvSpPr>
          <p:nvPr/>
        </p:nvSpPr>
        <p:spPr>
          <a:xfrm xmlns:a="http://schemas.openxmlformats.org/drawingml/2006/main">
            <a:off x="7690104" y="1353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627" name="Google Shape;2271;p34"/>
          <p:cNvCxnSpPr/>
          <p:nvPr/>
        </p:nvCxnSpPr>
        <p:spPr>
          <a:xfrm xmlns:a="http://schemas.openxmlformats.org/drawingml/2006/main">
            <a:off x="320040" y="1810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72" name="Google Shape;2272;p34">
            <a:extLst xmlns:a="http://schemas.openxmlformats.org/drawingml/2006/main">
              <a:ext uri="{FF2B5EF4-FFF2-40B4-BE49-F238E27FC236}">
                <a16:creationId xmlns:a16="http://schemas.microsoft.com/office/drawing/2014/main" id="{8E54277A-A7A8-45CE-81B2-D0EF4EB0D0D0}"/>
              </a:ext>
            </a:extLst>
          </p:cNvPr>
          <p:cNvSpPr>
            <a:spLocks xmlns:a="http://schemas.openxmlformats.org/drawingml/2006/main" noGrp="1"/>
          </p:cNvSpPr>
          <p:nvPr/>
        </p:nvSpPr>
        <p:spPr>
          <a:xfrm xmlns:a="http://schemas.openxmlformats.org/drawingml/2006/main">
            <a:off x="374904" y="1581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Footprint when deployed</a:t>
            </a:r>
            <a:endParaRPr sz="820" b="0" i="0" u="none" cap="none">
              <a:solidFill>
                <a:schemeClr val="dk1"/>
              </a:solidFill>
              <a:latin typeface="Arial"/>
              <a:ea typeface="Arial"/>
              <a:cs typeface="Arial"/>
            </a:endParaRPr>
          </a:p>
        </p:txBody>
      </p:sp>
      <p:sp>
        <p:nvSpPr>
          <p:cNvPr id="2273" name="Google Shape;2273;p34">
            <a:extLst xmlns:a="http://schemas.openxmlformats.org/drawingml/2006/main">
              <a:ext uri="{FF2B5EF4-FFF2-40B4-BE49-F238E27FC236}">
                <a16:creationId xmlns:a16="http://schemas.microsoft.com/office/drawing/2014/main" id="{7ABB5756-FBB2-4553-87A4-22DA62482F63}"/>
              </a:ext>
            </a:extLst>
          </p:cNvPr>
          <p:cNvSpPr>
            <a:spLocks xmlns:a="http://schemas.openxmlformats.org/drawingml/2006/main" noGrp="1"/>
          </p:cNvSpPr>
          <p:nvPr/>
        </p:nvSpPr>
        <p:spPr>
          <a:xfrm xmlns:a="http://schemas.openxmlformats.org/drawingml/2006/main">
            <a:off x="2935224" y="1581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274" name="Google Shape;2274;p34">
            <a:extLst xmlns:a="http://schemas.openxmlformats.org/drawingml/2006/main">
              <a:ext uri="{FF2B5EF4-FFF2-40B4-BE49-F238E27FC236}">
                <a16:creationId xmlns:a16="http://schemas.microsoft.com/office/drawing/2014/main" id="{A8F33589-0092-4A7E-9A82-44CB930C6E0D}"/>
              </a:ext>
            </a:extLst>
          </p:cNvPr>
          <p:cNvSpPr>
            <a:spLocks xmlns:a="http://schemas.openxmlformats.org/drawingml/2006/main" noGrp="1"/>
          </p:cNvSpPr>
          <p:nvPr/>
        </p:nvSpPr>
        <p:spPr>
          <a:xfrm xmlns:a="http://schemas.openxmlformats.org/drawingml/2006/main">
            <a:off x="357530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75" name="Google Shape;2275;p34">
            <a:extLst xmlns:a="http://schemas.openxmlformats.org/drawingml/2006/main">
              <a:ext uri="{FF2B5EF4-FFF2-40B4-BE49-F238E27FC236}">
                <a16:creationId xmlns:a16="http://schemas.microsoft.com/office/drawing/2014/main" id="{47EB6C42-9159-424D-9DB8-8AEDDE5B7FB9}"/>
              </a:ext>
            </a:extLst>
          </p:cNvPr>
          <p:cNvSpPr>
            <a:spLocks xmlns:a="http://schemas.openxmlformats.org/drawingml/2006/main" noGrp="1"/>
          </p:cNvSpPr>
          <p:nvPr/>
        </p:nvSpPr>
        <p:spPr>
          <a:xfrm xmlns:a="http://schemas.openxmlformats.org/drawingml/2006/main">
            <a:off x="439826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76" name="Google Shape;2276;p34">
            <a:extLst xmlns:a="http://schemas.openxmlformats.org/drawingml/2006/main">
              <a:ext uri="{FF2B5EF4-FFF2-40B4-BE49-F238E27FC236}">
                <a16:creationId xmlns:a16="http://schemas.microsoft.com/office/drawing/2014/main" id="{3CCF0002-5937-4CF5-86FA-494CAAE8AEDF}"/>
              </a:ext>
            </a:extLst>
          </p:cNvPr>
          <p:cNvSpPr>
            <a:spLocks xmlns:a="http://schemas.openxmlformats.org/drawingml/2006/main" noGrp="1"/>
          </p:cNvSpPr>
          <p:nvPr/>
        </p:nvSpPr>
        <p:spPr>
          <a:xfrm xmlns:a="http://schemas.openxmlformats.org/drawingml/2006/main">
            <a:off x="522122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77" name="Google Shape;2277;p34">
            <a:extLst xmlns:a="http://schemas.openxmlformats.org/drawingml/2006/main">
              <a:ext uri="{FF2B5EF4-FFF2-40B4-BE49-F238E27FC236}">
                <a16:creationId xmlns:a16="http://schemas.microsoft.com/office/drawing/2014/main" id="{A4A8E54C-CCFB-44DF-8662-B451780AA221}"/>
              </a:ext>
            </a:extLst>
          </p:cNvPr>
          <p:cNvSpPr>
            <a:spLocks xmlns:a="http://schemas.openxmlformats.org/drawingml/2006/main" noGrp="1"/>
          </p:cNvSpPr>
          <p:nvPr/>
        </p:nvSpPr>
        <p:spPr>
          <a:xfrm xmlns:a="http://schemas.openxmlformats.org/drawingml/2006/main">
            <a:off x="604418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78" name="Google Shape;2278;p34">
            <a:extLst xmlns:a="http://schemas.openxmlformats.org/drawingml/2006/main">
              <a:ext uri="{FF2B5EF4-FFF2-40B4-BE49-F238E27FC236}">
                <a16:creationId xmlns:a16="http://schemas.microsoft.com/office/drawing/2014/main" id="{35246BD9-86A2-4C6F-8674-BD0505D40DF2}"/>
              </a:ext>
            </a:extLst>
          </p:cNvPr>
          <p:cNvSpPr>
            <a:spLocks xmlns:a="http://schemas.openxmlformats.org/drawingml/2006/main" noGrp="1"/>
          </p:cNvSpPr>
          <p:nvPr/>
        </p:nvSpPr>
        <p:spPr>
          <a:xfrm xmlns:a="http://schemas.openxmlformats.org/drawingml/2006/main">
            <a:off x="6867144" y="1581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79" name="Google Shape;2279;p34">
            <a:extLst xmlns:a="http://schemas.openxmlformats.org/drawingml/2006/main">
              <a:ext uri="{FF2B5EF4-FFF2-40B4-BE49-F238E27FC236}">
                <a16:creationId xmlns:a16="http://schemas.microsoft.com/office/drawing/2014/main" id="{0D8039D8-D9DF-4D15-AE36-8464F7F5A35A}"/>
              </a:ext>
            </a:extLst>
          </p:cNvPr>
          <p:cNvSpPr>
            <a:spLocks xmlns:a="http://schemas.openxmlformats.org/drawingml/2006/main" noGrp="1"/>
          </p:cNvSpPr>
          <p:nvPr/>
        </p:nvSpPr>
        <p:spPr>
          <a:xfrm xmlns:a="http://schemas.openxmlformats.org/drawingml/2006/main">
            <a:off x="7690104" y="1581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80" name="Google Shape;2280;p34">
            <a:extLst xmlns:a="http://schemas.openxmlformats.org/drawingml/2006/main">
              <a:ext uri="{FF2B5EF4-FFF2-40B4-BE49-F238E27FC236}">
                <a16:creationId xmlns:a16="http://schemas.microsoft.com/office/drawing/2014/main" id="{B97F11D7-49D0-4248-9434-553AD595FC6C}"/>
              </a:ext>
            </a:extLst>
          </p:cNvPr>
          <p:cNvSpPr>
            <a:spLocks xmlns:a="http://schemas.openxmlformats.org/drawingml/2006/main" noGrp="1"/>
          </p:cNvSpPr>
          <p:nvPr/>
        </p:nvSpPr>
        <p:spPr>
          <a:xfrm xmlns:a="http://schemas.openxmlformats.org/drawingml/2006/main">
            <a:off x="320040" y="18105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637" name="Google Shape;2281;p34"/>
          <p:cNvCxnSpPr/>
          <p:nvPr/>
        </p:nvCxnSpPr>
        <p:spPr>
          <a:xfrm xmlns:a="http://schemas.openxmlformats.org/drawingml/2006/main">
            <a:off x="320040" y="2039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82" name="Google Shape;2282;p34">
            <a:extLst xmlns:a="http://schemas.openxmlformats.org/drawingml/2006/main">
              <a:ext uri="{FF2B5EF4-FFF2-40B4-BE49-F238E27FC236}">
                <a16:creationId xmlns:a16="http://schemas.microsoft.com/office/drawing/2014/main" id="{89F9120B-2850-4247-A67C-99DC12221596}"/>
              </a:ext>
            </a:extLst>
          </p:cNvPr>
          <p:cNvSpPr>
            <a:spLocks xmlns:a="http://schemas.openxmlformats.org/drawingml/2006/main" noGrp="1"/>
          </p:cNvSpPr>
          <p:nvPr/>
        </p:nvSpPr>
        <p:spPr>
          <a:xfrm xmlns:a="http://schemas.openxmlformats.org/drawingml/2006/main">
            <a:off x="374904" y="1810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Legal under game rules</a:t>
            </a:r>
            <a:endParaRPr sz="820" b="0" i="0" u="none" cap="none">
              <a:solidFill>
                <a:schemeClr val="dk1"/>
              </a:solidFill>
              <a:latin typeface="Arial"/>
              <a:ea typeface="Arial"/>
              <a:cs typeface="Arial"/>
            </a:endParaRPr>
          </a:p>
        </p:txBody>
      </p:sp>
      <p:sp>
        <p:nvSpPr>
          <p:cNvPr id="2283" name="Google Shape;2283;p34">
            <a:extLst xmlns:a="http://schemas.openxmlformats.org/drawingml/2006/main">
              <a:ext uri="{FF2B5EF4-FFF2-40B4-BE49-F238E27FC236}">
                <a16:creationId xmlns:a16="http://schemas.microsoft.com/office/drawing/2014/main" id="{5BE9012D-E7C4-419E-A13B-D7F0D7FCAF63}"/>
              </a:ext>
            </a:extLst>
          </p:cNvPr>
          <p:cNvSpPr>
            <a:spLocks xmlns:a="http://schemas.openxmlformats.org/drawingml/2006/main" noGrp="1"/>
          </p:cNvSpPr>
          <p:nvPr/>
        </p:nvSpPr>
        <p:spPr>
          <a:xfrm xmlns:a="http://schemas.openxmlformats.org/drawingml/2006/main">
            <a:off x="2935224" y="1810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284" name="Google Shape;2284;p34">
            <a:extLst xmlns:a="http://schemas.openxmlformats.org/drawingml/2006/main">
              <a:ext uri="{FF2B5EF4-FFF2-40B4-BE49-F238E27FC236}">
                <a16:creationId xmlns:a16="http://schemas.microsoft.com/office/drawing/2014/main" id="{834D3498-399D-42EE-8955-04510A0FE383}"/>
              </a:ext>
            </a:extLst>
          </p:cNvPr>
          <p:cNvSpPr>
            <a:spLocks xmlns:a="http://schemas.openxmlformats.org/drawingml/2006/main" noGrp="1"/>
          </p:cNvSpPr>
          <p:nvPr/>
        </p:nvSpPr>
        <p:spPr>
          <a:xfrm xmlns:a="http://schemas.openxmlformats.org/drawingml/2006/main">
            <a:off x="357530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85" name="Google Shape;2285;p34">
            <a:extLst xmlns:a="http://schemas.openxmlformats.org/drawingml/2006/main">
              <a:ext uri="{FF2B5EF4-FFF2-40B4-BE49-F238E27FC236}">
                <a16:creationId xmlns:a16="http://schemas.microsoft.com/office/drawing/2014/main" id="{4486A796-588B-45D8-B83E-9FF3288E5B6D}"/>
              </a:ext>
            </a:extLst>
          </p:cNvPr>
          <p:cNvSpPr>
            <a:spLocks xmlns:a="http://schemas.openxmlformats.org/drawingml/2006/main" noGrp="1"/>
          </p:cNvSpPr>
          <p:nvPr/>
        </p:nvSpPr>
        <p:spPr>
          <a:xfrm xmlns:a="http://schemas.openxmlformats.org/drawingml/2006/main">
            <a:off x="439826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86" name="Google Shape;2286;p34">
            <a:extLst xmlns:a="http://schemas.openxmlformats.org/drawingml/2006/main">
              <a:ext uri="{FF2B5EF4-FFF2-40B4-BE49-F238E27FC236}">
                <a16:creationId xmlns:a16="http://schemas.microsoft.com/office/drawing/2014/main" id="{398ADBB3-BD7A-4D28-B9F1-2A0F39F1ECBF}"/>
              </a:ext>
            </a:extLst>
          </p:cNvPr>
          <p:cNvSpPr>
            <a:spLocks xmlns:a="http://schemas.openxmlformats.org/drawingml/2006/main" noGrp="1"/>
          </p:cNvSpPr>
          <p:nvPr/>
        </p:nvSpPr>
        <p:spPr>
          <a:xfrm xmlns:a="http://schemas.openxmlformats.org/drawingml/2006/main">
            <a:off x="522122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87" name="Google Shape;2287;p34">
            <a:extLst xmlns:a="http://schemas.openxmlformats.org/drawingml/2006/main">
              <a:ext uri="{FF2B5EF4-FFF2-40B4-BE49-F238E27FC236}">
                <a16:creationId xmlns:a16="http://schemas.microsoft.com/office/drawing/2014/main" id="{378B94C9-BF68-4C5C-8EE5-DCAAB64A3E75}"/>
              </a:ext>
            </a:extLst>
          </p:cNvPr>
          <p:cNvSpPr>
            <a:spLocks xmlns:a="http://schemas.openxmlformats.org/drawingml/2006/main" noGrp="1"/>
          </p:cNvSpPr>
          <p:nvPr/>
        </p:nvSpPr>
        <p:spPr>
          <a:xfrm xmlns:a="http://schemas.openxmlformats.org/drawingml/2006/main">
            <a:off x="604418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88" name="Google Shape;2288;p34">
            <a:extLst xmlns:a="http://schemas.openxmlformats.org/drawingml/2006/main">
              <a:ext uri="{FF2B5EF4-FFF2-40B4-BE49-F238E27FC236}">
                <a16:creationId xmlns:a16="http://schemas.microsoft.com/office/drawing/2014/main" id="{8ABD6126-CC9D-4983-B10F-4DAC9F4326EA}"/>
              </a:ext>
            </a:extLst>
          </p:cNvPr>
          <p:cNvSpPr>
            <a:spLocks xmlns:a="http://schemas.openxmlformats.org/drawingml/2006/main" noGrp="1"/>
          </p:cNvSpPr>
          <p:nvPr/>
        </p:nvSpPr>
        <p:spPr>
          <a:xfrm xmlns:a="http://schemas.openxmlformats.org/drawingml/2006/main">
            <a:off x="6867144" y="1810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89" name="Google Shape;2289;p34">
            <a:extLst xmlns:a="http://schemas.openxmlformats.org/drawingml/2006/main">
              <a:ext uri="{FF2B5EF4-FFF2-40B4-BE49-F238E27FC236}">
                <a16:creationId xmlns:a16="http://schemas.microsoft.com/office/drawing/2014/main" id="{1572D14C-D892-40B7-8811-D2ED7F738BEC}"/>
              </a:ext>
            </a:extLst>
          </p:cNvPr>
          <p:cNvSpPr>
            <a:spLocks xmlns:a="http://schemas.openxmlformats.org/drawingml/2006/main" noGrp="1"/>
          </p:cNvSpPr>
          <p:nvPr/>
        </p:nvSpPr>
        <p:spPr>
          <a:xfrm xmlns:a="http://schemas.openxmlformats.org/drawingml/2006/main">
            <a:off x="7690104" y="1810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646" name="Google Shape;2290;p34"/>
          <p:cNvCxnSpPr/>
          <p:nvPr/>
        </p:nvCxnSpPr>
        <p:spPr>
          <a:xfrm xmlns:a="http://schemas.openxmlformats.org/drawingml/2006/main">
            <a:off x="320040" y="2267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291" name="Google Shape;2291;p34">
            <a:extLst xmlns:a="http://schemas.openxmlformats.org/drawingml/2006/main">
              <a:ext uri="{FF2B5EF4-FFF2-40B4-BE49-F238E27FC236}">
                <a16:creationId xmlns:a16="http://schemas.microsoft.com/office/drawing/2014/main" id="{68302D82-3699-4338-8BC5-0859FB62807E}"/>
              </a:ext>
            </a:extLst>
          </p:cNvPr>
          <p:cNvSpPr>
            <a:spLocks xmlns:a="http://schemas.openxmlformats.org/drawingml/2006/main" noGrp="1"/>
          </p:cNvSpPr>
          <p:nvPr/>
        </p:nvSpPr>
        <p:spPr>
          <a:xfrm xmlns:a="http://schemas.openxmlformats.org/drawingml/2006/main">
            <a:off x="374904" y="2039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Weight</a:t>
            </a:r>
            <a:endParaRPr sz="820" b="0" i="0" u="none" cap="none">
              <a:solidFill>
                <a:schemeClr val="dk1"/>
              </a:solidFill>
              <a:latin typeface="Arial"/>
              <a:ea typeface="Arial"/>
              <a:cs typeface="Arial"/>
            </a:endParaRPr>
          </a:p>
        </p:txBody>
      </p:sp>
      <p:sp>
        <p:nvSpPr>
          <p:cNvPr id="2292" name="Google Shape;2292;p34">
            <a:extLst xmlns:a="http://schemas.openxmlformats.org/drawingml/2006/main">
              <a:ext uri="{FF2B5EF4-FFF2-40B4-BE49-F238E27FC236}">
                <a16:creationId xmlns:a16="http://schemas.microsoft.com/office/drawing/2014/main" id="{AFD424D2-5E22-4946-A5DF-B064E8DAF897}"/>
              </a:ext>
            </a:extLst>
          </p:cNvPr>
          <p:cNvSpPr>
            <a:spLocks xmlns:a="http://schemas.openxmlformats.org/drawingml/2006/main" noGrp="1"/>
          </p:cNvSpPr>
          <p:nvPr/>
        </p:nvSpPr>
        <p:spPr>
          <a:xfrm xmlns:a="http://schemas.openxmlformats.org/drawingml/2006/main">
            <a:off x="2935224" y="2039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293" name="Google Shape;2293;p34">
            <a:extLst xmlns:a="http://schemas.openxmlformats.org/drawingml/2006/main">
              <a:ext uri="{FF2B5EF4-FFF2-40B4-BE49-F238E27FC236}">
                <a16:creationId xmlns:a16="http://schemas.microsoft.com/office/drawing/2014/main" id="{1F5358CC-C793-4335-BDBD-A243B6438C05}"/>
              </a:ext>
            </a:extLst>
          </p:cNvPr>
          <p:cNvSpPr>
            <a:spLocks xmlns:a="http://schemas.openxmlformats.org/drawingml/2006/main" noGrp="1"/>
          </p:cNvSpPr>
          <p:nvPr/>
        </p:nvSpPr>
        <p:spPr>
          <a:xfrm xmlns:a="http://schemas.openxmlformats.org/drawingml/2006/main">
            <a:off x="357530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94" name="Google Shape;2294;p34">
            <a:extLst xmlns:a="http://schemas.openxmlformats.org/drawingml/2006/main">
              <a:ext uri="{FF2B5EF4-FFF2-40B4-BE49-F238E27FC236}">
                <a16:creationId xmlns:a16="http://schemas.microsoft.com/office/drawing/2014/main" id="{F80983FF-3C44-4341-8C6E-1B867FF14A52}"/>
              </a:ext>
            </a:extLst>
          </p:cNvPr>
          <p:cNvSpPr>
            <a:spLocks xmlns:a="http://schemas.openxmlformats.org/drawingml/2006/main" noGrp="1"/>
          </p:cNvSpPr>
          <p:nvPr/>
        </p:nvSpPr>
        <p:spPr>
          <a:xfrm xmlns:a="http://schemas.openxmlformats.org/drawingml/2006/main">
            <a:off x="439826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95" name="Google Shape;2295;p34">
            <a:extLst xmlns:a="http://schemas.openxmlformats.org/drawingml/2006/main">
              <a:ext uri="{FF2B5EF4-FFF2-40B4-BE49-F238E27FC236}">
                <a16:creationId xmlns:a16="http://schemas.microsoft.com/office/drawing/2014/main" id="{7435DEEB-1D0B-43E7-B2B9-BD9A166B00E8}"/>
              </a:ext>
            </a:extLst>
          </p:cNvPr>
          <p:cNvSpPr>
            <a:spLocks xmlns:a="http://schemas.openxmlformats.org/drawingml/2006/main" noGrp="1"/>
          </p:cNvSpPr>
          <p:nvPr/>
        </p:nvSpPr>
        <p:spPr>
          <a:xfrm xmlns:a="http://schemas.openxmlformats.org/drawingml/2006/main">
            <a:off x="522122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96" name="Google Shape;2296;p34">
            <a:extLst xmlns:a="http://schemas.openxmlformats.org/drawingml/2006/main">
              <a:ext uri="{FF2B5EF4-FFF2-40B4-BE49-F238E27FC236}">
                <a16:creationId xmlns:a16="http://schemas.microsoft.com/office/drawing/2014/main" id="{8BAF1706-970E-4ED2-9181-526B8EAC19B0}"/>
              </a:ext>
            </a:extLst>
          </p:cNvPr>
          <p:cNvSpPr>
            <a:spLocks xmlns:a="http://schemas.openxmlformats.org/drawingml/2006/main" noGrp="1"/>
          </p:cNvSpPr>
          <p:nvPr/>
        </p:nvSpPr>
        <p:spPr>
          <a:xfrm xmlns:a="http://schemas.openxmlformats.org/drawingml/2006/main">
            <a:off x="604418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97" name="Google Shape;2297;p34">
            <a:extLst xmlns:a="http://schemas.openxmlformats.org/drawingml/2006/main">
              <a:ext uri="{FF2B5EF4-FFF2-40B4-BE49-F238E27FC236}">
                <a16:creationId xmlns:a16="http://schemas.microsoft.com/office/drawing/2014/main" id="{5BDA909D-035B-4E8C-8238-488073A1D1EE}"/>
              </a:ext>
            </a:extLst>
          </p:cNvPr>
          <p:cNvSpPr>
            <a:spLocks xmlns:a="http://schemas.openxmlformats.org/drawingml/2006/main" noGrp="1"/>
          </p:cNvSpPr>
          <p:nvPr/>
        </p:nvSpPr>
        <p:spPr>
          <a:xfrm xmlns:a="http://schemas.openxmlformats.org/drawingml/2006/main">
            <a:off x="6867144" y="2039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298" name="Google Shape;2298;p34">
            <a:extLst xmlns:a="http://schemas.openxmlformats.org/drawingml/2006/main">
              <a:ext uri="{FF2B5EF4-FFF2-40B4-BE49-F238E27FC236}">
                <a16:creationId xmlns:a16="http://schemas.microsoft.com/office/drawing/2014/main" id="{0D5C2ABE-051D-4F93-A1BF-F717B8FE1582}"/>
              </a:ext>
            </a:extLst>
          </p:cNvPr>
          <p:cNvSpPr>
            <a:spLocks xmlns:a="http://schemas.openxmlformats.org/drawingml/2006/main" noGrp="1"/>
          </p:cNvSpPr>
          <p:nvPr/>
        </p:nvSpPr>
        <p:spPr>
          <a:xfrm xmlns:a="http://schemas.openxmlformats.org/drawingml/2006/main">
            <a:off x="7690104" y="2039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299" name="Google Shape;2299;p34">
            <a:extLst xmlns:a="http://schemas.openxmlformats.org/drawingml/2006/main">
              <a:ext uri="{FF2B5EF4-FFF2-40B4-BE49-F238E27FC236}">
                <a16:creationId xmlns:a16="http://schemas.microsoft.com/office/drawing/2014/main" id="{7A2D3F82-7683-45CC-914B-26B6BEDB0EC3}"/>
              </a:ext>
            </a:extLst>
          </p:cNvPr>
          <p:cNvSpPr>
            <a:spLocks xmlns:a="http://schemas.openxmlformats.org/drawingml/2006/main" noGrp="1"/>
          </p:cNvSpPr>
          <p:nvPr/>
        </p:nvSpPr>
        <p:spPr>
          <a:xfrm xmlns:a="http://schemas.openxmlformats.org/drawingml/2006/main">
            <a:off x="320040" y="22677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656" name="Google Shape;2300;p34"/>
          <p:cNvCxnSpPr/>
          <p:nvPr/>
        </p:nvCxnSpPr>
        <p:spPr>
          <a:xfrm xmlns:a="http://schemas.openxmlformats.org/drawingml/2006/main">
            <a:off x="320040" y="24963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01" name="Google Shape;2301;p34">
            <a:extLst xmlns:a="http://schemas.openxmlformats.org/drawingml/2006/main">
              <a:ext uri="{FF2B5EF4-FFF2-40B4-BE49-F238E27FC236}">
                <a16:creationId xmlns:a16="http://schemas.microsoft.com/office/drawing/2014/main" id="{AF8D90F3-34C9-41EF-96E7-391665E8A6CF}"/>
              </a:ext>
            </a:extLst>
          </p:cNvPr>
          <p:cNvSpPr>
            <a:spLocks xmlns:a="http://schemas.openxmlformats.org/drawingml/2006/main" noGrp="1"/>
          </p:cNvSpPr>
          <p:nvPr/>
        </p:nvSpPr>
        <p:spPr>
          <a:xfrm xmlns:a="http://schemas.openxmlformats.org/drawingml/2006/main">
            <a:off x="374904" y="22677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Complexity</a:t>
            </a:r>
            <a:endParaRPr sz="820" b="0" i="0" u="none" cap="none">
              <a:solidFill>
                <a:schemeClr val="dk1"/>
              </a:solidFill>
              <a:latin typeface="Arial"/>
              <a:ea typeface="Arial"/>
              <a:cs typeface="Arial"/>
            </a:endParaRPr>
          </a:p>
        </p:txBody>
      </p:sp>
      <p:sp>
        <p:nvSpPr>
          <p:cNvPr id="2302" name="Google Shape;2302;p34">
            <a:extLst xmlns:a="http://schemas.openxmlformats.org/drawingml/2006/main">
              <a:ext uri="{FF2B5EF4-FFF2-40B4-BE49-F238E27FC236}">
                <a16:creationId xmlns:a16="http://schemas.microsoft.com/office/drawing/2014/main" id="{F09EFC6F-1826-45C9-9042-AE634F86D7B9}"/>
              </a:ext>
            </a:extLst>
          </p:cNvPr>
          <p:cNvSpPr>
            <a:spLocks xmlns:a="http://schemas.openxmlformats.org/drawingml/2006/main" noGrp="1"/>
          </p:cNvSpPr>
          <p:nvPr/>
        </p:nvSpPr>
        <p:spPr>
          <a:xfrm xmlns:a="http://schemas.openxmlformats.org/drawingml/2006/main">
            <a:off x="2935224" y="22677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303" name="Google Shape;2303;p34">
            <a:extLst xmlns:a="http://schemas.openxmlformats.org/drawingml/2006/main">
              <a:ext uri="{FF2B5EF4-FFF2-40B4-BE49-F238E27FC236}">
                <a16:creationId xmlns:a16="http://schemas.microsoft.com/office/drawing/2014/main" id="{332C3AF3-FF6E-412B-B50E-F27767B2200F}"/>
              </a:ext>
            </a:extLst>
          </p:cNvPr>
          <p:cNvSpPr>
            <a:spLocks xmlns:a="http://schemas.openxmlformats.org/drawingml/2006/main" noGrp="1"/>
          </p:cNvSpPr>
          <p:nvPr/>
        </p:nvSpPr>
        <p:spPr>
          <a:xfrm xmlns:a="http://schemas.openxmlformats.org/drawingml/2006/main">
            <a:off x="357530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04" name="Google Shape;2304;p34">
            <a:extLst xmlns:a="http://schemas.openxmlformats.org/drawingml/2006/main">
              <a:ext uri="{FF2B5EF4-FFF2-40B4-BE49-F238E27FC236}">
                <a16:creationId xmlns:a16="http://schemas.microsoft.com/office/drawing/2014/main" id="{B598CD58-2BF5-42FF-AD2A-9BDA6CCC87EC}"/>
              </a:ext>
            </a:extLst>
          </p:cNvPr>
          <p:cNvSpPr>
            <a:spLocks xmlns:a="http://schemas.openxmlformats.org/drawingml/2006/main" noGrp="1"/>
          </p:cNvSpPr>
          <p:nvPr/>
        </p:nvSpPr>
        <p:spPr>
          <a:xfrm xmlns:a="http://schemas.openxmlformats.org/drawingml/2006/main">
            <a:off x="439826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05" name="Google Shape;2305;p34">
            <a:extLst xmlns:a="http://schemas.openxmlformats.org/drawingml/2006/main">
              <a:ext uri="{FF2B5EF4-FFF2-40B4-BE49-F238E27FC236}">
                <a16:creationId xmlns:a16="http://schemas.microsoft.com/office/drawing/2014/main" id="{4EBA6A50-F697-4E97-AD1F-E70B08EC813E}"/>
              </a:ext>
            </a:extLst>
          </p:cNvPr>
          <p:cNvSpPr>
            <a:spLocks xmlns:a="http://schemas.openxmlformats.org/drawingml/2006/main" noGrp="1"/>
          </p:cNvSpPr>
          <p:nvPr/>
        </p:nvSpPr>
        <p:spPr>
          <a:xfrm xmlns:a="http://schemas.openxmlformats.org/drawingml/2006/main">
            <a:off x="522122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06" name="Google Shape;2306;p34">
            <a:extLst xmlns:a="http://schemas.openxmlformats.org/drawingml/2006/main">
              <a:ext uri="{FF2B5EF4-FFF2-40B4-BE49-F238E27FC236}">
                <a16:creationId xmlns:a16="http://schemas.microsoft.com/office/drawing/2014/main" id="{8262F1F9-B42D-4E9B-A654-22D5A0ADB75B}"/>
              </a:ext>
            </a:extLst>
          </p:cNvPr>
          <p:cNvSpPr>
            <a:spLocks xmlns:a="http://schemas.openxmlformats.org/drawingml/2006/main" noGrp="1"/>
          </p:cNvSpPr>
          <p:nvPr/>
        </p:nvSpPr>
        <p:spPr>
          <a:xfrm xmlns:a="http://schemas.openxmlformats.org/drawingml/2006/main">
            <a:off x="604418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07" name="Google Shape;2307;p34">
            <a:extLst xmlns:a="http://schemas.openxmlformats.org/drawingml/2006/main">
              <a:ext uri="{FF2B5EF4-FFF2-40B4-BE49-F238E27FC236}">
                <a16:creationId xmlns:a16="http://schemas.microsoft.com/office/drawing/2014/main" id="{B4B7A59C-65DD-4E83-A396-B453F9832027}"/>
              </a:ext>
            </a:extLst>
          </p:cNvPr>
          <p:cNvSpPr>
            <a:spLocks xmlns:a="http://schemas.openxmlformats.org/drawingml/2006/main" noGrp="1"/>
          </p:cNvSpPr>
          <p:nvPr/>
        </p:nvSpPr>
        <p:spPr>
          <a:xfrm xmlns:a="http://schemas.openxmlformats.org/drawingml/2006/main">
            <a:off x="6867144" y="22677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08" name="Google Shape;2308;p34">
            <a:extLst xmlns:a="http://schemas.openxmlformats.org/drawingml/2006/main">
              <a:ext uri="{FF2B5EF4-FFF2-40B4-BE49-F238E27FC236}">
                <a16:creationId xmlns:a16="http://schemas.microsoft.com/office/drawing/2014/main" id="{A571CDF9-F951-446A-8A23-E7FD68823AA3}"/>
              </a:ext>
            </a:extLst>
          </p:cNvPr>
          <p:cNvSpPr>
            <a:spLocks xmlns:a="http://schemas.openxmlformats.org/drawingml/2006/main" noGrp="1"/>
          </p:cNvSpPr>
          <p:nvPr/>
        </p:nvSpPr>
        <p:spPr>
          <a:xfrm xmlns:a="http://schemas.openxmlformats.org/drawingml/2006/main">
            <a:off x="7690104" y="22677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665" name="Google Shape;2309;p34"/>
          <p:cNvCxnSpPr/>
          <p:nvPr/>
        </p:nvCxnSpPr>
        <p:spPr>
          <a:xfrm xmlns:a="http://schemas.openxmlformats.org/drawingml/2006/main">
            <a:off x="320040" y="27249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10" name="Google Shape;2310;p34">
            <a:extLst xmlns:a="http://schemas.openxmlformats.org/drawingml/2006/main">
              <a:ext uri="{FF2B5EF4-FFF2-40B4-BE49-F238E27FC236}">
                <a16:creationId xmlns:a16="http://schemas.microsoft.com/office/drawing/2014/main" id="{ECCFC2FE-B05A-45AC-BA35-54D6BBC45255}"/>
              </a:ext>
            </a:extLst>
          </p:cNvPr>
          <p:cNvSpPr>
            <a:spLocks xmlns:a="http://schemas.openxmlformats.org/drawingml/2006/main" noGrp="1"/>
          </p:cNvSpPr>
          <p:nvPr/>
        </p:nvSpPr>
        <p:spPr>
          <a:xfrm xmlns:a="http://schemas.openxmlformats.org/drawingml/2006/main">
            <a:off x="374904" y="24963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Affects offensive capacity</a:t>
            </a:r>
            <a:endParaRPr sz="820" b="0" i="0" u="none" cap="none">
              <a:solidFill>
                <a:schemeClr val="dk1"/>
              </a:solidFill>
              <a:latin typeface="Arial"/>
              <a:ea typeface="Arial"/>
              <a:cs typeface="Arial"/>
            </a:endParaRPr>
          </a:p>
        </p:txBody>
      </p:sp>
      <p:sp>
        <p:nvSpPr>
          <p:cNvPr id="2311" name="Google Shape;2311;p34">
            <a:extLst xmlns:a="http://schemas.openxmlformats.org/drawingml/2006/main">
              <a:ext uri="{FF2B5EF4-FFF2-40B4-BE49-F238E27FC236}">
                <a16:creationId xmlns:a16="http://schemas.microsoft.com/office/drawing/2014/main" id="{27850FDF-1B03-46E0-B414-9A720D2465BA}"/>
              </a:ext>
            </a:extLst>
          </p:cNvPr>
          <p:cNvSpPr>
            <a:spLocks xmlns:a="http://schemas.openxmlformats.org/drawingml/2006/main" noGrp="1"/>
          </p:cNvSpPr>
          <p:nvPr/>
        </p:nvSpPr>
        <p:spPr>
          <a:xfrm xmlns:a="http://schemas.openxmlformats.org/drawingml/2006/main">
            <a:off x="2935224" y="24963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312" name="Google Shape;2312;p34">
            <a:extLst xmlns:a="http://schemas.openxmlformats.org/drawingml/2006/main">
              <a:ext uri="{FF2B5EF4-FFF2-40B4-BE49-F238E27FC236}">
                <a16:creationId xmlns:a16="http://schemas.microsoft.com/office/drawing/2014/main" id="{2E5B9B7D-4500-4C93-940D-200AB3E1FCC8}"/>
              </a:ext>
            </a:extLst>
          </p:cNvPr>
          <p:cNvSpPr>
            <a:spLocks xmlns:a="http://schemas.openxmlformats.org/drawingml/2006/main" noGrp="1"/>
          </p:cNvSpPr>
          <p:nvPr/>
        </p:nvSpPr>
        <p:spPr>
          <a:xfrm xmlns:a="http://schemas.openxmlformats.org/drawingml/2006/main">
            <a:off x="357530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13" name="Google Shape;2313;p34">
            <a:extLst xmlns:a="http://schemas.openxmlformats.org/drawingml/2006/main">
              <a:ext uri="{FF2B5EF4-FFF2-40B4-BE49-F238E27FC236}">
                <a16:creationId xmlns:a16="http://schemas.microsoft.com/office/drawing/2014/main" id="{246E0829-3AC2-4187-82D3-D6C23DF08DDB}"/>
              </a:ext>
            </a:extLst>
          </p:cNvPr>
          <p:cNvSpPr>
            <a:spLocks xmlns:a="http://schemas.openxmlformats.org/drawingml/2006/main" noGrp="1"/>
          </p:cNvSpPr>
          <p:nvPr/>
        </p:nvSpPr>
        <p:spPr>
          <a:xfrm xmlns:a="http://schemas.openxmlformats.org/drawingml/2006/main">
            <a:off x="439826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14" name="Google Shape;2314;p34">
            <a:extLst xmlns:a="http://schemas.openxmlformats.org/drawingml/2006/main">
              <a:ext uri="{FF2B5EF4-FFF2-40B4-BE49-F238E27FC236}">
                <a16:creationId xmlns:a16="http://schemas.microsoft.com/office/drawing/2014/main" id="{988BDB50-229F-45C5-B947-C2A0196E6050}"/>
              </a:ext>
            </a:extLst>
          </p:cNvPr>
          <p:cNvSpPr>
            <a:spLocks xmlns:a="http://schemas.openxmlformats.org/drawingml/2006/main" noGrp="1"/>
          </p:cNvSpPr>
          <p:nvPr/>
        </p:nvSpPr>
        <p:spPr>
          <a:xfrm xmlns:a="http://schemas.openxmlformats.org/drawingml/2006/main">
            <a:off x="522122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15" name="Google Shape;2315;p34">
            <a:extLst xmlns:a="http://schemas.openxmlformats.org/drawingml/2006/main">
              <a:ext uri="{FF2B5EF4-FFF2-40B4-BE49-F238E27FC236}">
                <a16:creationId xmlns:a16="http://schemas.microsoft.com/office/drawing/2014/main" id="{51010C80-353E-4B66-A43F-2F25C83953B8}"/>
              </a:ext>
            </a:extLst>
          </p:cNvPr>
          <p:cNvSpPr>
            <a:spLocks xmlns:a="http://schemas.openxmlformats.org/drawingml/2006/main" noGrp="1"/>
          </p:cNvSpPr>
          <p:nvPr/>
        </p:nvSpPr>
        <p:spPr>
          <a:xfrm xmlns:a="http://schemas.openxmlformats.org/drawingml/2006/main">
            <a:off x="604418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16" name="Google Shape;2316;p34">
            <a:extLst xmlns:a="http://schemas.openxmlformats.org/drawingml/2006/main">
              <a:ext uri="{FF2B5EF4-FFF2-40B4-BE49-F238E27FC236}">
                <a16:creationId xmlns:a16="http://schemas.microsoft.com/office/drawing/2014/main" id="{57119B19-B0AE-43A3-9986-B2F4A4102F03}"/>
              </a:ext>
            </a:extLst>
          </p:cNvPr>
          <p:cNvSpPr>
            <a:spLocks xmlns:a="http://schemas.openxmlformats.org/drawingml/2006/main" noGrp="1"/>
          </p:cNvSpPr>
          <p:nvPr/>
        </p:nvSpPr>
        <p:spPr>
          <a:xfrm xmlns:a="http://schemas.openxmlformats.org/drawingml/2006/main">
            <a:off x="6867144" y="24963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17" name="Google Shape;2317;p34">
            <a:extLst xmlns:a="http://schemas.openxmlformats.org/drawingml/2006/main">
              <a:ext uri="{FF2B5EF4-FFF2-40B4-BE49-F238E27FC236}">
                <a16:creationId xmlns:a16="http://schemas.microsoft.com/office/drawing/2014/main" id="{5145B4D0-9FB7-49E3-AEDE-795DE156BE64}"/>
              </a:ext>
            </a:extLst>
          </p:cNvPr>
          <p:cNvSpPr>
            <a:spLocks xmlns:a="http://schemas.openxmlformats.org/drawingml/2006/main" noGrp="1"/>
          </p:cNvSpPr>
          <p:nvPr/>
        </p:nvSpPr>
        <p:spPr>
          <a:xfrm xmlns:a="http://schemas.openxmlformats.org/drawingml/2006/main">
            <a:off x="7690104" y="24963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18" name="Google Shape;2318;p34">
            <a:extLst xmlns:a="http://schemas.openxmlformats.org/drawingml/2006/main">
              <a:ext uri="{FF2B5EF4-FFF2-40B4-BE49-F238E27FC236}">
                <a16:creationId xmlns:a16="http://schemas.microsoft.com/office/drawing/2014/main" id="{22CBD18D-8110-4095-BCE8-1FD1CBA8DC0A}"/>
              </a:ext>
            </a:extLst>
          </p:cNvPr>
          <p:cNvSpPr>
            <a:spLocks xmlns:a="http://schemas.openxmlformats.org/drawingml/2006/main" noGrp="1"/>
          </p:cNvSpPr>
          <p:nvPr/>
        </p:nvSpPr>
        <p:spPr>
          <a:xfrm xmlns:a="http://schemas.openxmlformats.org/drawingml/2006/main">
            <a:off x="320040" y="27249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675" name="Google Shape;2319;p34"/>
          <p:cNvCxnSpPr/>
          <p:nvPr/>
        </p:nvCxnSpPr>
        <p:spPr>
          <a:xfrm xmlns:a="http://schemas.openxmlformats.org/drawingml/2006/main">
            <a:off x="320040" y="29535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20" name="Google Shape;2320;p34">
            <a:extLst xmlns:a="http://schemas.openxmlformats.org/drawingml/2006/main">
              <a:ext uri="{FF2B5EF4-FFF2-40B4-BE49-F238E27FC236}">
                <a16:creationId xmlns:a16="http://schemas.microsoft.com/office/drawing/2014/main" id="{9BAA3F5C-38CA-4A76-9BE7-26EC22D86130}"/>
              </a:ext>
            </a:extLst>
          </p:cNvPr>
          <p:cNvSpPr>
            <a:spLocks xmlns:a="http://schemas.openxmlformats.org/drawingml/2006/main" noGrp="1"/>
          </p:cNvSpPr>
          <p:nvPr/>
        </p:nvSpPr>
        <p:spPr>
          <a:xfrm xmlns:a="http://schemas.openxmlformats.org/drawingml/2006/main">
            <a:off x="374904" y="27249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Smart Motor / sensor count</a:t>
            </a:r>
            <a:endParaRPr sz="820" b="0" i="0" u="none" cap="none">
              <a:solidFill>
                <a:schemeClr val="dk1"/>
              </a:solidFill>
              <a:latin typeface="Arial"/>
              <a:ea typeface="Arial"/>
              <a:cs typeface="Arial"/>
            </a:endParaRPr>
          </a:p>
        </p:txBody>
      </p:sp>
      <p:sp>
        <p:nvSpPr>
          <p:cNvPr id="2321" name="Google Shape;2321;p34">
            <a:extLst xmlns:a="http://schemas.openxmlformats.org/drawingml/2006/main">
              <a:ext uri="{FF2B5EF4-FFF2-40B4-BE49-F238E27FC236}">
                <a16:creationId xmlns:a16="http://schemas.microsoft.com/office/drawing/2014/main" id="{44B88922-F5AE-4C4F-9DE9-D8C1F4938930}"/>
              </a:ext>
            </a:extLst>
          </p:cNvPr>
          <p:cNvSpPr>
            <a:spLocks xmlns:a="http://schemas.openxmlformats.org/drawingml/2006/main" noGrp="1"/>
          </p:cNvSpPr>
          <p:nvPr/>
        </p:nvSpPr>
        <p:spPr>
          <a:xfrm xmlns:a="http://schemas.openxmlformats.org/drawingml/2006/main">
            <a:off x="2935224" y="27249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322" name="Google Shape;2322;p34">
            <a:extLst xmlns:a="http://schemas.openxmlformats.org/drawingml/2006/main">
              <a:ext uri="{FF2B5EF4-FFF2-40B4-BE49-F238E27FC236}">
                <a16:creationId xmlns:a16="http://schemas.microsoft.com/office/drawing/2014/main" id="{F964282F-FACF-4EBD-A270-CBAF5874CA0E}"/>
              </a:ext>
            </a:extLst>
          </p:cNvPr>
          <p:cNvSpPr>
            <a:spLocks xmlns:a="http://schemas.openxmlformats.org/drawingml/2006/main" noGrp="1"/>
          </p:cNvSpPr>
          <p:nvPr/>
        </p:nvSpPr>
        <p:spPr>
          <a:xfrm xmlns:a="http://schemas.openxmlformats.org/drawingml/2006/main">
            <a:off x="357530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23" name="Google Shape;2323;p34">
            <a:extLst xmlns:a="http://schemas.openxmlformats.org/drawingml/2006/main">
              <a:ext uri="{FF2B5EF4-FFF2-40B4-BE49-F238E27FC236}">
                <a16:creationId xmlns:a16="http://schemas.microsoft.com/office/drawing/2014/main" id="{BDE3399B-78CC-462C-9C88-3E61EEBFAF88}"/>
              </a:ext>
            </a:extLst>
          </p:cNvPr>
          <p:cNvSpPr>
            <a:spLocks xmlns:a="http://schemas.openxmlformats.org/drawingml/2006/main" noGrp="1"/>
          </p:cNvSpPr>
          <p:nvPr/>
        </p:nvSpPr>
        <p:spPr>
          <a:xfrm xmlns:a="http://schemas.openxmlformats.org/drawingml/2006/main">
            <a:off x="439826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24" name="Google Shape;2324;p34">
            <a:extLst xmlns:a="http://schemas.openxmlformats.org/drawingml/2006/main">
              <a:ext uri="{FF2B5EF4-FFF2-40B4-BE49-F238E27FC236}">
                <a16:creationId xmlns:a16="http://schemas.microsoft.com/office/drawing/2014/main" id="{D005FDB8-5899-4DEE-A843-877F28A11AA8}"/>
              </a:ext>
            </a:extLst>
          </p:cNvPr>
          <p:cNvSpPr>
            <a:spLocks xmlns:a="http://schemas.openxmlformats.org/drawingml/2006/main" noGrp="1"/>
          </p:cNvSpPr>
          <p:nvPr/>
        </p:nvSpPr>
        <p:spPr>
          <a:xfrm xmlns:a="http://schemas.openxmlformats.org/drawingml/2006/main">
            <a:off x="522122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25" name="Google Shape;2325;p34">
            <a:extLst xmlns:a="http://schemas.openxmlformats.org/drawingml/2006/main">
              <a:ext uri="{FF2B5EF4-FFF2-40B4-BE49-F238E27FC236}">
                <a16:creationId xmlns:a16="http://schemas.microsoft.com/office/drawing/2014/main" id="{843A2050-CF60-4B98-85E2-40305D7F87B9}"/>
              </a:ext>
            </a:extLst>
          </p:cNvPr>
          <p:cNvSpPr>
            <a:spLocks xmlns:a="http://schemas.openxmlformats.org/drawingml/2006/main" noGrp="1"/>
          </p:cNvSpPr>
          <p:nvPr/>
        </p:nvSpPr>
        <p:spPr>
          <a:xfrm xmlns:a="http://schemas.openxmlformats.org/drawingml/2006/main">
            <a:off x="604418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26" name="Google Shape;2326;p34">
            <a:extLst xmlns:a="http://schemas.openxmlformats.org/drawingml/2006/main">
              <a:ext uri="{FF2B5EF4-FFF2-40B4-BE49-F238E27FC236}">
                <a16:creationId xmlns:a16="http://schemas.microsoft.com/office/drawing/2014/main" id="{154FD8B5-54E0-48FB-B8AE-B405F329204C}"/>
              </a:ext>
            </a:extLst>
          </p:cNvPr>
          <p:cNvSpPr>
            <a:spLocks xmlns:a="http://schemas.openxmlformats.org/drawingml/2006/main" noGrp="1"/>
          </p:cNvSpPr>
          <p:nvPr/>
        </p:nvSpPr>
        <p:spPr>
          <a:xfrm xmlns:a="http://schemas.openxmlformats.org/drawingml/2006/main">
            <a:off x="6867144" y="27249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27" name="Google Shape;2327;p34">
            <a:extLst xmlns:a="http://schemas.openxmlformats.org/drawingml/2006/main">
              <a:ext uri="{FF2B5EF4-FFF2-40B4-BE49-F238E27FC236}">
                <a16:creationId xmlns:a16="http://schemas.microsoft.com/office/drawing/2014/main" id="{388CBC94-1AE9-446F-9259-6627DACDDF4D}"/>
              </a:ext>
            </a:extLst>
          </p:cNvPr>
          <p:cNvSpPr>
            <a:spLocks xmlns:a="http://schemas.openxmlformats.org/drawingml/2006/main" noGrp="1"/>
          </p:cNvSpPr>
          <p:nvPr/>
        </p:nvSpPr>
        <p:spPr>
          <a:xfrm xmlns:a="http://schemas.openxmlformats.org/drawingml/2006/main">
            <a:off x="7690104" y="27249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cxnSp>
        <p:nvCxnSpPr>
          <p:cNvPr id="2684" name="Google Shape;2328;p34"/>
          <p:cNvCxnSpPr/>
          <p:nvPr/>
        </p:nvCxnSpPr>
        <p:spPr>
          <a:xfrm xmlns:a="http://schemas.openxmlformats.org/drawingml/2006/main">
            <a:off x="320040" y="31821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29" name="Google Shape;2329;p34">
            <a:extLst xmlns:a="http://schemas.openxmlformats.org/drawingml/2006/main">
              <a:ext uri="{FF2B5EF4-FFF2-40B4-BE49-F238E27FC236}">
                <a16:creationId xmlns:a16="http://schemas.microsoft.com/office/drawing/2014/main" id="{51CBADE7-5E65-4DA4-8B50-B6CD7B02BD23}"/>
              </a:ext>
            </a:extLst>
          </p:cNvPr>
          <p:cNvSpPr>
            <a:spLocks xmlns:a="http://schemas.openxmlformats.org/drawingml/2006/main" noGrp="1"/>
          </p:cNvSpPr>
          <p:nvPr/>
        </p:nvSpPr>
        <p:spPr>
          <a:xfrm xmlns:a="http://schemas.openxmlformats.org/drawingml/2006/main">
            <a:off x="374904" y="29535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Build risk</a:t>
            </a:r>
            <a:endParaRPr sz="820" b="0" i="0" u="none" cap="none">
              <a:solidFill>
                <a:schemeClr val="dk1"/>
              </a:solidFill>
              <a:latin typeface="Arial"/>
              <a:ea typeface="Arial"/>
              <a:cs typeface="Arial"/>
            </a:endParaRPr>
          </a:p>
        </p:txBody>
      </p:sp>
      <p:sp>
        <p:nvSpPr>
          <p:cNvPr id="2330" name="Google Shape;2330;p34">
            <a:extLst xmlns:a="http://schemas.openxmlformats.org/drawingml/2006/main">
              <a:ext uri="{FF2B5EF4-FFF2-40B4-BE49-F238E27FC236}">
                <a16:creationId xmlns:a16="http://schemas.microsoft.com/office/drawing/2014/main" id="{1E1A1971-49D9-458E-8947-00D8C011F167}"/>
              </a:ext>
            </a:extLst>
          </p:cNvPr>
          <p:cNvSpPr>
            <a:spLocks xmlns:a="http://schemas.openxmlformats.org/drawingml/2006/main" noGrp="1"/>
          </p:cNvSpPr>
          <p:nvPr/>
        </p:nvSpPr>
        <p:spPr>
          <a:xfrm xmlns:a="http://schemas.openxmlformats.org/drawingml/2006/main">
            <a:off x="2935224" y="29535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a:t>
            </a:r>
            <a:endParaRPr sz="820" b="0" i="0" u="none" cap="none">
              <a:solidFill>
                <a:schemeClr val="dk1"/>
              </a:solidFill>
              <a:latin typeface="Arial"/>
              <a:ea typeface="Arial"/>
              <a:cs typeface="Arial"/>
            </a:endParaRPr>
          </a:p>
        </p:txBody>
      </p:sp>
      <p:sp>
        <p:nvSpPr>
          <p:cNvPr id="2331" name="Google Shape;2331;p34">
            <a:extLst xmlns:a="http://schemas.openxmlformats.org/drawingml/2006/main">
              <a:ext uri="{FF2B5EF4-FFF2-40B4-BE49-F238E27FC236}">
                <a16:creationId xmlns:a16="http://schemas.microsoft.com/office/drawing/2014/main" id="{7A34D03C-9FB5-448D-A9A4-78CA90C3FEAC}"/>
              </a:ext>
            </a:extLst>
          </p:cNvPr>
          <p:cNvSpPr>
            <a:spLocks xmlns:a="http://schemas.openxmlformats.org/drawingml/2006/main" noGrp="1"/>
          </p:cNvSpPr>
          <p:nvPr/>
        </p:nvSpPr>
        <p:spPr>
          <a:xfrm xmlns:a="http://schemas.openxmlformats.org/drawingml/2006/main">
            <a:off x="357530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32" name="Google Shape;2332;p34">
            <a:extLst xmlns:a="http://schemas.openxmlformats.org/drawingml/2006/main">
              <a:ext uri="{FF2B5EF4-FFF2-40B4-BE49-F238E27FC236}">
                <a16:creationId xmlns:a16="http://schemas.microsoft.com/office/drawing/2014/main" id="{3B8D64D2-F642-4B78-889B-325A748A19E9}"/>
              </a:ext>
            </a:extLst>
          </p:cNvPr>
          <p:cNvSpPr>
            <a:spLocks xmlns:a="http://schemas.openxmlformats.org/drawingml/2006/main" noGrp="1"/>
          </p:cNvSpPr>
          <p:nvPr/>
        </p:nvSpPr>
        <p:spPr>
          <a:xfrm xmlns:a="http://schemas.openxmlformats.org/drawingml/2006/main">
            <a:off x="439826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33" name="Google Shape;2333;p34">
            <a:extLst xmlns:a="http://schemas.openxmlformats.org/drawingml/2006/main">
              <a:ext uri="{FF2B5EF4-FFF2-40B4-BE49-F238E27FC236}">
                <a16:creationId xmlns:a16="http://schemas.microsoft.com/office/drawing/2014/main" id="{2D873472-7AC3-4731-BE8B-15F8E3152F9B}"/>
              </a:ext>
            </a:extLst>
          </p:cNvPr>
          <p:cNvSpPr>
            <a:spLocks xmlns:a="http://schemas.openxmlformats.org/drawingml/2006/main" noGrp="1"/>
          </p:cNvSpPr>
          <p:nvPr/>
        </p:nvSpPr>
        <p:spPr>
          <a:xfrm xmlns:a="http://schemas.openxmlformats.org/drawingml/2006/main">
            <a:off x="522122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34" name="Google Shape;2334;p34">
            <a:extLst xmlns:a="http://schemas.openxmlformats.org/drawingml/2006/main">
              <a:ext uri="{FF2B5EF4-FFF2-40B4-BE49-F238E27FC236}">
                <a16:creationId xmlns:a16="http://schemas.microsoft.com/office/drawing/2014/main" id="{2292DD0F-64F8-4C49-86AB-4886C48A2486}"/>
              </a:ext>
            </a:extLst>
          </p:cNvPr>
          <p:cNvSpPr>
            <a:spLocks xmlns:a="http://schemas.openxmlformats.org/drawingml/2006/main" noGrp="1"/>
          </p:cNvSpPr>
          <p:nvPr/>
        </p:nvSpPr>
        <p:spPr>
          <a:xfrm xmlns:a="http://schemas.openxmlformats.org/drawingml/2006/main">
            <a:off x="604418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35" name="Google Shape;2335;p34">
            <a:extLst xmlns:a="http://schemas.openxmlformats.org/drawingml/2006/main">
              <a:ext uri="{FF2B5EF4-FFF2-40B4-BE49-F238E27FC236}">
                <a16:creationId xmlns:a16="http://schemas.microsoft.com/office/drawing/2014/main" id="{315C7FC2-4FBE-45C7-98E2-4FBB2F559942}"/>
              </a:ext>
            </a:extLst>
          </p:cNvPr>
          <p:cNvSpPr>
            <a:spLocks xmlns:a="http://schemas.openxmlformats.org/drawingml/2006/main" noGrp="1"/>
          </p:cNvSpPr>
          <p:nvPr/>
        </p:nvSpPr>
        <p:spPr>
          <a:xfrm xmlns:a="http://schemas.openxmlformats.org/drawingml/2006/main">
            <a:off x="6867144" y="29535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a:t>
            </a:r>
            <a:endParaRPr sz="820" b="0" i="0" u="none" cap="none">
              <a:solidFill>
                <a:schemeClr val="dk1"/>
              </a:solidFill>
              <a:latin typeface="Arial"/>
              <a:ea typeface="Arial"/>
              <a:cs typeface="Arial"/>
            </a:endParaRPr>
          </a:p>
        </p:txBody>
      </p:sp>
      <p:sp>
        <p:nvSpPr>
          <p:cNvPr id="2336" name="Google Shape;2336;p34">
            <a:extLst xmlns:a="http://schemas.openxmlformats.org/drawingml/2006/main">
              <a:ext uri="{FF2B5EF4-FFF2-40B4-BE49-F238E27FC236}">
                <a16:creationId xmlns:a16="http://schemas.microsoft.com/office/drawing/2014/main" id="{70E2D50D-E519-4EF5-9F44-0EC6FFB0F42F}"/>
              </a:ext>
            </a:extLst>
          </p:cNvPr>
          <p:cNvSpPr>
            <a:spLocks xmlns:a="http://schemas.openxmlformats.org/drawingml/2006/main" noGrp="1"/>
          </p:cNvSpPr>
          <p:nvPr/>
        </p:nvSpPr>
        <p:spPr>
          <a:xfrm xmlns:a="http://schemas.openxmlformats.org/drawingml/2006/main">
            <a:off x="7690104" y="29535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[W×S]</a:t>
            </a:r>
            <a:endParaRPr sz="820" b="0" i="0" u="none" cap="none">
              <a:solidFill>
                <a:schemeClr val="dk1"/>
              </a:solidFill>
              <a:latin typeface="Arial"/>
              <a:ea typeface="Arial"/>
              <a:cs typeface="Arial"/>
            </a:endParaRPr>
          </a:p>
        </p:txBody>
      </p:sp>
      <p:sp>
        <p:nvSpPr>
          <p:cNvPr id="2337" name="Google Shape;2337;p34">
            <a:extLst xmlns:a="http://schemas.openxmlformats.org/drawingml/2006/main">
              <a:ext uri="{FF2B5EF4-FFF2-40B4-BE49-F238E27FC236}">
                <a16:creationId xmlns:a16="http://schemas.microsoft.com/office/drawing/2014/main" id="{D3E4650E-A466-4E3C-92E1-3A27A8FB5773}"/>
              </a:ext>
            </a:extLst>
          </p:cNvPr>
          <p:cNvSpPr>
            <a:spLocks xmlns:a="http://schemas.openxmlformats.org/drawingml/2006/main" noGrp="1"/>
          </p:cNvSpPr>
          <p:nvPr/>
        </p:nvSpPr>
        <p:spPr>
          <a:xfrm xmlns:a="http://schemas.openxmlformats.org/drawingml/2006/main">
            <a:off x="320040" y="3182112"/>
            <a:ext cx="8503920" cy="2286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694" name="Google Shape;2338;p34"/>
          <p:cNvCxnSpPr/>
          <p:nvPr/>
        </p:nvCxnSpPr>
        <p:spPr>
          <a:xfrm xmlns:a="http://schemas.openxmlformats.org/drawingml/2006/main">
            <a:off x="320040" y="34107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39" name="Google Shape;2339;p34">
            <a:extLst xmlns:a="http://schemas.openxmlformats.org/drawingml/2006/main">
              <a:ext uri="{FF2B5EF4-FFF2-40B4-BE49-F238E27FC236}">
                <a16:creationId xmlns:a16="http://schemas.microsoft.com/office/drawing/2014/main" id="{FA071D5E-5A22-4E1C-9499-D1EF26B635C4}"/>
              </a:ext>
            </a:extLst>
          </p:cNvPr>
          <p:cNvSpPr>
            <a:spLocks xmlns:a="http://schemas.openxmlformats.org/drawingml/2006/main" noGrp="1"/>
          </p:cNvSpPr>
          <p:nvPr/>
        </p:nvSpPr>
        <p:spPr>
          <a:xfrm xmlns:a="http://schemas.openxmlformats.org/drawingml/2006/main">
            <a:off x="374904" y="3182112"/>
            <a:ext cx="25054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TOTAL</a:t>
            </a:r>
            <a:endParaRPr sz="820" b="0" i="0" u="none" cap="none">
              <a:solidFill>
                <a:schemeClr val="dk1"/>
              </a:solidFill>
              <a:latin typeface="Arial"/>
              <a:ea typeface="Arial"/>
              <a:cs typeface="Arial"/>
            </a:endParaRPr>
          </a:p>
        </p:txBody>
      </p:sp>
      <p:sp>
        <p:nvSpPr>
          <p:cNvPr id="2340" name="Google Shape;2340;p34">
            <a:extLst xmlns:a="http://schemas.openxmlformats.org/drawingml/2006/main">
              <a:ext uri="{FF2B5EF4-FFF2-40B4-BE49-F238E27FC236}">
                <a16:creationId xmlns:a16="http://schemas.microsoft.com/office/drawing/2014/main" id="{37EFE0B9-D7F7-4F41-BA45-8F085AEED48A}"/>
              </a:ext>
            </a:extLst>
          </p:cNvPr>
          <p:cNvSpPr>
            <a:spLocks xmlns:a="http://schemas.openxmlformats.org/drawingml/2006/main" noGrp="1"/>
          </p:cNvSpPr>
          <p:nvPr/>
        </p:nvSpPr>
        <p:spPr>
          <a:xfrm xmlns:a="http://schemas.openxmlformats.org/drawingml/2006/main">
            <a:off x="2935224" y="3182112"/>
            <a:ext cx="5852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341" name="Google Shape;2341;p34">
            <a:extLst xmlns:a="http://schemas.openxmlformats.org/drawingml/2006/main">
              <a:ext uri="{FF2B5EF4-FFF2-40B4-BE49-F238E27FC236}">
                <a16:creationId xmlns:a16="http://schemas.microsoft.com/office/drawing/2014/main" id="{5DCD6F0B-A53A-45C6-B2B4-B321E5226AB7}"/>
              </a:ext>
            </a:extLst>
          </p:cNvPr>
          <p:cNvSpPr>
            <a:spLocks xmlns:a="http://schemas.openxmlformats.org/drawingml/2006/main" noGrp="1"/>
          </p:cNvSpPr>
          <p:nvPr/>
        </p:nvSpPr>
        <p:spPr>
          <a:xfrm xmlns:a="http://schemas.openxmlformats.org/drawingml/2006/main">
            <a:off x="357530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342" name="Google Shape;2342;p34">
            <a:extLst xmlns:a="http://schemas.openxmlformats.org/drawingml/2006/main">
              <a:ext uri="{FF2B5EF4-FFF2-40B4-BE49-F238E27FC236}">
                <a16:creationId xmlns:a16="http://schemas.microsoft.com/office/drawing/2014/main" id="{AEE61630-5689-46FE-BF84-EA0735585768}"/>
              </a:ext>
            </a:extLst>
          </p:cNvPr>
          <p:cNvSpPr>
            <a:spLocks xmlns:a="http://schemas.openxmlformats.org/drawingml/2006/main" noGrp="1"/>
          </p:cNvSpPr>
          <p:nvPr/>
        </p:nvSpPr>
        <p:spPr>
          <a:xfrm xmlns:a="http://schemas.openxmlformats.org/drawingml/2006/main">
            <a:off x="439826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343" name="Google Shape;2343;p34">
            <a:extLst xmlns:a="http://schemas.openxmlformats.org/drawingml/2006/main">
              <a:ext uri="{FF2B5EF4-FFF2-40B4-BE49-F238E27FC236}">
                <a16:creationId xmlns:a16="http://schemas.microsoft.com/office/drawing/2014/main" id="{232DEFDD-3039-462B-8C6B-132780DC276C}"/>
              </a:ext>
            </a:extLst>
          </p:cNvPr>
          <p:cNvSpPr>
            <a:spLocks xmlns:a="http://schemas.openxmlformats.org/drawingml/2006/main" noGrp="1"/>
          </p:cNvSpPr>
          <p:nvPr/>
        </p:nvSpPr>
        <p:spPr>
          <a:xfrm xmlns:a="http://schemas.openxmlformats.org/drawingml/2006/main">
            <a:off x="522122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344" name="Google Shape;2344;p34">
            <a:extLst xmlns:a="http://schemas.openxmlformats.org/drawingml/2006/main">
              <a:ext uri="{FF2B5EF4-FFF2-40B4-BE49-F238E27FC236}">
                <a16:creationId xmlns:a16="http://schemas.microsoft.com/office/drawing/2014/main" id="{7630D17C-42AA-489E-BB4A-07759257FC07}"/>
              </a:ext>
            </a:extLst>
          </p:cNvPr>
          <p:cNvSpPr>
            <a:spLocks xmlns:a="http://schemas.openxmlformats.org/drawingml/2006/main" noGrp="1"/>
          </p:cNvSpPr>
          <p:nvPr/>
        </p:nvSpPr>
        <p:spPr>
          <a:xfrm xmlns:a="http://schemas.openxmlformats.org/drawingml/2006/main">
            <a:off x="604418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345" name="Google Shape;2345;p34">
            <a:extLst xmlns:a="http://schemas.openxmlformats.org/drawingml/2006/main">
              <a:ext uri="{FF2B5EF4-FFF2-40B4-BE49-F238E27FC236}">
                <a16:creationId xmlns:a16="http://schemas.microsoft.com/office/drawing/2014/main" id="{E488BEFB-EB86-4559-85AC-C744BF55BDA8}"/>
              </a:ext>
            </a:extLst>
          </p:cNvPr>
          <p:cNvSpPr>
            <a:spLocks xmlns:a="http://schemas.openxmlformats.org/drawingml/2006/main" noGrp="1"/>
          </p:cNvSpPr>
          <p:nvPr/>
        </p:nvSpPr>
        <p:spPr>
          <a:xfrm xmlns:a="http://schemas.openxmlformats.org/drawingml/2006/main">
            <a:off x="6867144" y="3182112"/>
            <a:ext cx="76809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2346" name="Google Shape;2346;p34">
            <a:extLst xmlns:a="http://schemas.openxmlformats.org/drawingml/2006/main">
              <a:ext uri="{FF2B5EF4-FFF2-40B4-BE49-F238E27FC236}">
                <a16:creationId xmlns:a16="http://schemas.microsoft.com/office/drawing/2014/main" id="{B2330370-AF0A-4A00-ADD3-132098936298}"/>
              </a:ext>
            </a:extLst>
          </p:cNvPr>
          <p:cNvSpPr>
            <a:spLocks xmlns:a="http://schemas.openxmlformats.org/drawingml/2006/main" noGrp="1"/>
          </p:cNvSpPr>
          <p:nvPr/>
        </p:nvSpPr>
        <p:spPr>
          <a:xfrm xmlns:a="http://schemas.openxmlformats.org/drawingml/2006/main">
            <a:off x="7690104" y="3182112"/>
            <a:ext cx="113385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[sum]</a:t>
            </a:r>
            <a:endParaRPr sz="820" b="0" i="0" u="none" cap="none">
              <a:solidFill>
                <a:schemeClr val="dk1"/>
              </a:solidFill>
              <a:latin typeface="Arial"/>
              <a:ea typeface="Arial"/>
              <a:cs typeface="Arial"/>
            </a:endParaRPr>
          </a:p>
        </p:txBody>
      </p:sp>
      <p:sp>
        <p:nvSpPr>
          <p:cNvPr id="2347" name="Google Shape;2347;p34">
            <a:extLst xmlns:a="http://schemas.openxmlformats.org/drawingml/2006/main">
              <a:ext uri="{FF2B5EF4-FFF2-40B4-BE49-F238E27FC236}">
                <a16:creationId xmlns:a16="http://schemas.microsoft.com/office/drawing/2014/main" id="{B04DB8A3-F8B1-496A-BD14-E2391AFCA4CE}"/>
              </a:ext>
            </a:extLst>
          </p:cNvPr>
          <p:cNvSpPr>
            <a:spLocks xmlns:a="http://schemas.openxmlformats.org/drawingml/2006/main" noGrp="1"/>
          </p:cNvSpPr>
          <p:nvPr/>
        </p:nvSpPr>
        <p:spPr>
          <a:xfrm xmlns:a="http://schemas.openxmlformats.org/drawingml/2006/main">
            <a:off x="320040" y="1078992"/>
            <a:ext cx="8503920" cy="2331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48" name="Google Shape;2348;p34">
            <a:extLst xmlns:a="http://schemas.openxmlformats.org/drawingml/2006/main">
              <a:ext uri="{FF2B5EF4-FFF2-40B4-BE49-F238E27FC236}">
                <a16:creationId xmlns:a16="http://schemas.microsoft.com/office/drawing/2014/main" id="{8BA6EBAA-2C8B-46BB-952C-93A4FDB4D8BF}"/>
              </a:ext>
            </a:extLst>
          </p:cNvPr>
          <p:cNvSpPr>
            <a:spLocks xmlns:a="http://schemas.openxmlformats.org/drawingml/2006/main" noGrp="1"/>
          </p:cNvSpPr>
          <p:nvPr/>
        </p:nvSpPr>
        <p:spPr>
          <a:xfrm xmlns:a="http://schemas.openxmlformats.org/drawingml/2006/main">
            <a:off x="320040" y="35021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850"/>
              <a:buFont typeface="Arial"/>
              <a:buNone/>
            </a:pPr>
            <a:r>
              <a:rPr sz="850" b="1" i="0" u="none" cap="none">
                <a:solidFill>
                  <a:srgbClr val="7C3AED"/>
                </a:solidFill>
                <a:latin typeface="Arial"/>
                <a:ea typeface="Arial"/>
                <a:cs typeface="Arial"/>
              </a:rPr>
              <a:t>CONCEPT NAMES — label C1, C2, C3</a:t>
            </a:r>
            <a:endParaRPr sz="850" b="0" i="0" u="none" cap="none">
              <a:solidFill>
                <a:schemeClr val="dk1"/>
              </a:solidFill>
              <a:latin typeface="Arial"/>
              <a:ea typeface="Arial"/>
              <a:cs typeface="Arial"/>
            </a:endParaRPr>
          </a:p>
        </p:txBody>
      </p:sp>
      <p:sp>
        <p:nvSpPr>
          <p:cNvPr id="2349" name="Google Shape;2349;p34">
            <a:extLst xmlns:a="http://schemas.openxmlformats.org/drawingml/2006/main">
              <a:ext uri="{FF2B5EF4-FFF2-40B4-BE49-F238E27FC236}">
                <a16:creationId xmlns:a16="http://schemas.microsoft.com/office/drawing/2014/main" id="{DCF05819-B2F2-4E48-8989-FACB5000B26D}"/>
              </a:ext>
            </a:extLst>
          </p:cNvPr>
          <p:cNvSpPr>
            <a:spLocks xmlns:a="http://schemas.openxmlformats.org/drawingml/2006/main" noGrp="1"/>
          </p:cNvSpPr>
          <p:nvPr/>
        </p:nvSpPr>
        <p:spPr>
          <a:xfrm xmlns:a="http://schemas.openxmlformats.org/drawingml/2006/main">
            <a:off x="320040" y="3703320"/>
            <a:ext cx="8503920" cy="237744"/>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50" name="Google Shape;2350;p34">
            <a:extLst xmlns:a="http://schemas.openxmlformats.org/drawingml/2006/main">
              <a:ext uri="{FF2B5EF4-FFF2-40B4-BE49-F238E27FC236}">
                <a16:creationId xmlns:a16="http://schemas.microsoft.com/office/drawing/2014/main" id="{B5F75EA9-5561-4275-812D-2544657FB133}"/>
              </a:ext>
            </a:extLst>
          </p:cNvPr>
          <p:cNvSpPr>
            <a:spLocks xmlns:a="http://schemas.openxmlformats.org/drawingml/2006/main" noGrp="1"/>
          </p:cNvSpPr>
          <p:nvPr/>
        </p:nvSpPr>
        <p:spPr>
          <a:xfrm xmlns:a="http://schemas.openxmlformats.org/drawingml/2006/main">
            <a:off x="37490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C1</a:t>
            </a:r>
            <a:endParaRPr sz="900" b="0" i="0" u="none" cap="none">
              <a:solidFill>
                <a:schemeClr val="dk1"/>
              </a:solidFill>
              <a:latin typeface="Arial"/>
              <a:ea typeface="Arial"/>
              <a:cs typeface="Arial"/>
            </a:endParaRPr>
          </a:p>
        </p:txBody>
      </p:sp>
      <p:sp>
        <p:nvSpPr>
          <p:cNvPr id="2351" name="Google Shape;2351;p34">
            <a:extLst xmlns:a="http://schemas.openxmlformats.org/drawingml/2006/main">
              <a:ext uri="{FF2B5EF4-FFF2-40B4-BE49-F238E27FC236}">
                <a16:creationId xmlns:a16="http://schemas.microsoft.com/office/drawing/2014/main" id="{CFB6EA1D-641F-43E8-B5DD-3DB748A8C586}"/>
              </a:ext>
            </a:extLst>
          </p:cNvPr>
          <p:cNvSpPr>
            <a:spLocks xmlns:a="http://schemas.openxmlformats.org/drawingml/2006/main" noGrp="1"/>
          </p:cNvSpPr>
          <p:nvPr/>
        </p:nvSpPr>
        <p:spPr>
          <a:xfrm xmlns:a="http://schemas.openxmlformats.org/drawingml/2006/main">
            <a:off x="320954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C2</a:t>
            </a:r>
            <a:endParaRPr sz="900" b="0" i="0" u="none" cap="none">
              <a:solidFill>
                <a:schemeClr val="dk1"/>
              </a:solidFill>
              <a:latin typeface="Arial"/>
              <a:ea typeface="Arial"/>
              <a:cs typeface="Arial"/>
            </a:endParaRPr>
          </a:p>
        </p:txBody>
      </p:sp>
      <p:sp>
        <p:nvSpPr>
          <p:cNvPr id="2352" name="Google Shape;2352;p34">
            <a:extLst xmlns:a="http://schemas.openxmlformats.org/drawingml/2006/main">
              <a:ext uri="{FF2B5EF4-FFF2-40B4-BE49-F238E27FC236}">
                <a16:creationId xmlns:a16="http://schemas.microsoft.com/office/drawing/2014/main" id="{9BA37B0A-D88D-42EB-A078-48182346D4D5}"/>
              </a:ext>
            </a:extLst>
          </p:cNvPr>
          <p:cNvSpPr>
            <a:spLocks xmlns:a="http://schemas.openxmlformats.org/drawingml/2006/main" noGrp="1"/>
          </p:cNvSpPr>
          <p:nvPr/>
        </p:nvSpPr>
        <p:spPr>
          <a:xfrm xmlns:a="http://schemas.openxmlformats.org/drawingml/2006/main">
            <a:off x="6044184" y="3703320"/>
            <a:ext cx="27797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C3</a:t>
            </a:r>
            <a:endParaRPr sz="900" b="0" i="0" u="none" cap="none">
              <a:solidFill>
                <a:schemeClr val="dk1"/>
              </a:solidFill>
              <a:latin typeface="Arial"/>
              <a:ea typeface="Arial"/>
              <a:cs typeface="Arial"/>
            </a:endParaRPr>
          </a:p>
        </p:txBody>
      </p:sp>
      <p:sp>
        <p:nvSpPr>
          <p:cNvPr id="2353" name="Google Shape;2353;p34">
            <a:extLst xmlns:a="http://schemas.openxmlformats.org/drawingml/2006/main">
              <a:ext uri="{FF2B5EF4-FFF2-40B4-BE49-F238E27FC236}">
                <a16:creationId xmlns:a16="http://schemas.microsoft.com/office/drawing/2014/main" id="{499F9CEB-48EE-464D-B7E8-89B319DE3712}"/>
              </a:ext>
            </a:extLst>
          </p:cNvPr>
          <p:cNvSpPr>
            <a:spLocks xmlns:a="http://schemas.openxmlformats.org/drawingml/2006/main" noGrp="1"/>
          </p:cNvSpPr>
          <p:nvPr/>
        </p:nvSpPr>
        <p:spPr>
          <a:xfrm xmlns:a="http://schemas.openxmlformats.org/drawingml/2006/main">
            <a:off x="320040" y="3941064"/>
            <a:ext cx="8503920" cy="3657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10" name="Google Shape;2354;p34"/>
          <p:cNvCxnSpPr/>
          <p:nvPr/>
        </p:nvCxnSpPr>
        <p:spPr>
          <a:xfrm xmlns:a="http://schemas.openxmlformats.org/drawingml/2006/main">
            <a:off x="320040" y="397764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55" name="Google Shape;2355;p34">
            <a:extLst xmlns:a="http://schemas.openxmlformats.org/drawingml/2006/main">
              <a:ext uri="{FF2B5EF4-FFF2-40B4-BE49-F238E27FC236}">
                <a16:creationId xmlns:a16="http://schemas.microsoft.com/office/drawing/2014/main" id="{A5F292F9-2450-4DD4-92D2-008D7339DDCE}"/>
              </a:ext>
            </a:extLst>
          </p:cNvPr>
          <p:cNvSpPr>
            <a:spLocks xmlns:a="http://schemas.openxmlformats.org/drawingml/2006/main" noGrp="1"/>
          </p:cNvSpPr>
          <p:nvPr/>
        </p:nvSpPr>
        <p:spPr>
          <a:xfrm xmlns:a="http://schemas.openxmlformats.org/drawingml/2006/main">
            <a:off x="37490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1 name]</a:t>
            </a:r>
            <a:endParaRPr sz="850" b="0" i="0" u="none" cap="none">
              <a:solidFill>
                <a:schemeClr val="dk1"/>
              </a:solidFill>
              <a:latin typeface="Arial"/>
              <a:ea typeface="Arial"/>
              <a:cs typeface="Arial"/>
            </a:endParaRPr>
          </a:p>
        </p:txBody>
      </p:sp>
      <p:sp>
        <p:nvSpPr>
          <p:cNvPr id="2356" name="Google Shape;2356;p34">
            <a:extLst xmlns:a="http://schemas.openxmlformats.org/drawingml/2006/main">
              <a:ext uri="{FF2B5EF4-FFF2-40B4-BE49-F238E27FC236}">
                <a16:creationId xmlns:a16="http://schemas.microsoft.com/office/drawing/2014/main" id="{AF3827AD-91DD-442E-A4A6-749DE9EAFF14}"/>
              </a:ext>
            </a:extLst>
          </p:cNvPr>
          <p:cNvSpPr>
            <a:spLocks xmlns:a="http://schemas.openxmlformats.org/drawingml/2006/main" noGrp="1"/>
          </p:cNvSpPr>
          <p:nvPr/>
        </p:nvSpPr>
        <p:spPr>
          <a:xfrm xmlns:a="http://schemas.openxmlformats.org/drawingml/2006/main">
            <a:off x="320954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2 name]</a:t>
            </a:r>
            <a:endParaRPr sz="850" b="0" i="0" u="none" cap="none">
              <a:solidFill>
                <a:schemeClr val="dk1"/>
              </a:solidFill>
              <a:latin typeface="Arial"/>
              <a:ea typeface="Arial"/>
              <a:cs typeface="Arial"/>
            </a:endParaRPr>
          </a:p>
        </p:txBody>
      </p:sp>
      <p:sp>
        <p:nvSpPr>
          <p:cNvPr id="2357" name="Google Shape;2357;p34">
            <a:extLst xmlns:a="http://schemas.openxmlformats.org/drawingml/2006/main">
              <a:ext uri="{FF2B5EF4-FFF2-40B4-BE49-F238E27FC236}">
                <a16:creationId xmlns:a16="http://schemas.microsoft.com/office/drawing/2014/main" id="{FB581BCC-B0D6-442A-B142-AE382A9ADBFC}"/>
              </a:ext>
            </a:extLst>
          </p:cNvPr>
          <p:cNvSpPr>
            <a:spLocks xmlns:a="http://schemas.openxmlformats.org/drawingml/2006/main" noGrp="1"/>
          </p:cNvSpPr>
          <p:nvPr/>
        </p:nvSpPr>
        <p:spPr>
          <a:xfrm xmlns:a="http://schemas.openxmlformats.org/drawingml/2006/main">
            <a:off x="6044184" y="3941064"/>
            <a:ext cx="2779776" cy="36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3 name]</a:t>
            </a:r>
            <a:endParaRPr sz="850" b="0" i="0" u="none" cap="none">
              <a:solidFill>
                <a:schemeClr val="dk1"/>
              </a:solidFill>
              <a:latin typeface="Arial"/>
              <a:ea typeface="Arial"/>
              <a:cs typeface="Arial"/>
            </a:endParaRPr>
          </a:p>
        </p:txBody>
      </p:sp>
      <p:sp>
        <p:nvSpPr>
          <p:cNvPr id="2358" name="Google Shape;2358;p34">
            <a:extLst xmlns:a="http://schemas.openxmlformats.org/drawingml/2006/main">
              <a:ext uri="{FF2B5EF4-FFF2-40B4-BE49-F238E27FC236}">
                <a16:creationId xmlns:a16="http://schemas.microsoft.com/office/drawing/2014/main" id="{9060339F-2688-4D49-9C13-9FE642DAD3DF}"/>
              </a:ext>
            </a:extLst>
          </p:cNvPr>
          <p:cNvSpPr>
            <a:spLocks xmlns:a="http://schemas.openxmlformats.org/drawingml/2006/main" noGrp="1"/>
          </p:cNvSpPr>
          <p:nvPr/>
        </p:nvSpPr>
        <p:spPr>
          <a:xfrm xmlns:a="http://schemas.openxmlformats.org/drawingml/2006/main">
            <a:off x="320040" y="3703320"/>
            <a:ext cx="8503920" cy="2743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59" name="Google Shape;2359;p34">
            <a:extLst xmlns:a="http://schemas.openxmlformats.org/drawingml/2006/main">
              <a:ext uri="{FF2B5EF4-FFF2-40B4-BE49-F238E27FC236}">
                <a16:creationId xmlns:a16="http://schemas.microsoft.com/office/drawing/2014/main" id="{5125EC99-3FBF-4D15-B23F-CDD93E771E2C}"/>
              </a:ext>
            </a:extLst>
          </p:cNvPr>
          <p:cNvSpPr>
            <a:spLocks xmlns:a="http://schemas.openxmlformats.org/drawingml/2006/main" noGrp="1"/>
          </p:cNvSpPr>
          <p:nvPr/>
        </p:nvSpPr>
        <p:spPr>
          <a:xfrm xmlns:a="http://schemas.openxmlformats.org/drawingml/2006/main">
            <a:off x="320040" y="4096512"/>
            <a:ext cx="10972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1000"/>
              <a:buFont typeface="Arial"/>
              <a:buNone/>
            </a:pPr>
            <a:r>
              <a:rPr sz="1000" b="1" i="0" u="none" cap="none">
                <a:solidFill>
                  <a:srgbClr val="7C3AED"/>
                </a:solidFill>
                <a:latin typeface="Arial"/>
                <a:ea typeface="Arial"/>
                <a:cs typeface="Arial"/>
              </a:rPr>
              <a:t>WINNER</a:t>
            </a:r>
            <a:endParaRPr sz="1000" b="0" i="0" u="none" cap="none">
              <a:solidFill>
                <a:schemeClr val="dk1"/>
              </a:solidFill>
              <a:latin typeface="Arial"/>
              <a:ea typeface="Arial"/>
              <a:cs typeface="Arial"/>
            </a:endParaRPr>
          </a:p>
        </p:txBody>
      </p:sp>
      <p:cxnSp>
        <p:nvCxnSpPr>
          <p:cNvPr id="2716" name="Google Shape;2360;p34"/>
          <p:cNvCxnSpPr/>
          <p:nvPr/>
        </p:nvCxnSpPr>
        <p:spPr>
          <a:xfrm xmlns:a="http://schemas.openxmlformats.org/drawingml/2006/main">
            <a:off x="1508760" y="4325112"/>
            <a:ext cx="73152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61" name="Google Shape;2361;p34">
            <a:extLst xmlns:a="http://schemas.openxmlformats.org/drawingml/2006/main">
              <a:ext uri="{FF2B5EF4-FFF2-40B4-BE49-F238E27FC236}">
                <a16:creationId xmlns:a16="http://schemas.microsoft.com/office/drawing/2014/main" id="{908050BB-4A5F-4ED4-A26E-2830FF9DCC9D}"/>
              </a:ext>
            </a:extLst>
          </p:cNvPr>
          <p:cNvSpPr>
            <a:spLocks xmlns:a="http://schemas.openxmlformats.org/drawingml/2006/main" noGrp="1"/>
          </p:cNvSpPr>
          <p:nvPr/>
        </p:nvSpPr>
        <p:spPr>
          <a:xfrm xmlns:a="http://schemas.openxmlformats.org/drawingml/2006/main">
            <a:off x="1554480" y="4096512"/>
            <a:ext cx="726948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[Concept name]  (highest total: ___)</a:t>
            </a:r>
            <a:endParaRPr sz="1000" b="0" i="0" u="none" cap="none">
              <a:solidFill>
                <a:schemeClr val="dk1"/>
              </a:solidFill>
              <a:latin typeface="Arial"/>
              <a:ea typeface="Arial"/>
              <a:cs typeface="Arial"/>
            </a:endParaRPr>
          </a:p>
        </p:txBody>
      </p:sp>
      <p:sp>
        <p:nvSpPr>
          <p:cNvPr id="2362" name="Google Shape;2362;p34">
            <a:extLst xmlns:a="http://schemas.openxmlformats.org/drawingml/2006/main">
              <a:ext uri="{FF2B5EF4-FFF2-40B4-BE49-F238E27FC236}">
                <a16:creationId xmlns:a16="http://schemas.microsoft.com/office/drawing/2014/main" id="{F14D50F4-A3DD-4FEF-95E0-96D5DCD123E6}"/>
              </a:ext>
            </a:extLst>
          </p:cNvPr>
          <p:cNvSpPr>
            <a:spLocks xmlns:a="http://schemas.openxmlformats.org/drawingml/2006/main" noGrp="1"/>
          </p:cNvSpPr>
          <p:nvPr/>
        </p:nvSpPr>
        <p:spPr>
          <a:xfrm xmlns:a="http://schemas.openxmlformats.org/drawingml/2006/main">
            <a:off x="320040" y="4416552"/>
            <a:ext cx="850392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1" i="0" u="none" cap="none">
                <a:solidFill>
                  <a:srgbClr val="0F172A"/>
                </a:solidFill>
                <a:latin typeface="Arial"/>
                <a:ea typeface="Arial"/>
                <a:cs typeface="Arial"/>
              </a:rPr>
              <a:t>DESIGN RATIONALE — why the winner beat the others</a:t>
            </a:r>
            <a:endParaRPr sz="850" b="0" i="0" u="none" cap="none">
              <a:solidFill>
                <a:schemeClr val="dk1"/>
              </a:solidFill>
              <a:latin typeface="Arial"/>
              <a:ea typeface="Arial"/>
              <a:cs typeface="Arial"/>
            </a:endParaRPr>
          </a:p>
        </p:txBody>
      </p:sp>
      <p:sp>
        <p:nvSpPr>
          <p:cNvPr id="2363" name="Google Shape;2363;p34">
            <a:extLst xmlns:a="http://schemas.openxmlformats.org/drawingml/2006/main">
              <a:ext uri="{FF2B5EF4-FFF2-40B4-BE49-F238E27FC236}">
                <a16:creationId xmlns:a16="http://schemas.microsoft.com/office/drawing/2014/main" id="{C5500F05-95C8-4A87-A87C-58E962C1F9FE}"/>
              </a:ext>
            </a:extLst>
          </p:cNvPr>
          <p:cNvSpPr>
            <a:spLocks xmlns:a="http://schemas.openxmlformats.org/drawingml/2006/main" noGrp="1"/>
          </p:cNvSpPr>
          <p:nvPr/>
        </p:nvSpPr>
        <p:spPr>
          <a:xfrm xmlns:a="http://schemas.openxmlformats.org/drawingml/2006/main">
            <a:off x="320040" y="4617720"/>
            <a:ext cx="8503920" cy="274320"/>
          </a:xfrm>
          <a:prstGeom xmlns:a="http://schemas.openxmlformats.org/drawingml/2006/main" prst="rect">
            <a:avLst/>
          </a:prstGeom>
          <a:solidFill xmlns:a="http://schemas.openxmlformats.org/drawingml/2006/main">
            <a:srgbClr val="F5F3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64" name="Google Shape;2364;p34">
            <a:extLst xmlns:a="http://schemas.openxmlformats.org/drawingml/2006/main">
              <a:ext uri="{FF2B5EF4-FFF2-40B4-BE49-F238E27FC236}">
                <a16:creationId xmlns:a16="http://schemas.microsoft.com/office/drawing/2014/main" id="{DCEDB577-42D1-4FB5-BBB0-EB606A8F3F3E}"/>
              </a:ext>
            </a:extLst>
          </p:cNvPr>
          <p:cNvSpPr>
            <a:spLocks xmlns:a="http://schemas.openxmlformats.org/drawingml/2006/main" noGrp="1"/>
          </p:cNvSpPr>
          <p:nvPr/>
        </p:nvSpPr>
        <p:spPr>
          <a:xfrm xmlns:a="http://schemas.openxmlformats.org/drawingml/2006/main">
            <a:off x="457200" y="4617720"/>
            <a:ext cx="82753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[3–4 sentences. Reference specific criteria where the winner scored highest. Name what tradeoffs you accepted.]</a:t>
            </a:r>
            <a:endParaRPr sz="900" b="0" i="0" u="none" cap="none">
              <a:solidFill>
                <a:schemeClr val="dk1"/>
              </a:solidFill>
              <a:latin typeface="Arial"/>
              <a:ea typeface="Arial"/>
              <a:cs typeface="Arial"/>
            </a:endParaRPr>
          </a:p>
        </p:txBody>
      </p:sp>
      <p:sp>
        <p:nvSpPr>
          <p:cNvPr id="2365" name="Google Shape;2365;p34">
            <a:extLst xmlns:a="http://schemas.openxmlformats.org/drawingml/2006/main">
              <a:ext uri="{FF2B5EF4-FFF2-40B4-BE49-F238E27FC236}">
                <a16:creationId xmlns:a16="http://schemas.microsoft.com/office/drawing/2014/main" id="{2F155B75-7C61-471D-B882-372B7291F7AF}"/>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b500218a6fd3486b"/>
              </a:rPr>
              <a:t>decision-matrix</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e8dcc462a77a4267"/>
              </a:rPr>
              <a:t>game-analysis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80424107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371" name="Google Shape;2371;p35">
            <a:extLst xmlns:a="http://schemas.openxmlformats.org/drawingml/2006/main">
              <a:ext uri="{FF2B5EF4-FFF2-40B4-BE49-F238E27FC236}">
                <a16:creationId xmlns:a16="http://schemas.microsoft.com/office/drawing/2014/main" id="{8BE411C8-378B-4D72-8034-EAD981A8E532}"/>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72" name="Google Shape;2372;p35">
            <a:extLst xmlns:a="http://schemas.openxmlformats.org/drawingml/2006/main">
              <a:ext uri="{FF2B5EF4-FFF2-40B4-BE49-F238E27FC236}">
                <a16:creationId xmlns:a16="http://schemas.microsoft.com/office/drawing/2014/main" id="{DD0E404D-562A-455D-89E3-F9FA99878535}"/>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EDP STEP 3</a:t>
            </a:r>
            <a:endParaRPr sz="1050" b="0" i="0" u="none" cap="none">
              <a:solidFill>
                <a:schemeClr val="dk1"/>
              </a:solidFill>
              <a:latin typeface="Arial"/>
              <a:ea typeface="Arial"/>
              <a:cs typeface="Arial"/>
            </a:endParaRPr>
          </a:p>
        </p:txBody>
      </p:sp>
      <p:sp>
        <p:nvSpPr>
          <p:cNvPr id="2373" name="Google Shape;2373;p35">
            <a:extLst xmlns:a="http://schemas.openxmlformats.org/drawingml/2006/main">
              <a:ext uri="{FF2B5EF4-FFF2-40B4-BE49-F238E27FC236}">
                <a16:creationId xmlns:a16="http://schemas.microsoft.com/office/drawing/2014/main" id="{28A28911-3C6C-400F-8329-479C5A55D5EE}"/>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374" name="Google Shape;2374;p35">
            <a:extLst xmlns:a="http://schemas.openxmlformats.org/drawingml/2006/main">
              <a:ext uri="{FF2B5EF4-FFF2-40B4-BE49-F238E27FC236}">
                <a16:creationId xmlns:a16="http://schemas.microsoft.com/office/drawing/2014/main" id="{F9657B7C-F7A7-4CAE-B856-2ABE704138BD}"/>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Discarded Ideas &amp; Lessons Learned</a:t>
            </a:r>
            <a:endParaRPr sz="2200" b="0" i="0" u="none" cap="none">
              <a:solidFill>
                <a:schemeClr val="dk1"/>
              </a:solidFill>
              <a:latin typeface="Arial"/>
              <a:ea typeface="Arial"/>
              <a:cs typeface="Arial"/>
            </a:endParaRPr>
          </a:p>
        </p:txBody>
      </p:sp>
      <p:sp>
        <p:nvSpPr>
          <p:cNvPr id="2375" name="Google Shape;2375;p35">
            <a:extLst xmlns:a="http://schemas.openxmlformats.org/drawingml/2006/main">
              <a:ext uri="{FF2B5EF4-FFF2-40B4-BE49-F238E27FC236}">
                <a16:creationId xmlns:a16="http://schemas.microsoft.com/office/drawing/2014/main" id="{F0E40B30-14B8-4F8C-896D-BC0A17C15067}"/>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2376" name="Google Shape;2376;p35">
            <a:extLst xmlns:a="http://schemas.openxmlformats.org/drawingml/2006/main">
              <a:ext uri="{FF2B5EF4-FFF2-40B4-BE49-F238E27FC236}">
                <a16:creationId xmlns:a16="http://schemas.microsoft.com/office/drawing/2014/main" id="{D53FDE1C-6042-49C9-953A-ECEAF649884B}"/>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77" name="Google Shape;2377;p35">
            <a:extLst xmlns:a="http://schemas.openxmlformats.org/drawingml/2006/main">
              <a:ext uri="{FF2B5EF4-FFF2-40B4-BE49-F238E27FC236}">
                <a16:creationId xmlns:a16="http://schemas.microsoft.com/office/drawing/2014/main" id="{5CC701C0-E12A-4F64-A844-8698DEF80778}"/>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33 / 61</a:t>
            </a:r>
            <a:endParaRPr sz="900" b="0" i="0" u="none" cap="none">
              <a:solidFill>
                <a:schemeClr val="dk1"/>
              </a:solidFill>
              <a:latin typeface="Arial"/>
              <a:ea typeface="Arial"/>
              <a:cs typeface="Arial"/>
            </a:endParaRPr>
          </a:p>
        </p:txBody>
      </p:sp>
      <p:sp>
        <p:nvSpPr>
          <p:cNvPr id="2378" name="Google Shape;2378;p35">
            <a:extLst xmlns:a="http://schemas.openxmlformats.org/drawingml/2006/main">
              <a:ext uri="{FF2B5EF4-FFF2-40B4-BE49-F238E27FC236}">
                <a16:creationId xmlns:a16="http://schemas.microsoft.com/office/drawing/2014/main" id="{9A1969FE-DA34-47AB-AC0D-BA6F0D58AF9B}"/>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379" name="Google Shape;2379;p35">
            <a:extLst xmlns:a="http://schemas.openxmlformats.org/drawingml/2006/main">
              <a:ext uri="{FF2B5EF4-FFF2-40B4-BE49-F238E27FC236}">
                <a16:creationId xmlns:a16="http://schemas.microsoft.com/office/drawing/2014/main" id="{6BB6795B-F27D-4B15-98C8-7069D838DA46}"/>
              </a:ext>
            </a:extLst>
          </p:cNvPr>
          <p:cNvSpPr>
            <a:spLocks xmlns:a="http://schemas.openxmlformats.org/drawingml/2006/main" noGrp="1"/>
          </p:cNvSpPr>
          <p:nvPr/>
        </p:nvSpPr>
        <p:spPr>
          <a:xfrm xmlns:a="http://schemas.openxmlformats.org/drawingml/2006/main">
            <a:off x="320040" y="1078992"/>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Document what you rejected and why. Discarded ideas that include a clear lesson are rubric positives — they show decision rigor.</a:t>
            </a:r>
            <a:endParaRPr sz="1000" b="0" i="0" u="none" cap="none">
              <a:solidFill>
                <a:schemeClr val="dk1"/>
              </a:solidFill>
              <a:latin typeface="Arial"/>
              <a:ea typeface="Arial"/>
              <a:cs typeface="Arial"/>
            </a:endParaRPr>
          </a:p>
        </p:txBody>
      </p:sp>
      <p:sp>
        <p:nvSpPr>
          <p:cNvPr id="2380" name="Google Shape;2380;p35">
            <a:extLst xmlns:a="http://schemas.openxmlformats.org/drawingml/2006/main">
              <a:ext uri="{FF2B5EF4-FFF2-40B4-BE49-F238E27FC236}">
                <a16:creationId xmlns:a16="http://schemas.microsoft.com/office/drawing/2014/main" id="{80DC17DC-C91B-4218-AE69-8E25EA00648B}"/>
              </a:ext>
            </a:extLst>
          </p:cNvPr>
          <p:cNvSpPr>
            <a:spLocks xmlns:a="http://schemas.openxmlformats.org/drawingml/2006/main" noGrp="1"/>
          </p:cNvSpPr>
          <p:nvPr/>
        </p:nvSpPr>
        <p:spPr>
          <a:xfrm xmlns:a="http://schemas.openxmlformats.org/drawingml/2006/main">
            <a:off x="320040" y="1426464"/>
            <a:ext cx="8503920" cy="219456"/>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381" name="Google Shape;2381;p35">
            <a:extLst xmlns:a="http://schemas.openxmlformats.org/drawingml/2006/main">
              <a:ext uri="{FF2B5EF4-FFF2-40B4-BE49-F238E27FC236}">
                <a16:creationId xmlns:a16="http://schemas.microsoft.com/office/drawing/2014/main" id="{8CADF115-2B17-4588-B600-DFA6939FD673}"/>
              </a:ext>
            </a:extLst>
          </p:cNvPr>
          <p:cNvSpPr>
            <a:spLocks xmlns:a="http://schemas.openxmlformats.org/drawingml/2006/main" noGrp="1"/>
          </p:cNvSpPr>
          <p:nvPr/>
        </p:nvSpPr>
        <p:spPr>
          <a:xfrm xmlns:a="http://schemas.openxmlformats.org/drawingml/2006/main">
            <a:off x="374904" y="1426464"/>
            <a:ext cx="17739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Concept</a:t>
            </a:r>
            <a:endParaRPr sz="900" b="0" i="0" u="none" cap="none">
              <a:solidFill>
                <a:schemeClr val="dk1"/>
              </a:solidFill>
              <a:latin typeface="Arial"/>
              <a:ea typeface="Arial"/>
              <a:cs typeface="Arial"/>
            </a:endParaRPr>
          </a:p>
        </p:txBody>
      </p:sp>
      <p:sp>
        <p:nvSpPr>
          <p:cNvPr id="2382" name="Google Shape;2382;p35">
            <a:extLst xmlns:a="http://schemas.openxmlformats.org/drawingml/2006/main">
              <a:ext uri="{FF2B5EF4-FFF2-40B4-BE49-F238E27FC236}">
                <a16:creationId xmlns:a16="http://schemas.microsoft.com/office/drawing/2014/main" id="{080D5FC3-2351-42EA-A7A2-006602786A8F}"/>
              </a:ext>
            </a:extLst>
          </p:cNvPr>
          <p:cNvSpPr>
            <a:spLocks xmlns:a="http://schemas.openxmlformats.org/drawingml/2006/main" noGrp="1"/>
          </p:cNvSpPr>
          <p:nvPr/>
        </p:nvSpPr>
        <p:spPr>
          <a:xfrm xmlns:a="http://schemas.openxmlformats.org/drawingml/2006/main">
            <a:off x="2203704" y="1426464"/>
            <a:ext cx="149961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Subsystem</a:t>
            </a:r>
            <a:endParaRPr sz="900" b="0" i="0" u="none" cap="none">
              <a:solidFill>
                <a:schemeClr val="dk1"/>
              </a:solidFill>
              <a:latin typeface="Arial"/>
              <a:ea typeface="Arial"/>
              <a:cs typeface="Arial"/>
            </a:endParaRPr>
          </a:p>
        </p:txBody>
      </p:sp>
      <p:sp>
        <p:nvSpPr>
          <p:cNvPr id="2383" name="Google Shape;2383;p35">
            <a:extLst xmlns:a="http://schemas.openxmlformats.org/drawingml/2006/main">
              <a:ext uri="{FF2B5EF4-FFF2-40B4-BE49-F238E27FC236}">
                <a16:creationId xmlns:a16="http://schemas.microsoft.com/office/drawing/2014/main" id="{AF85EF37-8BA4-4B1B-A332-60BD498AF56E}"/>
              </a:ext>
            </a:extLst>
          </p:cNvPr>
          <p:cNvSpPr>
            <a:spLocks xmlns:a="http://schemas.openxmlformats.org/drawingml/2006/main" noGrp="1"/>
          </p:cNvSpPr>
          <p:nvPr/>
        </p:nvSpPr>
        <p:spPr>
          <a:xfrm xmlns:a="http://schemas.openxmlformats.org/drawingml/2006/main">
            <a:off x="3758184" y="1426464"/>
            <a:ext cx="287121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Why We Rejected It</a:t>
            </a:r>
            <a:endParaRPr sz="900" b="0" i="0" u="none" cap="none">
              <a:solidFill>
                <a:schemeClr val="dk1"/>
              </a:solidFill>
              <a:latin typeface="Arial"/>
              <a:ea typeface="Arial"/>
              <a:cs typeface="Arial"/>
            </a:endParaRPr>
          </a:p>
        </p:txBody>
      </p:sp>
      <p:sp>
        <p:nvSpPr>
          <p:cNvPr id="2384" name="Google Shape;2384;p35">
            <a:extLst xmlns:a="http://schemas.openxmlformats.org/drawingml/2006/main">
              <a:ext uri="{FF2B5EF4-FFF2-40B4-BE49-F238E27FC236}">
                <a16:creationId xmlns:a16="http://schemas.microsoft.com/office/drawing/2014/main" id="{E3E82F12-4ADF-4368-ACCB-69855DC7EDCD}"/>
              </a:ext>
            </a:extLst>
          </p:cNvPr>
          <p:cNvSpPr>
            <a:spLocks xmlns:a="http://schemas.openxmlformats.org/drawingml/2006/main" noGrp="1"/>
          </p:cNvSpPr>
          <p:nvPr/>
        </p:nvSpPr>
        <p:spPr>
          <a:xfrm xmlns:a="http://schemas.openxmlformats.org/drawingml/2006/main">
            <a:off x="6684264" y="1426464"/>
            <a:ext cx="21396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Lesson Applied to Final Design</a:t>
            </a:r>
            <a:endParaRPr sz="900" b="0" i="0" u="none" cap="none">
              <a:solidFill>
                <a:schemeClr val="dk1"/>
              </a:solidFill>
              <a:latin typeface="Arial"/>
              <a:ea typeface="Arial"/>
              <a:cs typeface="Arial"/>
            </a:endParaRPr>
          </a:p>
        </p:txBody>
      </p:sp>
      <p:sp>
        <p:nvSpPr>
          <p:cNvPr id="2385" name="Google Shape;2385;p35">
            <a:extLst xmlns:a="http://schemas.openxmlformats.org/drawingml/2006/main">
              <a:ext uri="{FF2B5EF4-FFF2-40B4-BE49-F238E27FC236}">
                <a16:creationId xmlns:a16="http://schemas.microsoft.com/office/drawing/2014/main" id="{F36DA941-750E-43FF-A599-06146C7A7852}"/>
              </a:ext>
            </a:extLst>
          </p:cNvPr>
          <p:cNvSpPr>
            <a:spLocks xmlns:a="http://schemas.openxmlformats.org/drawingml/2006/main" noGrp="1"/>
          </p:cNvSpPr>
          <p:nvPr/>
        </p:nvSpPr>
        <p:spPr>
          <a:xfrm xmlns:a="http://schemas.openxmlformats.org/drawingml/2006/main">
            <a:off x="320040" y="1645920"/>
            <a:ext cx="8503920" cy="413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06" name="Google Shape;2386;p35"/>
          <p:cNvCxnSpPr/>
          <p:nvPr/>
        </p:nvCxnSpPr>
        <p:spPr>
          <a:xfrm xmlns:a="http://schemas.openxmlformats.org/drawingml/2006/main">
            <a:off x="320040" y="2059229"/>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87" name="Google Shape;2387;p35">
            <a:extLst xmlns:a="http://schemas.openxmlformats.org/drawingml/2006/main">
              <a:ext uri="{FF2B5EF4-FFF2-40B4-BE49-F238E27FC236}">
                <a16:creationId xmlns:a16="http://schemas.microsoft.com/office/drawing/2014/main" id="{3A8C2F33-4A72-4721-BE03-094D4FB3C252}"/>
              </a:ext>
            </a:extLst>
          </p:cNvPr>
          <p:cNvSpPr>
            <a:spLocks xmlns:a="http://schemas.openxmlformats.org/drawingml/2006/main" noGrp="1"/>
          </p:cNvSpPr>
          <p:nvPr/>
        </p:nvSpPr>
        <p:spPr>
          <a:xfrm xmlns:a="http://schemas.openxmlformats.org/drawingml/2006/main">
            <a:off x="374904" y="1645920"/>
            <a:ext cx="177393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name]</a:t>
            </a:r>
            <a:endParaRPr sz="850" b="0" i="0" u="none" cap="none">
              <a:solidFill>
                <a:schemeClr val="dk1"/>
              </a:solidFill>
              <a:latin typeface="Arial"/>
              <a:ea typeface="Arial"/>
              <a:cs typeface="Arial"/>
            </a:endParaRPr>
          </a:p>
        </p:txBody>
      </p:sp>
      <p:sp>
        <p:nvSpPr>
          <p:cNvPr id="2388" name="Google Shape;2388;p35">
            <a:extLst xmlns:a="http://schemas.openxmlformats.org/drawingml/2006/main">
              <a:ext uri="{FF2B5EF4-FFF2-40B4-BE49-F238E27FC236}">
                <a16:creationId xmlns:a16="http://schemas.microsoft.com/office/drawing/2014/main" id="{1F14442A-8B0D-44C0-BF23-2CC59DB135CD}"/>
              </a:ext>
            </a:extLst>
          </p:cNvPr>
          <p:cNvSpPr>
            <a:spLocks xmlns:a="http://schemas.openxmlformats.org/drawingml/2006/main" noGrp="1"/>
          </p:cNvSpPr>
          <p:nvPr/>
        </p:nvSpPr>
        <p:spPr>
          <a:xfrm xmlns:a="http://schemas.openxmlformats.org/drawingml/2006/main">
            <a:off x="2203704" y="1645920"/>
            <a:ext cx="14996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[Mobility &amp; Routing / Intake / Scoring / Partner Coordination]</a:t>
            </a:r>
            <a:endParaRPr sz="850" b="0" i="0" u="none" cap="none">
              <a:solidFill>
                <a:schemeClr val="dk1"/>
              </a:solidFill>
              <a:latin typeface="Arial"/>
              <a:ea typeface="Arial"/>
              <a:cs typeface="Arial"/>
            </a:endParaRPr>
          </a:p>
        </p:txBody>
      </p:sp>
      <p:sp>
        <p:nvSpPr>
          <p:cNvPr id="2389" name="Google Shape;2389;p35">
            <a:extLst xmlns:a="http://schemas.openxmlformats.org/drawingml/2006/main">
              <a:ext uri="{FF2B5EF4-FFF2-40B4-BE49-F238E27FC236}">
                <a16:creationId xmlns:a16="http://schemas.microsoft.com/office/drawing/2014/main" id="{D878F131-2413-47C6-803C-DD8577C3569C}"/>
              </a:ext>
            </a:extLst>
          </p:cNvPr>
          <p:cNvSpPr>
            <a:spLocks xmlns:a="http://schemas.openxmlformats.org/drawingml/2006/main" noGrp="1"/>
          </p:cNvSpPr>
          <p:nvPr/>
        </p:nvSpPr>
        <p:spPr>
          <a:xfrm xmlns:a="http://schemas.openxmlformats.org/drawingml/2006/main">
            <a:off x="3758184" y="1645920"/>
            <a:ext cx="28712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[Why discarded — weight, cost, complexity, risk]</a:t>
            </a:r>
            <a:endParaRPr sz="850" b="0" i="0" u="none" cap="none">
              <a:solidFill>
                <a:schemeClr val="dk1"/>
              </a:solidFill>
              <a:latin typeface="Arial"/>
              <a:ea typeface="Arial"/>
              <a:cs typeface="Arial"/>
            </a:endParaRPr>
          </a:p>
        </p:txBody>
      </p:sp>
      <p:sp>
        <p:nvSpPr>
          <p:cNvPr id="2390" name="Google Shape;2390;p35">
            <a:extLst xmlns:a="http://schemas.openxmlformats.org/drawingml/2006/main">
              <a:ext uri="{FF2B5EF4-FFF2-40B4-BE49-F238E27FC236}">
                <a16:creationId xmlns:a16="http://schemas.microsoft.com/office/drawing/2014/main" id="{128E38C7-AFDC-4AC4-8A21-3585D218108A}"/>
              </a:ext>
            </a:extLst>
          </p:cNvPr>
          <p:cNvSpPr>
            <a:spLocks xmlns:a="http://schemas.openxmlformats.org/drawingml/2006/main" noGrp="1"/>
          </p:cNvSpPr>
          <p:nvPr/>
        </p:nvSpPr>
        <p:spPr>
          <a:xfrm xmlns:a="http://schemas.openxmlformats.org/drawingml/2006/main">
            <a:off x="6684264" y="1645920"/>
            <a:ext cx="213969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it taught us]</a:t>
            </a:r>
            <a:endParaRPr sz="850" b="0" i="0" u="none" cap="none">
              <a:solidFill>
                <a:schemeClr val="dk1"/>
              </a:solidFill>
              <a:latin typeface="Arial"/>
              <a:ea typeface="Arial"/>
              <a:cs typeface="Arial"/>
            </a:endParaRPr>
          </a:p>
        </p:txBody>
      </p:sp>
      <p:cxnSp>
        <p:nvCxnSpPr>
          <p:cNvPr id="2511" name="Google Shape;2391;p35"/>
          <p:cNvCxnSpPr/>
          <p:nvPr/>
        </p:nvCxnSpPr>
        <p:spPr>
          <a:xfrm xmlns:a="http://schemas.openxmlformats.org/drawingml/2006/main">
            <a:off x="320040" y="247253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92" name="Google Shape;2392;p35">
            <a:extLst xmlns:a="http://schemas.openxmlformats.org/drawingml/2006/main">
              <a:ext uri="{FF2B5EF4-FFF2-40B4-BE49-F238E27FC236}">
                <a16:creationId xmlns:a16="http://schemas.microsoft.com/office/drawing/2014/main" id="{A556C0F1-63AA-41DF-BB50-D619869B8CEE}"/>
              </a:ext>
            </a:extLst>
          </p:cNvPr>
          <p:cNvSpPr>
            <a:spLocks xmlns:a="http://schemas.openxmlformats.org/drawingml/2006/main" noGrp="1"/>
          </p:cNvSpPr>
          <p:nvPr/>
        </p:nvSpPr>
        <p:spPr>
          <a:xfrm xmlns:a="http://schemas.openxmlformats.org/drawingml/2006/main">
            <a:off x="374904" y="2059229"/>
            <a:ext cx="177393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name]</a:t>
            </a:r>
            <a:endParaRPr sz="850" b="0" i="0" u="none" cap="none">
              <a:solidFill>
                <a:schemeClr val="dk1"/>
              </a:solidFill>
              <a:latin typeface="Arial"/>
              <a:ea typeface="Arial"/>
              <a:cs typeface="Arial"/>
            </a:endParaRPr>
          </a:p>
        </p:txBody>
      </p:sp>
      <p:sp>
        <p:nvSpPr>
          <p:cNvPr id="2393" name="Google Shape;2393;p35">
            <a:extLst xmlns:a="http://schemas.openxmlformats.org/drawingml/2006/main">
              <a:ext uri="{FF2B5EF4-FFF2-40B4-BE49-F238E27FC236}">
                <a16:creationId xmlns:a16="http://schemas.microsoft.com/office/drawing/2014/main" id="{E116F650-A144-4E6F-A556-3B80C7A3EBF8}"/>
              </a:ext>
            </a:extLst>
          </p:cNvPr>
          <p:cNvSpPr>
            <a:spLocks xmlns:a="http://schemas.openxmlformats.org/drawingml/2006/main" noGrp="1"/>
          </p:cNvSpPr>
          <p:nvPr/>
        </p:nvSpPr>
        <p:spPr>
          <a:xfrm xmlns:a="http://schemas.openxmlformats.org/drawingml/2006/main">
            <a:off x="2203704" y="2059229"/>
            <a:ext cx="14996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[Subsystem]</a:t>
            </a:r>
            <a:endParaRPr sz="850" b="0" i="0" u="none" cap="none">
              <a:solidFill>
                <a:schemeClr val="dk1"/>
              </a:solidFill>
              <a:latin typeface="Arial"/>
              <a:ea typeface="Arial"/>
              <a:cs typeface="Arial"/>
            </a:endParaRPr>
          </a:p>
        </p:txBody>
      </p:sp>
      <p:sp>
        <p:nvSpPr>
          <p:cNvPr id="2394" name="Google Shape;2394;p35">
            <a:extLst xmlns:a="http://schemas.openxmlformats.org/drawingml/2006/main">
              <a:ext uri="{FF2B5EF4-FFF2-40B4-BE49-F238E27FC236}">
                <a16:creationId xmlns:a16="http://schemas.microsoft.com/office/drawing/2014/main" id="{1272F2B3-D45A-4673-A29B-A41A1F7D704C}"/>
              </a:ext>
            </a:extLst>
          </p:cNvPr>
          <p:cNvSpPr>
            <a:spLocks xmlns:a="http://schemas.openxmlformats.org/drawingml/2006/main" noGrp="1"/>
          </p:cNvSpPr>
          <p:nvPr/>
        </p:nvSpPr>
        <p:spPr>
          <a:xfrm xmlns:a="http://schemas.openxmlformats.org/drawingml/2006/main">
            <a:off x="3758184" y="2059229"/>
            <a:ext cx="28712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a:t>
            </a:r>
            <a:endParaRPr sz="850" b="0" i="0" u="none" cap="none">
              <a:solidFill>
                <a:schemeClr val="dk1"/>
              </a:solidFill>
              <a:latin typeface="Arial"/>
              <a:ea typeface="Arial"/>
              <a:cs typeface="Arial"/>
            </a:endParaRPr>
          </a:p>
        </p:txBody>
      </p:sp>
      <p:sp>
        <p:nvSpPr>
          <p:cNvPr id="2395" name="Google Shape;2395;p35">
            <a:extLst xmlns:a="http://schemas.openxmlformats.org/drawingml/2006/main">
              <a:ext uri="{FF2B5EF4-FFF2-40B4-BE49-F238E27FC236}">
                <a16:creationId xmlns:a16="http://schemas.microsoft.com/office/drawing/2014/main" id="{337B7F0B-7C32-4353-B50A-1BD151C95DD2}"/>
              </a:ext>
            </a:extLst>
          </p:cNvPr>
          <p:cNvSpPr>
            <a:spLocks xmlns:a="http://schemas.openxmlformats.org/drawingml/2006/main" noGrp="1"/>
          </p:cNvSpPr>
          <p:nvPr/>
        </p:nvSpPr>
        <p:spPr>
          <a:xfrm xmlns:a="http://schemas.openxmlformats.org/drawingml/2006/main">
            <a:off x="6684264" y="2059229"/>
            <a:ext cx="213969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a:t>
            </a:r>
            <a:endParaRPr sz="850" b="0" i="0" u="none" cap="none">
              <a:solidFill>
                <a:schemeClr val="dk1"/>
              </a:solidFill>
              <a:latin typeface="Arial"/>
              <a:ea typeface="Arial"/>
              <a:cs typeface="Arial"/>
            </a:endParaRPr>
          </a:p>
        </p:txBody>
      </p:sp>
      <p:sp>
        <p:nvSpPr>
          <p:cNvPr id="2396" name="Google Shape;2396;p35">
            <a:extLst xmlns:a="http://schemas.openxmlformats.org/drawingml/2006/main">
              <a:ext uri="{FF2B5EF4-FFF2-40B4-BE49-F238E27FC236}">
                <a16:creationId xmlns:a16="http://schemas.microsoft.com/office/drawing/2014/main" id="{61318CFF-B416-454C-87F8-CBEA78BB8F01}"/>
              </a:ext>
            </a:extLst>
          </p:cNvPr>
          <p:cNvSpPr>
            <a:spLocks xmlns:a="http://schemas.openxmlformats.org/drawingml/2006/main" noGrp="1"/>
          </p:cNvSpPr>
          <p:nvPr/>
        </p:nvSpPr>
        <p:spPr>
          <a:xfrm xmlns:a="http://schemas.openxmlformats.org/drawingml/2006/main">
            <a:off x="320040" y="2472538"/>
            <a:ext cx="8503920" cy="413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17" name="Google Shape;2397;p35"/>
          <p:cNvCxnSpPr/>
          <p:nvPr/>
        </p:nvCxnSpPr>
        <p:spPr>
          <a:xfrm xmlns:a="http://schemas.openxmlformats.org/drawingml/2006/main">
            <a:off x="320040" y="288584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398" name="Google Shape;2398;p35">
            <a:extLst xmlns:a="http://schemas.openxmlformats.org/drawingml/2006/main">
              <a:ext uri="{FF2B5EF4-FFF2-40B4-BE49-F238E27FC236}">
                <a16:creationId xmlns:a16="http://schemas.microsoft.com/office/drawing/2014/main" id="{09A8A948-4A11-44F3-8543-5C11A76D2E29}"/>
              </a:ext>
            </a:extLst>
          </p:cNvPr>
          <p:cNvSpPr>
            <a:spLocks xmlns:a="http://schemas.openxmlformats.org/drawingml/2006/main" noGrp="1"/>
          </p:cNvSpPr>
          <p:nvPr/>
        </p:nvSpPr>
        <p:spPr>
          <a:xfrm xmlns:a="http://schemas.openxmlformats.org/drawingml/2006/main">
            <a:off x="374904" y="2472538"/>
            <a:ext cx="177393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name]</a:t>
            </a:r>
            <a:endParaRPr sz="850" b="0" i="0" u="none" cap="none">
              <a:solidFill>
                <a:schemeClr val="dk1"/>
              </a:solidFill>
              <a:latin typeface="Arial"/>
              <a:ea typeface="Arial"/>
              <a:cs typeface="Arial"/>
            </a:endParaRPr>
          </a:p>
        </p:txBody>
      </p:sp>
      <p:sp>
        <p:nvSpPr>
          <p:cNvPr id="2399" name="Google Shape;2399;p35">
            <a:extLst xmlns:a="http://schemas.openxmlformats.org/drawingml/2006/main">
              <a:ext uri="{FF2B5EF4-FFF2-40B4-BE49-F238E27FC236}">
                <a16:creationId xmlns:a16="http://schemas.microsoft.com/office/drawing/2014/main" id="{5A1F9B8D-564F-491F-9424-F49846FCC160}"/>
              </a:ext>
            </a:extLst>
          </p:cNvPr>
          <p:cNvSpPr>
            <a:spLocks xmlns:a="http://schemas.openxmlformats.org/drawingml/2006/main" noGrp="1"/>
          </p:cNvSpPr>
          <p:nvPr/>
        </p:nvSpPr>
        <p:spPr>
          <a:xfrm xmlns:a="http://schemas.openxmlformats.org/drawingml/2006/main">
            <a:off x="2203704" y="2472538"/>
            <a:ext cx="14996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[Subsystem]</a:t>
            </a:r>
            <a:endParaRPr sz="850" b="0" i="0" u="none" cap="none">
              <a:solidFill>
                <a:schemeClr val="dk1"/>
              </a:solidFill>
              <a:latin typeface="Arial"/>
              <a:ea typeface="Arial"/>
              <a:cs typeface="Arial"/>
            </a:endParaRPr>
          </a:p>
        </p:txBody>
      </p:sp>
      <p:sp>
        <p:nvSpPr>
          <p:cNvPr id="2400" name="Google Shape;2400;p35">
            <a:extLst xmlns:a="http://schemas.openxmlformats.org/drawingml/2006/main">
              <a:ext uri="{FF2B5EF4-FFF2-40B4-BE49-F238E27FC236}">
                <a16:creationId xmlns:a16="http://schemas.microsoft.com/office/drawing/2014/main" id="{0596233E-7E15-4101-ACFF-6C19B69E6B3D}"/>
              </a:ext>
            </a:extLst>
          </p:cNvPr>
          <p:cNvSpPr>
            <a:spLocks xmlns:a="http://schemas.openxmlformats.org/drawingml/2006/main" noGrp="1"/>
          </p:cNvSpPr>
          <p:nvPr/>
        </p:nvSpPr>
        <p:spPr>
          <a:xfrm xmlns:a="http://schemas.openxmlformats.org/drawingml/2006/main">
            <a:off x="3758184" y="2472538"/>
            <a:ext cx="28712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a:t>
            </a:r>
            <a:endParaRPr sz="850" b="0" i="0" u="none" cap="none">
              <a:solidFill>
                <a:schemeClr val="dk1"/>
              </a:solidFill>
              <a:latin typeface="Arial"/>
              <a:ea typeface="Arial"/>
              <a:cs typeface="Arial"/>
            </a:endParaRPr>
          </a:p>
        </p:txBody>
      </p:sp>
      <p:sp>
        <p:nvSpPr>
          <p:cNvPr id="2401" name="Google Shape;2401;p35">
            <a:extLst xmlns:a="http://schemas.openxmlformats.org/drawingml/2006/main">
              <a:ext uri="{FF2B5EF4-FFF2-40B4-BE49-F238E27FC236}">
                <a16:creationId xmlns:a16="http://schemas.microsoft.com/office/drawing/2014/main" id="{2C4B1FB3-018A-4EED-A135-8CBB741C952A}"/>
              </a:ext>
            </a:extLst>
          </p:cNvPr>
          <p:cNvSpPr>
            <a:spLocks xmlns:a="http://schemas.openxmlformats.org/drawingml/2006/main" noGrp="1"/>
          </p:cNvSpPr>
          <p:nvPr/>
        </p:nvSpPr>
        <p:spPr>
          <a:xfrm xmlns:a="http://schemas.openxmlformats.org/drawingml/2006/main">
            <a:off x="6684264" y="2472538"/>
            <a:ext cx="213969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a:t>
            </a:r>
            <a:endParaRPr sz="850" b="0" i="0" u="none" cap="none">
              <a:solidFill>
                <a:schemeClr val="dk1"/>
              </a:solidFill>
              <a:latin typeface="Arial"/>
              <a:ea typeface="Arial"/>
              <a:cs typeface="Arial"/>
            </a:endParaRPr>
          </a:p>
        </p:txBody>
      </p:sp>
      <p:cxnSp>
        <p:nvCxnSpPr>
          <p:cNvPr id="2522" name="Google Shape;2402;p35"/>
          <p:cNvCxnSpPr/>
          <p:nvPr/>
        </p:nvCxnSpPr>
        <p:spPr>
          <a:xfrm xmlns:a="http://schemas.openxmlformats.org/drawingml/2006/main">
            <a:off x="320040" y="3299155"/>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03" name="Google Shape;2403;p35">
            <a:extLst xmlns:a="http://schemas.openxmlformats.org/drawingml/2006/main">
              <a:ext uri="{FF2B5EF4-FFF2-40B4-BE49-F238E27FC236}">
                <a16:creationId xmlns:a16="http://schemas.microsoft.com/office/drawing/2014/main" id="{F9B8FD66-D670-46C8-BA9D-B23D62767B0C}"/>
              </a:ext>
            </a:extLst>
          </p:cNvPr>
          <p:cNvSpPr>
            <a:spLocks xmlns:a="http://schemas.openxmlformats.org/drawingml/2006/main" noGrp="1"/>
          </p:cNvSpPr>
          <p:nvPr/>
        </p:nvSpPr>
        <p:spPr>
          <a:xfrm xmlns:a="http://schemas.openxmlformats.org/drawingml/2006/main">
            <a:off x="374904" y="2885846"/>
            <a:ext cx="177393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name]</a:t>
            </a:r>
            <a:endParaRPr sz="850" b="0" i="0" u="none" cap="none">
              <a:solidFill>
                <a:schemeClr val="dk1"/>
              </a:solidFill>
              <a:latin typeface="Arial"/>
              <a:ea typeface="Arial"/>
              <a:cs typeface="Arial"/>
            </a:endParaRPr>
          </a:p>
        </p:txBody>
      </p:sp>
      <p:sp>
        <p:nvSpPr>
          <p:cNvPr id="2404" name="Google Shape;2404;p35">
            <a:extLst xmlns:a="http://schemas.openxmlformats.org/drawingml/2006/main">
              <a:ext uri="{FF2B5EF4-FFF2-40B4-BE49-F238E27FC236}">
                <a16:creationId xmlns:a16="http://schemas.microsoft.com/office/drawing/2014/main" id="{EDB69DC3-EB0F-4B16-AA0E-77F30EDD7865}"/>
              </a:ext>
            </a:extLst>
          </p:cNvPr>
          <p:cNvSpPr>
            <a:spLocks xmlns:a="http://schemas.openxmlformats.org/drawingml/2006/main" noGrp="1"/>
          </p:cNvSpPr>
          <p:nvPr/>
        </p:nvSpPr>
        <p:spPr>
          <a:xfrm xmlns:a="http://schemas.openxmlformats.org/drawingml/2006/main">
            <a:off x="2203704" y="2885846"/>
            <a:ext cx="14996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[Subsystem]</a:t>
            </a:r>
            <a:endParaRPr sz="850" b="0" i="0" u="none" cap="none">
              <a:solidFill>
                <a:schemeClr val="dk1"/>
              </a:solidFill>
              <a:latin typeface="Arial"/>
              <a:ea typeface="Arial"/>
              <a:cs typeface="Arial"/>
            </a:endParaRPr>
          </a:p>
        </p:txBody>
      </p:sp>
      <p:sp>
        <p:nvSpPr>
          <p:cNvPr id="2405" name="Google Shape;2405;p35">
            <a:extLst xmlns:a="http://schemas.openxmlformats.org/drawingml/2006/main">
              <a:ext uri="{FF2B5EF4-FFF2-40B4-BE49-F238E27FC236}">
                <a16:creationId xmlns:a16="http://schemas.microsoft.com/office/drawing/2014/main" id="{19318D5D-3127-4D13-803F-0DA4F6E557A3}"/>
              </a:ext>
            </a:extLst>
          </p:cNvPr>
          <p:cNvSpPr>
            <a:spLocks xmlns:a="http://schemas.openxmlformats.org/drawingml/2006/main" noGrp="1"/>
          </p:cNvSpPr>
          <p:nvPr/>
        </p:nvSpPr>
        <p:spPr>
          <a:xfrm xmlns:a="http://schemas.openxmlformats.org/drawingml/2006/main">
            <a:off x="3758184" y="2885846"/>
            <a:ext cx="28712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a:t>
            </a:r>
            <a:endParaRPr sz="850" b="0" i="0" u="none" cap="none">
              <a:solidFill>
                <a:schemeClr val="dk1"/>
              </a:solidFill>
              <a:latin typeface="Arial"/>
              <a:ea typeface="Arial"/>
              <a:cs typeface="Arial"/>
            </a:endParaRPr>
          </a:p>
        </p:txBody>
      </p:sp>
      <p:sp>
        <p:nvSpPr>
          <p:cNvPr id="2406" name="Google Shape;2406;p35">
            <a:extLst xmlns:a="http://schemas.openxmlformats.org/drawingml/2006/main">
              <a:ext uri="{FF2B5EF4-FFF2-40B4-BE49-F238E27FC236}">
                <a16:creationId xmlns:a16="http://schemas.microsoft.com/office/drawing/2014/main" id="{9E3F77C0-5AE5-4F55-9850-A61F6A06A4C6}"/>
              </a:ext>
            </a:extLst>
          </p:cNvPr>
          <p:cNvSpPr>
            <a:spLocks xmlns:a="http://schemas.openxmlformats.org/drawingml/2006/main" noGrp="1"/>
          </p:cNvSpPr>
          <p:nvPr/>
        </p:nvSpPr>
        <p:spPr>
          <a:xfrm xmlns:a="http://schemas.openxmlformats.org/drawingml/2006/main">
            <a:off x="6684264" y="2885846"/>
            <a:ext cx="213969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a:t>
            </a:r>
            <a:endParaRPr sz="850" b="0" i="0" u="none" cap="none">
              <a:solidFill>
                <a:schemeClr val="dk1"/>
              </a:solidFill>
              <a:latin typeface="Arial"/>
              <a:ea typeface="Arial"/>
              <a:cs typeface="Arial"/>
            </a:endParaRPr>
          </a:p>
        </p:txBody>
      </p:sp>
      <p:sp>
        <p:nvSpPr>
          <p:cNvPr id="2407" name="Google Shape;2407;p35">
            <a:extLst xmlns:a="http://schemas.openxmlformats.org/drawingml/2006/main">
              <a:ext uri="{FF2B5EF4-FFF2-40B4-BE49-F238E27FC236}">
                <a16:creationId xmlns:a16="http://schemas.microsoft.com/office/drawing/2014/main" id="{1A754497-0170-4941-99CC-EA30798714FC}"/>
              </a:ext>
            </a:extLst>
          </p:cNvPr>
          <p:cNvSpPr>
            <a:spLocks xmlns:a="http://schemas.openxmlformats.org/drawingml/2006/main" noGrp="1"/>
          </p:cNvSpPr>
          <p:nvPr/>
        </p:nvSpPr>
        <p:spPr>
          <a:xfrm xmlns:a="http://schemas.openxmlformats.org/drawingml/2006/main">
            <a:off x="320040" y="3299155"/>
            <a:ext cx="8503920" cy="41330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28" name="Google Shape;2408;p35"/>
          <p:cNvCxnSpPr/>
          <p:nvPr/>
        </p:nvCxnSpPr>
        <p:spPr>
          <a:xfrm xmlns:a="http://schemas.openxmlformats.org/drawingml/2006/main">
            <a:off x="320040" y="37124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09" name="Google Shape;2409;p35">
            <a:extLst xmlns:a="http://schemas.openxmlformats.org/drawingml/2006/main">
              <a:ext uri="{FF2B5EF4-FFF2-40B4-BE49-F238E27FC236}">
                <a16:creationId xmlns:a16="http://schemas.microsoft.com/office/drawing/2014/main" id="{182C9A49-0C25-4584-9FD0-05194B34637B}"/>
              </a:ext>
            </a:extLst>
          </p:cNvPr>
          <p:cNvSpPr>
            <a:spLocks xmlns:a="http://schemas.openxmlformats.org/drawingml/2006/main" noGrp="1"/>
          </p:cNvSpPr>
          <p:nvPr/>
        </p:nvSpPr>
        <p:spPr>
          <a:xfrm xmlns:a="http://schemas.openxmlformats.org/drawingml/2006/main">
            <a:off x="374904" y="3299155"/>
            <a:ext cx="177393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[Concept name]</a:t>
            </a:r>
            <a:endParaRPr sz="850" b="0" i="0" u="none" cap="none">
              <a:solidFill>
                <a:schemeClr val="dk1"/>
              </a:solidFill>
              <a:latin typeface="Arial"/>
              <a:ea typeface="Arial"/>
              <a:cs typeface="Arial"/>
            </a:endParaRPr>
          </a:p>
        </p:txBody>
      </p:sp>
      <p:sp>
        <p:nvSpPr>
          <p:cNvPr id="2410" name="Google Shape;2410;p35">
            <a:extLst xmlns:a="http://schemas.openxmlformats.org/drawingml/2006/main">
              <a:ext uri="{FF2B5EF4-FFF2-40B4-BE49-F238E27FC236}">
                <a16:creationId xmlns:a16="http://schemas.microsoft.com/office/drawing/2014/main" id="{AC681F13-5B37-4B4C-AE32-7B1154360F9B}"/>
              </a:ext>
            </a:extLst>
          </p:cNvPr>
          <p:cNvSpPr>
            <a:spLocks xmlns:a="http://schemas.openxmlformats.org/drawingml/2006/main" noGrp="1"/>
          </p:cNvSpPr>
          <p:nvPr/>
        </p:nvSpPr>
        <p:spPr>
          <a:xfrm xmlns:a="http://schemas.openxmlformats.org/drawingml/2006/main">
            <a:off x="2203704" y="3299155"/>
            <a:ext cx="14996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[Subsystem]</a:t>
            </a:r>
            <a:endParaRPr sz="850" b="0" i="0" u="none" cap="none">
              <a:solidFill>
                <a:schemeClr val="dk1"/>
              </a:solidFill>
              <a:latin typeface="Arial"/>
              <a:ea typeface="Arial"/>
              <a:cs typeface="Arial"/>
            </a:endParaRPr>
          </a:p>
        </p:txBody>
      </p:sp>
      <p:sp>
        <p:nvSpPr>
          <p:cNvPr id="2411" name="Google Shape;2411;p35">
            <a:extLst xmlns:a="http://schemas.openxmlformats.org/drawingml/2006/main">
              <a:ext uri="{FF2B5EF4-FFF2-40B4-BE49-F238E27FC236}">
                <a16:creationId xmlns:a16="http://schemas.microsoft.com/office/drawing/2014/main" id="{E4B3DC4A-1209-4BCD-9080-A677A60E0704}"/>
              </a:ext>
            </a:extLst>
          </p:cNvPr>
          <p:cNvSpPr>
            <a:spLocks xmlns:a="http://schemas.openxmlformats.org/drawingml/2006/main" noGrp="1"/>
          </p:cNvSpPr>
          <p:nvPr/>
        </p:nvSpPr>
        <p:spPr>
          <a:xfrm xmlns:a="http://schemas.openxmlformats.org/drawingml/2006/main">
            <a:off x="3758184" y="3299155"/>
            <a:ext cx="287121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[Reason]</a:t>
            </a:r>
            <a:endParaRPr sz="850" b="0" i="0" u="none" cap="none">
              <a:solidFill>
                <a:schemeClr val="dk1"/>
              </a:solidFill>
              <a:latin typeface="Arial"/>
              <a:ea typeface="Arial"/>
              <a:cs typeface="Arial"/>
            </a:endParaRPr>
          </a:p>
        </p:txBody>
      </p:sp>
      <p:sp>
        <p:nvSpPr>
          <p:cNvPr id="2412" name="Google Shape;2412;p35">
            <a:extLst xmlns:a="http://schemas.openxmlformats.org/drawingml/2006/main">
              <a:ext uri="{FF2B5EF4-FFF2-40B4-BE49-F238E27FC236}">
                <a16:creationId xmlns:a16="http://schemas.microsoft.com/office/drawing/2014/main" id="{6547CB48-7265-4E09-AB72-476B8FB2B917}"/>
              </a:ext>
            </a:extLst>
          </p:cNvPr>
          <p:cNvSpPr>
            <a:spLocks xmlns:a="http://schemas.openxmlformats.org/drawingml/2006/main" noGrp="1"/>
          </p:cNvSpPr>
          <p:nvPr/>
        </p:nvSpPr>
        <p:spPr>
          <a:xfrm xmlns:a="http://schemas.openxmlformats.org/drawingml/2006/main">
            <a:off x="6684264" y="3299155"/>
            <a:ext cx="2139696" cy="41330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[Lesson]</a:t>
            </a:r>
            <a:endParaRPr sz="850" b="0" i="0" u="none" cap="none">
              <a:solidFill>
                <a:schemeClr val="dk1"/>
              </a:solidFill>
              <a:latin typeface="Arial"/>
              <a:ea typeface="Arial"/>
              <a:cs typeface="Arial"/>
            </a:endParaRPr>
          </a:p>
        </p:txBody>
      </p:sp>
      <p:sp>
        <p:nvSpPr>
          <p:cNvPr id="2413" name="Google Shape;2413;p35">
            <a:extLst xmlns:a="http://schemas.openxmlformats.org/drawingml/2006/main">
              <a:ext uri="{FF2B5EF4-FFF2-40B4-BE49-F238E27FC236}">
                <a16:creationId xmlns:a16="http://schemas.microsoft.com/office/drawing/2014/main" id="{7A579034-ABE2-4DA3-86E4-DF93985A9145}"/>
              </a:ext>
            </a:extLst>
          </p:cNvPr>
          <p:cNvSpPr>
            <a:spLocks xmlns:a="http://schemas.openxmlformats.org/drawingml/2006/main" noGrp="1"/>
          </p:cNvSpPr>
          <p:nvPr/>
        </p:nvSpPr>
        <p:spPr>
          <a:xfrm xmlns:a="http://schemas.openxmlformats.org/drawingml/2006/main">
            <a:off x="320040" y="1426464"/>
            <a:ext cx="8503920" cy="22860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14" name="Google Shape;2414;p35">
            <a:extLst xmlns:a="http://schemas.openxmlformats.org/drawingml/2006/main">
              <a:ext uri="{FF2B5EF4-FFF2-40B4-BE49-F238E27FC236}">
                <a16:creationId xmlns:a16="http://schemas.microsoft.com/office/drawing/2014/main" id="{E595B104-D59A-410D-BADC-8B7906580035}"/>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e1e5478d87ce4a3c"/>
              </a:rPr>
              <a:t>decision-matrix</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2894ac8d76ad4832"/>
              </a:rPr>
              <a:t>rebuild-decision</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92799623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420" name="Google Shape;2420;p36">
            <a:extLst xmlns:a="http://schemas.openxmlformats.org/drawingml/2006/main">
              <a:ext uri="{FF2B5EF4-FFF2-40B4-BE49-F238E27FC236}">
                <a16:creationId xmlns:a16="http://schemas.microsoft.com/office/drawing/2014/main" id="{512BAF59-DE40-4D8D-AC77-5775FB6A3DF6}"/>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21" name="Google Shape;2421;p36">
            <a:extLst xmlns:a="http://schemas.openxmlformats.org/drawingml/2006/main">
              <a:ext uri="{FF2B5EF4-FFF2-40B4-BE49-F238E27FC236}">
                <a16:creationId xmlns:a16="http://schemas.microsoft.com/office/drawing/2014/main" id="{7B122355-3607-41EE-A209-0D8974AD5AE6}"/>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EDP STEP 3</a:t>
            </a:r>
            <a:endParaRPr sz="1050" b="0" i="0" u="none" cap="none">
              <a:solidFill>
                <a:schemeClr val="dk1"/>
              </a:solidFill>
              <a:latin typeface="Arial"/>
              <a:ea typeface="Arial"/>
              <a:cs typeface="Arial"/>
            </a:endParaRPr>
          </a:p>
        </p:txBody>
      </p:sp>
      <p:sp>
        <p:nvSpPr>
          <p:cNvPr id="2422" name="Google Shape;2422;p36">
            <a:extLst xmlns:a="http://schemas.openxmlformats.org/drawingml/2006/main">
              <a:ext uri="{FF2B5EF4-FFF2-40B4-BE49-F238E27FC236}">
                <a16:creationId xmlns:a16="http://schemas.microsoft.com/office/drawing/2014/main" id="{1DF9E7E1-8FEC-447E-8A9B-6A371AD8B56C}"/>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423" name="Google Shape;2423;p36">
            <a:extLst xmlns:a="http://schemas.openxmlformats.org/drawingml/2006/main">
              <a:ext uri="{FF2B5EF4-FFF2-40B4-BE49-F238E27FC236}">
                <a16:creationId xmlns:a16="http://schemas.microsoft.com/office/drawing/2014/main" id="{D123A15F-BBD1-4EB2-9412-4D12D1FE1219}"/>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Preliminary Design Selection</a:t>
            </a:r>
            <a:endParaRPr sz="2200" b="0" i="0" u="none" cap="none">
              <a:solidFill>
                <a:schemeClr val="dk1"/>
              </a:solidFill>
              <a:latin typeface="Arial"/>
              <a:ea typeface="Arial"/>
              <a:cs typeface="Arial"/>
            </a:endParaRPr>
          </a:p>
        </p:txBody>
      </p:sp>
      <p:sp>
        <p:nvSpPr>
          <p:cNvPr id="2424" name="Google Shape;2424;p36">
            <a:extLst xmlns:a="http://schemas.openxmlformats.org/drawingml/2006/main">
              <a:ext uri="{FF2B5EF4-FFF2-40B4-BE49-F238E27FC236}">
                <a16:creationId xmlns:a16="http://schemas.microsoft.com/office/drawing/2014/main" id="{4A5CC408-867D-4BA9-BD47-3A52B70564E5}"/>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2425" name="Google Shape;2425;p36">
            <a:extLst xmlns:a="http://schemas.openxmlformats.org/drawingml/2006/main">
              <a:ext uri="{FF2B5EF4-FFF2-40B4-BE49-F238E27FC236}">
                <a16:creationId xmlns:a16="http://schemas.microsoft.com/office/drawing/2014/main" id="{8703D3BE-57F6-4CAB-88FB-E26F10E1C7C4}"/>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26" name="Google Shape;2426;p36">
            <a:extLst xmlns:a="http://schemas.openxmlformats.org/drawingml/2006/main">
              <a:ext uri="{FF2B5EF4-FFF2-40B4-BE49-F238E27FC236}">
                <a16:creationId xmlns:a16="http://schemas.microsoft.com/office/drawing/2014/main" id="{AA6043CA-905C-41F8-BD98-9A9D9C1FACFC}"/>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34 / 61</a:t>
            </a:r>
            <a:endParaRPr sz="900" b="0" i="0" u="none" cap="none">
              <a:solidFill>
                <a:schemeClr val="dk1"/>
              </a:solidFill>
              <a:latin typeface="Arial"/>
              <a:ea typeface="Arial"/>
              <a:cs typeface="Arial"/>
            </a:endParaRPr>
          </a:p>
        </p:txBody>
      </p:sp>
      <p:sp>
        <p:nvSpPr>
          <p:cNvPr id="2427" name="Google Shape;2427;p36">
            <a:extLst xmlns:a="http://schemas.openxmlformats.org/drawingml/2006/main">
              <a:ext uri="{FF2B5EF4-FFF2-40B4-BE49-F238E27FC236}">
                <a16:creationId xmlns:a16="http://schemas.microsoft.com/office/drawing/2014/main" id="{FD1F51E0-10E7-41BF-8D9E-47D617538C8A}"/>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428" name="Google Shape;2428;p36">
            <a:extLst xmlns:a="http://schemas.openxmlformats.org/drawingml/2006/main">
              <a:ext uri="{FF2B5EF4-FFF2-40B4-BE49-F238E27FC236}">
                <a16:creationId xmlns:a16="http://schemas.microsoft.com/office/drawing/2014/main" id="{FBF46068-F6C1-41C4-87EB-3682BA805831}"/>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Your V1 robot at a glance — the winners from each Decision Matrix combined into one design target. The Onshape technical drawing is on the next slide.</a:t>
            </a:r>
            <a:endParaRPr sz="1000" b="0" i="0" u="none" cap="none">
              <a:solidFill>
                <a:schemeClr val="dk1"/>
              </a:solidFill>
              <a:latin typeface="Arial"/>
              <a:ea typeface="Arial"/>
              <a:cs typeface="Arial"/>
            </a:endParaRPr>
          </a:p>
        </p:txBody>
      </p:sp>
      <p:sp>
        <p:nvSpPr>
          <p:cNvPr id="2429" name="Google Shape;2429;p36">
            <a:extLst xmlns:a="http://schemas.openxmlformats.org/drawingml/2006/main">
              <a:ext uri="{FF2B5EF4-FFF2-40B4-BE49-F238E27FC236}">
                <a16:creationId xmlns:a16="http://schemas.microsoft.com/office/drawing/2014/main" id="{6DD1D035-F61F-4CD5-9A7E-1E98BD901B96}"/>
              </a:ext>
            </a:extLst>
          </p:cNvPr>
          <p:cNvSpPr>
            <a:spLocks xmlns:a="http://schemas.openxmlformats.org/drawingml/2006/main" noGrp="1"/>
          </p:cNvSpPr>
          <p:nvPr/>
        </p:nvSpPr>
        <p:spPr>
          <a:xfrm xmlns:a="http://schemas.openxmlformats.org/drawingml/2006/main">
            <a:off x="320040" y="1490472"/>
            <a:ext cx="8503920" cy="237744"/>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30" name="Google Shape;2430;p36">
            <a:extLst xmlns:a="http://schemas.openxmlformats.org/drawingml/2006/main">
              <a:ext uri="{FF2B5EF4-FFF2-40B4-BE49-F238E27FC236}">
                <a16:creationId xmlns:a16="http://schemas.microsoft.com/office/drawing/2014/main" id="{96F584F6-D09D-4B56-AA74-A0ACE7A86E8D}"/>
              </a:ext>
            </a:extLst>
          </p:cNvPr>
          <p:cNvSpPr>
            <a:spLocks xmlns:a="http://schemas.openxmlformats.org/drawingml/2006/main" noGrp="1"/>
          </p:cNvSpPr>
          <p:nvPr/>
        </p:nvSpPr>
        <p:spPr>
          <a:xfrm xmlns:a="http://schemas.openxmlformats.org/drawingml/2006/main">
            <a:off x="374904" y="1490472"/>
            <a:ext cx="15910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Subsystem</a:t>
            </a:r>
            <a:endParaRPr sz="900" b="0" i="0" u="none" cap="none">
              <a:solidFill>
                <a:schemeClr val="dk1"/>
              </a:solidFill>
              <a:latin typeface="Arial"/>
              <a:ea typeface="Arial"/>
              <a:cs typeface="Arial"/>
            </a:endParaRPr>
          </a:p>
        </p:txBody>
      </p:sp>
      <p:sp>
        <p:nvSpPr>
          <p:cNvPr id="2431" name="Google Shape;2431;p36">
            <a:extLst xmlns:a="http://schemas.openxmlformats.org/drawingml/2006/main">
              <a:ext uri="{FF2B5EF4-FFF2-40B4-BE49-F238E27FC236}">
                <a16:creationId xmlns:a16="http://schemas.microsoft.com/office/drawing/2014/main" id="{4066D31A-6F49-4A0B-9755-6DB1656400BE}"/>
              </a:ext>
            </a:extLst>
          </p:cNvPr>
          <p:cNvSpPr>
            <a:spLocks xmlns:a="http://schemas.openxmlformats.org/drawingml/2006/main" noGrp="1"/>
          </p:cNvSpPr>
          <p:nvPr/>
        </p:nvSpPr>
        <p:spPr>
          <a:xfrm xmlns:a="http://schemas.openxmlformats.org/drawingml/2006/main">
            <a:off x="2020824" y="1490472"/>
            <a:ext cx="232257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Selected Concept</a:t>
            </a:r>
            <a:endParaRPr sz="900" b="0" i="0" u="none" cap="none">
              <a:solidFill>
                <a:schemeClr val="dk1"/>
              </a:solidFill>
              <a:latin typeface="Arial"/>
              <a:ea typeface="Arial"/>
              <a:cs typeface="Arial"/>
            </a:endParaRPr>
          </a:p>
        </p:txBody>
      </p:sp>
      <p:sp>
        <p:nvSpPr>
          <p:cNvPr id="2432" name="Google Shape;2432;p36">
            <a:extLst xmlns:a="http://schemas.openxmlformats.org/drawingml/2006/main">
              <a:ext uri="{FF2B5EF4-FFF2-40B4-BE49-F238E27FC236}">
                <a16:creationId xmlns:a16="http://schemas.microsoft.com/office/drawing/2014/main" id="{9B58BA60-AE4C-4043-8B57-379753184AFB}"/>
              </a:ext>
            </a:extLst>
          </p:cNvPr>
          <p:cNvSpPr>
            <a:spLocks xmlns:a="http://schemas.openxmlformats.org/drawingml/2006/main" noGrp="1"/>
          </p:cNvSpPr>
          <p:nvPr/>
        </p:nvSpPr>
        <p:spPr>
          <a:xfrm xmlns:a="http://schemas.openxmlformats.org/drawingml/2006/main">
            <a:off x="4398264" y="1490472"/>
            <a:ext cx="213969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Key Specification</a:t>
            </a:r>
            <a:endParaRPr sz="900" b="0" i="0" u="none" cap="none">
              <a:solidFill>
                <a:schemeClr val="dk1"/>
              </a:solidFill>
              <a:latin typeface="Arial"/>
              <a:ea typeface="Arial"/>
              <a:cs typeface="Arial"/>
            </a:endParaRPr>
          </a:p>
        </p:txBody>
      </p:sp>
      <p:sp>
        <p:nvSpPr>
          <p:cNvPr id="2433" name="Google Shape;2433;p36">
            <a:extLst xmlns:a="http://schemas.openxmlformats.org/drawingml/2006/main">
              <a:ext uri="{FF2B5EF4-FFF2-40B4-BE49-F238E27FC236}">
                <a16:creationId xmlns:a16="http://schemas.microsoft.com/office/drawing/2014/main" id="{1A5AF859-3231-4FF4-8D78-F46B0321FF66}"/>
              </a:ext>
            </a:extLst>
          </p:cNvPr>
          <p:cNvSpPr>
            <a:spLocks xmlns:a="http://schemas.openxmlformats.org/drawingml/2006/main" noGrp="1"/>
          </p:cNvSpPr>
          <p:nvPr/>
        </p:nvSpPr>
        <p:spPr>
          <a:xfrm xmlns:a="http://schemas.openxmlformats.org/drawingml/2006/main">
            <a:off x="6592824" y="1490472"/>
            <a:ext cx="22311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Expected Performance</a:t>
            </a:r>
            <a:endParaRPr sz="900" b="0" i="0" u="none" cap="none">
              <a:solidFill>
                <a:schemeClr val="dk1"/>
              </a:solidFill>
              <a:latin typeface="Arial"/>
              <a:ea typeface="Arial"/>
              <a:cs typeface="Arial"/>
            </a:endParaRPr>
          </a:p>
        </p:txBody>
      </p:sp>
      <p:sp>
        <p:nvSpPr>
          <p:cNvPr id="2434" name="Google Shape;2434;p36">
            <a:extLst xmlns:a="http://schemas.openxmlformats.org/drawingml/2006/main">
              <a:ext uri="{FF2B5EF4-FFF2-40B4-BE49-F238E27FC236}">
                <a16:creationId xmlns:a16="http://schemas.microsoft.com/office/drawing/2014/main" id="{FEE30B05-C41D-4D6D-B6EF-A1C95A00287D}"/>
              </a:ext>
            </a:extLst>
          </p:cNvPr>
          <p:cNvSpPr>
            <a:spLocks xmlns:a="http://schemas.openxmlformats.org/drawingml/2006/main" noGrp="1"/>
          </p:cNvSpPr>
          <p:nvPr/>
        </p:nvSpPr>
        <p:spPr>
          <a:xfrm xmlns:a="http://schemas.openxmlformats.org/drawingml/2006/main">
            <a:off x="320040" y="1728216"/>
            <a:ext cx="8503920" cy="3870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73" name="Google Shape;2435;p36"/>
          <p:cNvCxnSpPr/>
          <p:nvPr/>
        </p:nvCxnSpPr>
        <p:spPr>
          <a:xfrm xmlns:a="http://schemas.openxmlformats.org/drawingml/2006/main">
            <a:off x="320040" y="21153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36" name="Google Shape;2436;p36">
            <a:extLst xmlns:a="http://schemas.openxmlformats.org/drawingml/2006/main">
              <a:ext uri="{FF2B5EF4-FFF2-40B4-BE49-F238E27FC236}">
                <a16:creationId xmlns:a16="http://schemas.microsoft.com/office/drawing/2014/main" id="{889ED2C4-41E9-48D9-B2CC-DE3A6F115A4E}"/>
              </a:ext>
            </a:extLst>
          </p:cNvPr>
          <p:cNvSpPr>
            <a:spLocks xmlns:a="http://schemas.openxmlformats.org/drawingml/2006/main" noGrp="1"/>
          </p:cNvSpPr>
          <p:nvPr/>
        </p:nvSpPr>
        <p:spPr>
          <a:xfrm xmlns:a="http://schemas.openxmlformats.org/drawingml/2006/main">
            <a:off x="374904" y="1728216"/>
            <a:ext cx="159105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Mobility &amp; Routing</a:t>
            </a:r>
            <a:endParaRPr sz="900" b="0" i="0" u="none" cap="none">
              <a:solidFill>
                <a:schemeClr val="dk1"/>
              </a:solidFill>
              <a:latin typeface="Arial"/>
              <a:ea typeface="Arial"/>
              <a:cs typeface="Arial"/>
            </a:endParaRPr>
          </a:p>
        </p:txBody>
      </p:sp>
      <p:sp>
        <p:nvSpPr>
          <p:cNvPr id="2437" name="Google Shape;2437;p36">
            <a:extLst xmlns:a="http://schemas.openxmlformats.org/drawingml/2006/main">
              <a:ext uri="{FF2B5EF4-FFF2-40B4-BE49-F238E27FC236}">
                <a16:creationId xmlns:a16="http://schemas.microsoft.com/office/drawing/2014/main" id="{AB593EB6-F500-4F4C-BBA1-9048BFA2AAF4}"/>
              </a:ext>
            </a:extLst>
          </p:cNvPr>
          <p:cNvSpPr>
            <a:spLocks xmlns:a="http://schemas.openxmlformats.org/drawingml/2006/main" noGrp="1"/>
          </p:cNvSpPr>
          <p:nvPr/>
        </p:nvSpPr>
        <p:spPr>
          <a:xfrm xmlns:a="http://schemas.openxmlformats.org/drawingml/2006/main">
            <a:off x="2020824" y="1728216"/>
            <a:ext cx="232257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[Winning concept from matrix]</a:t>
            </a:r>
            <a:endParaRPr sz="900" b="0" i="0" u="none" cap="none">
              <a:solidFill>
                <a:schemeClr val="dk1"/>
              </a:solidFill>
              <a:latin typeface="Arial"/>
              <a:ea typeface="Arial"/>
              <a:cs typeface="Arial"/>
            </a:endParaRPr>
          </a:p>
        </p:txBody>
      </p:sp>
      <p:sp>
        <p:nvSpPr>
          <p:cNvPr id="2438" name="Google Shape;2438;p36">
            <a:extLst xmlns:a="http://schemas.openxmlformats.org/drawingml/2006/main">
              <a:ext uri="{FF2B5EF4-FFF2-40B4-BE49-F238E27FC236}">
                <a16:creationId xmlns:a16="http://schemas.microsoft.com/office/drawing/2014/main" id="{E6D9D683-B091-4EF8-A7C0-7F827D5292D2}"/>
              </a:ext>
            </a:extLst>
          </p:cNvPr>
          <p:cNvSpPr>
            <a:spLocks xmlns:a="http://schemas.openxmlformats.org/drawingml/2006/main" noGrp="1"/>
          </p:cNvSpPr>
          <p:nvPr/>
        </p:nvSpPr>
        <p:spPr>
          <a:xfrm xmlns:a="http://schemas.openxmlformats.org/drawingml/2006/main">
            <a:off x="4398264" y="1728216"/>
            <a:ext cx="213969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[Motor count, gear ratio]</a:t>
            </a:r>
            <a:endParaRPr sz="900" b="0" i="0" u="none" cap="none">
              <a:solidFill>
                <a:schemeClr val="dk1"/>
              </a:solidFill>
              <a:latin typeface="Arial"/>
              <a:ea typeface="Arial"/>
              <a:cs typeface="Arial"/>
            </a:endParaRPr>
          </a:p>
        </p:txBody>
      </p:sp>
      <p:sp>
        <p:nvSpPr>
          <p:cNvPr id="2439" name="Google Shape;2439;p36">
            <a:extLst xmlns:a="http://schemas.openxmlformats.org/drawingml/2006/main">
              <a:ext uri="{FF2B5EF4-FFF2-40B4-BE49-F238E27FC236}">
                <a16:creationId xmlns:a16="http://schemas.microsoft.com/office/drawing/2014/main" id="{AD58C825-2792-4916-A299-2CAAFA2626F1}"/>
              </a:ext>
            </a:extLst>
          </p:cNvPr>
          <p:cNvSpPr>
            <a:spLocks xmlns:a="http://schemas.openxmlformats.org/drawingml/2006/main" noGrp="1"/>
          </p:cNvSpPr>
          <p:nvPr/>
        </p:nvSpPr>
        <p:spPr>
          <a:xfrm xmlns:a="http://schemas.openxmlformats.org/drawingml/2006/main">
            <a:off x="6592824" y="1728216"/>
            <a:ext cx="223113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[Expected cycle time / speed]</a:t>
            </a:r>
            <a:endParaRPr sz="900" b="0" i="0" u="none" cap="none">
              <a:solidFill>
                <a:schemeClr val="dk1"/>
              </a:solidFill>
              <a:latin typeface="Arial"/>
              <a:ea typeface="Arial"/>
              <a:cs typeface="Arial"/>
            </a:endParaRPr>
          </a:p>
        </p:txBody>
      </p:sp>
      <p:cxnSp>
        <p:nvCxnSpPr>
          <p:cNvPr id="2578" name="Google Shape;2440;p36"/>
          <p:cNvCxnSpPr/>
          <p:nvPr/>
        </p:nvCxnSpPr>
        <p:spPr>
          <a:xfrm xmlns:a="http://schemas.openxmlformats.org/drawingml/2006/main">
            <a:off x="320040" y="25024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41" name="Google Shape;2441;p36">
            <a:extLst xmlns:a="http://schemas.openxmlformats.org/drawingml/2006/main">
              <a:ext uri="{FF2B5EF4-FFF2-40B4-BE49-F238E27FC236}">
                <a16:creationId xmlns:a16="http://schemas.microsoft.com/office/drawing/2014/main" id="{21EF7F4B-BDC7-4450-B22A-C0D9FAE44943}"/>
              </a:ext>
            </a:extLst>
          </p:cNvPr>
          <p:cNvSpPr>
            <a:spLocks xmlns:a="http://schemas.openxmlformats.org/drawingml/2006/main" noGrp="1"/>
          </p:cNvSpPr>
          <p:nvPr/>
        </p:nvSpPr>
        <p:spPr>
          <a:xfrm xmlns:a="http://schemas.openxmlformats.org/drawingml/2006/main">
            <a:off x="374904" y="2115312"/>
            <a:ext cx="159105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Intake</a:t>
            </a:r>
            <a:endParaRPr sz="900" b="0" i="0" u="none" cap="none">
              <a:solidFill>
                <a:schemeClr val="dk1"/>
              </a:solidFill>
              <a:latin typeface="Arial"/>
              <a:ea typeface="Arial"/>
              <a:cs typeface="Arial"/>
            </a:endParaRPr>
          </a:p>
        </p:txBody>
      </p:sp>
      <p:sp>
        <p:nvSpPr>
          <p:cNvPr id="2442" name="Google Shape;2442;p36">
            <a:extLst xmlns:a="http://schemas.openxmlformats.org/drawingml/2006/main">
              <a:ext uri="{FF2B5EF4-FFF2-40B4-BE49-F238E27FC236}">
                <a16:creationId xmlns:a16="http://schemas.microsoft.com/office/drawing/2014/main" id="{AA69FABF-0A89-4F31-B3CE-138FFF89CE8C}"/>
              </a:ext>
            </a:extLst>
          </p:cNvPr>
          <p:cNvSpPr>
            <a:spLocks xmlns:a="http://schemas.openxmlformats.org/drawingml/2006/main" noGrp="1"/>
          </p:cNvSpPr>
          <p:nvPr/>
        </p:nvSpPr>
        <p:spPr>
          <a:xfrm xmlns:a="http://schemas.openxmlformats.org/drawingml/2006/main">
            <a:off x="2020824" y="2115312"/>
            <a:ext cx="232257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[Winning concept]</a:t>
            </a:r>
            <a:endParaRPr sz="900" b="0" i="0" u="none" cap="none">
              <a:solidFill>
                <a:schemeClr val="dk1"/>
              </a:solidFill>
              <a:latin typeface="Arial"/>
              <a:ea typeface="Arial"/>
              <a:cs typeface="Arial"/>
            </a:endParaRPr>
          </a:p>
        </p:txBody>
      </p:sp>
      <p:sp>
        <p:nvSpPr>
          <p:cNvPr id="2443" name="Google Shape;2443;p36">
            <a:extLst xmlns:a="http://schemas.openxmlformats.org/drawingml/2006/main">
              <a:ext uri="{FF2B5EF4-FFF2-40B4-BE49-F238E27FC236}">
                <a16:creationId xmlns:a16="http://schemas.microsoft.com/office/drawing/2014/main" id="{0A162CCD-04C4-41DC-AD71-522714452F42}"/>
              </a:ext>
            </a:extLst>
          </p:cNvPr>
          <p:cNvSpPr>
            <a:spLocks xmlns:a="http://schemas.openxmlformats.org/drawingml/2006/main" noGrp="1"/>
          </p:cNvSpPr>
          <p:nvPr/>
        </p:nvSpPr>
        <p:spPr>
          <a:xfrm xmlns:a="http://schemas.openxmlformats.org/drawingml/2006/main">
            <a:off x="4398264" y="2115312"/>
            <a:ext cx="213969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[Mechanism type]</a:t>
            </a:r>
            <a:endParaRPr sz="900" b="0" i="0" u="none" cap="none">
              <a:solidFill>
                <a:schemeClr val="dk1"/>
              </a:solidFill>
              <a:latin typeface="Arial"/>
              <a:ea typeface="Arial"/>
              <a:cs typeface="Arial"/>
            </a:endParaRPr>
          </a:p>
        </p:txBody>
      </p:sp>
      <p:sp>
        <p:nvSpPr>
          <p:cNvPr id="2444" name="Google Shape;2444;p36">
            <a:extLst xmlns:a="http://schemas.openxmlformats.org/drawingml/2006/main">
              <a:ext uri="{FF2B5EF4-FFF2-40B4-BE49-F238E27FC236}">
                <a16:creationId xmlns:a16="http://schemas.microsoft.com/office/drawing/2014/main" id="{A2708CE3-7997-472C-A731-FEB7660B9EBD}"/>
              </a:ext>
            </a:extLst>
          </p:cNvPr>
          <p:cNvSpPr>
            <a:spLocks xmlns:a="http://schemas.openxmlformats.org/drawingml/2006/main" noGrp="1"/>
          </p:cNvSpPr>
          <p:nvPr/>
        </p:nvSpPr>
        <p:spPr>
          <a:xfrm xmlns:a="http://schemas.openxmlformats.org/drawingml/2006/main">
            <a:off x="6592824" y="2115312"/>
            <a:ext cx="223113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[Object handling rate]</a:t>
            </a:r>
            <a:endParaRPr sz="900" b="0" i="0" u="none" cap="none">
              <a:solidFill>
                <a:schemeClr val="dk1"/>
              </a:solidFill>
              <a:latin typeface="Arial"/>
              <a:ea typeface="Arial"/>
              <a:cs typeface="Arial"/>
            </a:endParaRPr>
          </a:p>
        </p:txBody>
      </p:sp>
      <p:sp>
        <p:nvSpPr>
          <p:cNvPr id="2445" name="Google Shape;2445;p36">
            <a:extLst xmlns:a="http://schemas.openxmlformats.org/drawingml/2006/main">
              <a:ext uri="{FF2B5EF4-FFF2-40B4-BE49-F238E27FC236}">
                <a16:creationId xmlns:a16="http://schemas.microsoft.com/office/drawing/2014/main" id="{00D65394-166C-4339-B353-89B605335356}"/>
              </a:ext>
            </a:extLst>
          </p:cNvPr>
          <p:cNvSpPr>
            <a:spLocks xmlns:a="http://schemas.openxmlformats.org/drawingml/2006/main" noGrp="1"/>
          </p:cNvSpPr>
          <p:nvPr/>
        </p:nvSpPr>
        <p:spPr>
          <a:xfrm xmlns:a="http://schemas.openxmlformats.org/drawingml/2006/main">
            <a:off x="320040" y="2502408"/>
            <a:ext cx="8503920" cy="3870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84" name="Google Shape;2446;p36"/>
          <p:cNvCxnSpPr/>
          <p:nvPr/>
        </p:nvCxnSpPr>
        <p:spPr>
          <a:xfrm xmlns:a="http://schemas.openxmlformats.org/drawingml/2006/main">
            <a:off x="320040" y="288950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47" name="Google Shape;2447;p36">
            <a:extLst xmlns:a="http://schemas.openxmlformats.org/drawingml/2006/main">
              <a:ext uri="{FF2B5EF4-FFF2-40B4-BE49-F238E27FC236}">
                <a16:creationId xmlns:a16="http://schemas.microsoft.com/office/drawing/2014/main" id="{1FF477F5-F0F8-4E80-9CA4-F521B680B048}"/>
              </a:ext>
            </a:extLst>
          </p:cNvPr>
          <p:cNvSpPr>
            <a:spLocks xmlns:a="http://schemas.openxmlformats.org/drawingml/2006/main" noGrp="1"/>
          </p:cNvSpPr>
          <p:nvPr/>
        </p:nvSpPr>
        <p:spPr>
          <a:xfrm xmlns:a="http://schemas.openxmlformats.org/drawingml/2006/main">
            <a:off x="374904" y="2502408"/>
            <a:ext cx="159105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Scoring Mechanism</a:t>
            </a:r>
            <a:endParaRPr sz="900" b="0" i="0" u="none" cap="none">
              <a:solidFill>
                <a:schemeClr val="dk1"/>
              </a:solidFill>
              <a:latin typeface="Arial"/>
              <a:ea typeface="Arial"/>
              <a:cs typeface="Arial"/>
            </a:endParaRPr>
          </a:p>
        </p:txBody>
      </p:sp>
      <p:sp>
        <p:nvSpPr>
          <p:cNvPr id="2448" name="Google Shape;2448;p36">
            <a:extLst xmlns:a="http://schemas.openxmlformats.org/drawingml/2006/main">
              <a:ext uri="{FF2B5EF4-FFF2-40B4-BE49-F238E27FC236}">
                <a16:creationId xmlns:a16="http://schemas.microsoft.com/office/drawing/2014/main" id="{6ACB0FED-DC64-46A0-B642-FD9A6AF44BBD}"/>
              </a:ext>
            </a:extLst>
          </p:cNvPr>
          <p:cNvSpPr>
            <a:spLocks xmlns:a="http://schemas.openxmlformats.org/drawingml/2006/main" noGrp="1"/>
          </p:cNvSpPr>
          <p:nvPr/>
        </p:nvSpPr>
        <p:spPr>
          <a:xfrm xmlns:a="http://schemas.openxmlformats.org/drawingml/2006/main">
            <a:off x="2020824" y="2502408"/>
            <a:ext cx="232257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[Winning concept]</a:t>
            </a:r>
            <a:endParaRPr sz="900" b="0" i="0" u="none" cap="none">
              <a:solidFill>
                <a:schemeClr val="dk1"/>
              </a:solidFill>
              <a:latin typeface="Arial"/>
              <a:ea typeface="Arial"/>
              <a:cs typeface="Arial"/>
            </a:endParaRPr>
          </a:p>
        </p:txBody>
      </p:sp>
      <p:sp>
        <p:nvSpPr>
          <p:cNvPr id="2449" name="Google Shape;2449;p36">
            <a:extLst xmlns:a="http://schemas.openxmlformats.org/drawingml/2006/main">
              <a:ext uri="{FF2B5EF4-FFF2-40B4-BE49-F238E27FC236}">
                <a16:creationId xmlns:a16="http://schemas.microsoft.com/office/drawing/2014/main" id="{094FE834-BFBD-4743-B0DF-56A32A1CDC0D}"/>
              </a:ext>
            </a:extLst>
          </p:cNvPr>
          <p:cNvSpPr>
            <a:spLocks xmlns:a="http://schemas.openxmlformats.org/drawingml/2006/main" noGrp="1"/>
          </p:cNvSpPr>
          <p:nvPr/>
        </p:nvSpPr>
        <p:spPr>
          <a:xfrm xmlns:a="http://schemas.openxmlformats.org/drawingml/2006/main">
            <a:off x="4398264" y="2502408"/>
            <a:ext cx="213969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[Mechanism type]</a:t>
            </a:r>
            <a:endParaRPr sz="900" b="0" i="0" u="none" cap="none">
              <a:solidFill>
                <a:schemeClr val="dk1"/>
              </a:solidFill>
              <a:latin typeface="Arial"/>
              <a:ea typeface="Arial"/>
              <a:cs typeface="Arial"/>
            </a:endParaRPr>
          </a:p>
        </p:txBody>
      </p:sp>
      <p:sp>
        <p:nvSpPr>
          <p:cNvPr id="2450" name="Google Shape;2450;p36">
            <a:extLst xmlns:a="http://schemas.openxmlformats.org/drawingml/2006/main">
              <a:ext uri="{FF2B5EF4-FFF2-40B4-BE49-F238E27FC236}">
                <a16:creationId xmlns:a16="http://schemas.microsoft.com/office/drawing/2014/main" id="{42E357B5-96A2-47E3-B384-9D32B6BA613F}"/>
              </a:ext>
            </a:extLst>
          </p:cNvPr>
          <p:cNvSpPr>
            <a:spLocks xmlns:a="http://schemas.openxmlformats.org/drawingml/2006/main" noGrp="1"/>
          </p:cNvSpPr>
          <p:nvPr/>
        </p:nvSpPr>
        <p:spPr>
          <a:xfrm xmlns:a="http://schemas.openxmlformats.org/drawingml/2006/main">
            <a:off x="6592824" y="2502408"/>
            <a:ext cx="223113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[Scoring rate target]</a:t>
            </a:r>
            <a:endParaRPr sz="900" b="0" i="0" u="none" cap="none">
              <a:solidFill>
                <a:schemeClr val="dk1"/>
              </a:solidFill>
              <a:latin typeface="Arial"/>
              <a:ea typeface="Arial"/>
              <a:cs typeface="Arial"/>
            </a:endParaRPr>
          </a:p>
        </p:txBody>
      </p:sp>
      <p:cxnSp>
        <p:nvCxnSpPr>
          <p:cNvPr id="2589" name="Google Shape;2451;p36"/>
          <p:cNvCxnSpPr/>
          <p:nvPr/>
        </p:nvCxnSpPr>
        <p:spPr>
          <a:xfrm xmlns:a="http://schemas.openxmlformats.org/drawingml/2006/main">
            <a:off x="320040" y="327660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52" name="Google Shape;2452;p36">
            <a:extLst xmlns:a="http://schemas.openxmlformats.org/drawingml/2006/main">
              <a:ext uri="{FF2B5EF4-FFF2-40B4-BE49-F238E27FC236}">
                <a16:creationId xmlns:a16="http://schemas.microsoft.com/office/drawing/2014/main" id="{E994C154-CD91-47DC-BC44-7A94A4ACCAF3}"/>
              </a:ext>
            </a:extLst>
          </p:cNvPr>
          <p:cNvSpPr>
            <a:spLocks xmlns:a="http://schemas.openxmlformats.org/drawingml/2006/main" noGrp="1"/>
          </p:cNvSpPr>
          <p:nvPr/>
        </p:nvSpPr>
        <p:spPr>
          <a:xfrm xmlns:a="http://schemas.openxmlformats.org/drawingml/2006/main">
            <a:off x="374904" y="2889504"/>
            <a:ext cx="159105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Partner Coordination Mechanism</a:t>
            </a:r>
            <a:endParaRPr sz="900" b="0" i="0" u="none" cap="none">
              <a:solidFill>
                <a:schemeClr val="dk1"/>
              </a:solidFill>
              <a:latin typeface="Arial"/>
              <a:ea typeface="Arial"/>
              <a:cs typeface="Arial"/>
            </a:endParaRPr>
          </a:p>
        </p:txBody>
      </p:sp>
      <p:sp>
        <p:nvSpPr>
          <p:cNvPr id="2453" name="Google Shape;2453;p36">
            <a:extLst xmlns:a="http://schemas.openxmlformats.org/drawingml/2006/main">
              <a:ext uri="{FF2B5EF4-FFF2-40B4-BE49-F238E27FC236}">
                <a16:creationId xmlns:a16="http://schemas.microsoft.com/office/drawing/2014/main" id="{F12A148B-F388-4111-A4BF-B171FC9108CA}"/>
              </a:ext>
            </a:extLst>
          </p:cNvPr>
          <p:cNvSpPr>
            <a:spLocks xmlns:a="http://schemas.openxmlformats.org/drawingml/2006/main" noGrp="1"/>
          </p:cNvSpPr>
          <p:nvPr/>
        </p:nvSpPr>
        <p:spPr>
          <a:xfrm xmlns:a="http://schemas.openxmlformats.org/drawingml/2006/main">
            <a:off x="2020824" y="2889504"/>
            <a:ext cx="232257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[Optional — concept name]</a:t>
            </a:r>
            <a:endParaRPr sz="900" b="0" i="0" u="none" cap="none">
              <a:solidFill>
                <a:schemeClr val="dk1"/>
              </a:solidFill>
              <a:latin typeface="Arial"/>
              <a:ea typeface="Arial"/>
              <a:cs typeface="Arial"/>
            </a:endParaRPr>
          </a:p>
        </p:txBody>
      </p:sp>
      <p:sp>
        <p:nvSpPr>
          <p:cNvPr id="2454" name="Google Shape;2454;p36">
            <a:extLst xmlns:a="http://schemas.openxmlformats.org/drawingml/2006/main">
              <a:ext uri="{FF2B5EF4-FFF2-40B4-BE49-F238E27FC236}">
                <a16:creationId xmlns:a16="http://schemas.microsoft.com/office/drawing/2014/main" id="{B3939759-F9E7-4182-B54C-E410639FA697}"/>
              </a:ext>
            </a:extLst>
          </p:cNvPr>
          <p:cNvSpPr>
            <a:spLocks xmlns:a="http://schemas.openxmlformats.org/drawingml/2006/main" noGrp="1"/>
          </p:cNvSpPr>
          <p:nvPr/>
        </p:nvSpPr>
        <p:spPr>
          <a:xfrm xmlns:a="http://schemas.openxmlformats.org/drawingml/2006/main">
            <a:off x="4398264" y="2889504"/>
            <a:ext cx="213969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[Mechanism type]</a:t>
            </a:r>
            <a:endParaRPr sz="900" b="0" i="0" u="none" cap="none">
              <a:solidFill>
                <a:schemeClr val="dk1"/>
              </a:solidFill>
              <a:latin typeface="Arial"/>
              <a:ea typeface="Arial"/>
              <a:cs typeface="Arial"/>
            </a:endParaRPr>
          </a:p>
        </p:txBody>
      </p:sp>
      <p:sp>
        <p:nvSpPr>
          <p:cNvPr id="2455" name="Google Shape;2455;p36">
            <a:extLst xmlns:a="http://schemas.openxmlformats.org/drawingml/2006/main">
              <a:ext uri="{FF2B5EF4-FFF2-40B4-BE49-F238E27FC236}">
                <a16:creationId xmlns:a16="http://schemas.microsoft.com/office/drawing/2014/main" id="{CC26B221-B957-46C9-BC72-A879AA514D03}"/>
              </a:ext>
            </a:extLst>
          </p:cNvPr>
          <p:cNvSpPr>
            <a:spLocks xmlns:a="http://schemas.openxmlformats.org/drawingml/2006/main" noGrp="1"/>
          </p:cNvSpPr>
          <p:nvPr/>
        </p:nvSpPr>
        <p:spPr>
          <a:xfrm xmlns:a="http://schemas.openxmlformats.org/drawingml/2006/main">
            <a:off x="6592824" y="2889504"/>
            <a:ext cx="223113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[Partner Coordination capability]</a:t>
            </a:r>
            <a:endParaRPr sz="900" b="0" i="0" u="none" cap="none">
              <a:solidFill>
                <a:schemeClr val="dk1"/>
              </a:solidFill>
              <a:latin typeface="Arial"/>
              <a:ea typeface="Arial"/>
              <a:cs typeface="Arial"/>
            </a:endParaRPr>
          </a:p>
        </p:txBody>
      </p:sp>
      <p:sp>
        <p:nvSpPr>
          <p:cNvPr id="2456" name="Google Shape;2456;p36">
            <a:extLst xmlns:a="http://schemas.openxmlformats.org/drawingml/2006/main">
              <a:ext uri="{FF2B5EF4-FFF2-40B4-BE49-F238E27FC236}">
                <a16:creationId xmlns:a16="http://schemas.microsoft.com/office/drawing/2014/main" id="{9E3EE92F-5C68-4630-A30A-4680C88DBFB4}"/>
              </a:ext>
            </a:extLst>
          </p:cNvPr>
          <p:cNvSpPr>
            <a:spLocks xmlns:a="http://schemas.openxmlformats.org/drawingml/2006/main" noGrp="1"/>
          </p:cNvSpPr>
          <p:nvPr/>
        </p:nvSpPr>
        <p:spPr>
          <a:xfrm xmlns:a="http://schemas.openxmlformats.org/drawingml/2006/main">
            <a:off x="320040" y="3276600"/>
            <a:ext cx="8503920" cy="3870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595" name="Google Shape;2457;p36"/>
          <p:cNvCxnSpPr/>
          <p:nvPr/>
        </p:nvCxnSpPr>
        <p:spPr>
          <a:xfrm xmlns:a="http://schemas.openxmlformats.org/drawingml/2006/main">
            <a:off x="320040" y="366369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58" name="Google Shape;2458;p36">
            <a:extLst xmlns:a="http://schemas.openxmlformats.org/drawingml/2006/main">
              <a:ext uri="{FF2B5EF4-FFF2-40B4-BE49-F238E27FC236}">
                <a16:creationId xmlns:a16="http://schemas.microsoft.com/office/drawing/2014/main" id="{7AF480C7-E1C8-4A0A-B5FE-814281A90A9E}"/>
              </a:ext>
            </a:extLst>
          </p:cNvPr>
          <p:cNvSpPr>
            <a:spLocks xmlns:a="http://schemas.openxmlformats.org/drawingml/2006/main" noGrp="1"/>
          </p:cNvSpPr>
          <p:nvPr/>
        </p:nvSpPr>
        <p:spPr>
          <a:xfrm xmlns:a="http://schemas.openxmlformats.org/drawingml/2006/main">
            <a:off x="374904" y="3276600"/>
            <a:ext cx="159105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Autonomous</a:t>
            </a:r>
            <a:endParaRPr sz="900" b="0" i="0" u="none" cap="none">
              <a:solidFill>
                <a:schemeClr val="dk1"/>
              </a:solidFill>
              <a:latin typeface="Arial"/>
              <a:ea typeface="Arial"/>
              <a:cs typeface="Arial"/>
            </a:endParaRPr>
          </a:p>
        </p:txBody>
      </p:sp>
      <p:sp>
        <p:nvSpPr>
          <p:cNvPr id="2459" name="Google Shape;2459;p36">
            <a:extLst xmlns:a="http://schemas.openxmlformats.org/drawingml/2006/main">
              <a:ext uri="{FF2B5EF4-FFF2-40B4-BE49-F238E27FC236}">
                <a16:creationId xmlns:a16="http://schemas.microsoft.com/office/drawing/2014/main" id="{F0E19BDD-D2B5-460B-A853-BF9CAC63AD13}"/>
              </a:ext>
            </a:extLst>
          </p:cNvPr>
          <p:cNvSpPr>
            <a:spLocks xmlns:a="http://schemas.openxmlformats.org/drawingml/2006/main" noGrp="1"/>
          </p:cNvSpPr>
          <p:nvPr/>
        </p:nvSpPr>
        <p:spPr>
          <a:xfrm xmlns:a="http://schemas.openxmlformats.org/drawingml/2006/main">
            <a:off x="2020824" y="3276600"/>
            <a:ext cx="232257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[Planned routine]</a:t>
            </a:r>
            <a:endParaRPr sz="900" b="0" i="0" u="none" cap="none">
              <a:solidFill>
                <a:schemeClr val="dk1"/>
              </a:solidFill>
              <a:latin typeface="Arial"/>
              <a:ea typeface="Arial"/>
              <a:cs typeface="Arial"/>
            </a:endParaRPr>
          </a:p>
        </p:txBody>
      </p:sp>
      <p:sp>
        <p:nvSpPr>
          <p:cNvPr id="2460" name="Google Shape;2460;p36">
            <a:extLst xmlns:a="http://schemas.openxmlformats.org/drawingml/2006/main">
              <a:ext uri="{FF2B5EF4-FFF2-40B4-BE49-F238E27FC236}">
                <a16:creationId xmlns:a16="http://schemas.microsoft.com/office/drawing/2014/main" id="{CE8B8189-BB87-4D78-AE95-CFC4EC022124}"/>
              </a:ext>
            </a:extLst>
          </p:cNvPr>
          <p:cNvSpPr>
            <a:spLocks xmlns:a="http://schemas.openxmlformats.org/drawingml/2006/main" noGrp="1"/>
          </p:cNvSpPr>
          <p:nvPr/>
        </p:nvSpPr>
        <p:spPr>
          <a:xfrm xmlns:a="http://schemas.openxmlformats.org/drawingml/2006/main">
            <a:off x="4398264" y="3276600"/>
            <a:ext cx="213969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[Sensors used]</a:t>
            </a:r>
            <a:endParaRPr sz="900" b="0" i="0" u="none" cap="none">
              <a:solidFill>
                <a:schemeClr val="dk1"/>
              </a:solidFill>
              <a:latin typeface="Arial"/>
              <a:ea typeface="Arial"/>
              <a:cs typeface="Arial"/>
            </a:endParaRPr>
          </a:p>
        </p:txBody>
      </p:sp>
      <p:sp>
        <p:nvSpPr>
          <p:cNvPr id="2461" name="Google Shape;2461;p36">
            <a:extLst xmlns:a="http://schemas.openxmlformats.org/drawingml/2006/main">
              <a:ext uri="{FF2B5EF4-FFF2-40B4-BE49-F238E27FC236}">
                <a16:creationId xmlns:a16="http://schemas.microsoft.com/office/drawing/2014/main" id="{F7EFD98C-CCCC-406B-8E2E-DE1CABF8E395}"/>
              </a:ext>
            </a:extLst>
          </p:cNvPr>
          <p:cNvSpPr>
            <a:spLocks xmlns:a="http://schemas.openxmlformats.org/drawingml/2006/main" noGrp="1"/>
          </p:cNvSpPr>
          <p:nvPr/>
        </p:nvSpPr>
        <p:spPr>
          <a:xfrm xmlns:a="http://schemas.openxmlformats.org/drawingml/2006/main">
            <a:off x="6592824" y="3276600"/>
            <a:ext cx="223113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[Target points]</a:t>
            </a:r>
            <a:endParaRPr sz="900" b="0" i="0" u="none" cap="none">
              <a:solidFill>
                <a:schemeClr val="dk1"/>
              </a:solidFill>
              <a:latin typeface="Arial"/>
              <a:ea typeface="Arial"/>
              <a:cs typeface="Arial"/>
            </a:endParaRPr>
          </a:p>
        </p:txBody>
      </p:sp>
      <p:cxnSp>
        <p:nvCxnSpPr>
          <p:cNvPr id="2600" name="Google Shape;2462;p36"/>
          <p:cNvCxnSpPr/>
          <p:nvPr/>
        </p:nvCxnSpPr>
        <p:spPr>
          <a:xfrm xmlns:a="http://schemas.openxmlformats.org/drawingml/2006/main">
            <a:off x="320040" y="40507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463" name="Google Shape;2463;p36">
            <a:extLst xmlns:a="http://schemas.openxmlformats.org/drawingml/2006/main">
              <a:ext uri="{FF2B5EF4-FFF2-40B4-BE49-F238E27FC236}">
                <a16:creationId xmlns:a16="http://schemas.microsoft.com/office/drawing/2014/main" id="{E7D522D8-00A5-4036-BE4E-E253C673E7F2}"/>
              </a:ext>
            </a:extLst>
          </p:cNvPr>
          <p:cNvSpPr>
            <a:spLocks xmlns:a="http://schemas.openxmlformats.org/drawingml/2006/main" noGrp="1"/>
          </p:cNvSpPr>
          <p:nvPr/>
        </p:nvSpPr>
        <p:spPr>
          <a:xfrm xmlns:a="http://schemas.openxmlformats.org/drawingml/2006/main">
            <a:off x="374904" y="3663696"/>
            <a:ext cx="159105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Overall strategy</a:t>
            </a:r>
            <a:endParaRPr sz="900" b="0" i="0" u="none" cap="none">
              <a:solidFill>
                <a:schemeClr val="dk1"/>
              </a:solidFill>
              <a:latin typeface="Arial"/>
              <a:ea typeface="Arial"/>
              <a:cs typeface="Arial"/>
            </a:endParaRPr>
          </a:p>
        </p:txBody>
      </p:sp>
      <p:sp>
        <p:nvSpPr>
          <p:cNvPr id="2464" name="Google Shape;2464;p36">
            <a:extLst xmlns:a="http://schemas.openxmlformats.org/drawingml/2006/main">
              <a:ext uri="{FF2B5EF4-FFF2-40B4-BE49-F238E27FC236}">
                <a16:creationId xmlns:a16="http://schemas.microsoft.com/office/drawing/2014/main" id="{0BF82336-C438-49A8-914B-1A9A0C2F7FC2}"/>
              </a:ext>
            </a:extLst>
          </p:cNvPr>
          <p:cNvSpPr>
            <a:spLocks xmlns:a="http://schemas.openxmlformats.org/drawingml/2006/main" noGrp="1"/>
          </p:cNvSpPr>
          <p:nvPr/>
        </p:nvSpPr>
        <p:spPr>
          <a:xfrm xmlns:a="http://schemas.openxmlformats.org/drawingml/2006/main">
            <a:off x="2020824" y="3663696"/>
            <a:ext cx="232257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[1-line match strategy]</a:t>
            </a:r>
            <a:endParaRPr sz="900" b="0" i="0" u="none" cap="none">
              <a:solidFill>
                <a:schemeClr val="dk1"/>
              </a:solidFill>
              <a:latin typeface="Arial"/>
              <a:ea typeface="Arial"/>
              <a:cs typeface="Arial"/>
            </a:endParaRPr>
          </a:p>
        </p:txBody>
      </p:sp>
      <p:sp>
        <p:nvSpPr>
          <p:cNvPr id="2465" name="Google Shape;2465;p36">
            <a:extLst xmlns:a="http://schemas.openxmlformats.org/drawingml/2006/main">
              <a:ext uri="{FF2B5EF4-FFF2-40B4-BE49-F238E27FC236}">
                <a16:creationId xmlns:a16="http://schemas.microsoft.com/office/drawing/2014/main" id="{6ECD9E70-A45D-4919-A998-82AB08D4449A}"/>
              </a:ext>
            </a:extLst>
          </p:cNvPr>
          <p:cNvSpPr>
            <a:spLocks xmlns:a="http://schemas.openxmlformats.org/drawingml/2006/main" noGrp="1"/>
          </p:cNvSpPr>
          <p:nvPr/>
        </p:nvSpPr>
        <p:spPr>
          <a:xfrm xmlns:a="http://schemas.openxmlformats.org/drawingml/2006/main">
            <a:off x="4398264" y="3663696"/>
            <a:ext cx="213969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2466" name="Google Shape;2466;p36">
            <a:extLst xmlns:a="http://schemas.openxmlformats.org/drawingml/2006/main">
              <a:ext uri="{FF2B5EF4-FFF2-40B4-BE49-F238E27FC236}">
                <a16:creationId xmlns:a16="http://schemas.microsoft.com/office/drawing/2014/main" id="{46C3C65D-5FC1-49D2-96E7-A95C0CA2DDD6}"/>
              </a:ext>
            </a:extLst>
          </p:cNvPr>
          <p:cNvSpPr>
            <a:spLocks xmlns:a="http://schemas.openxmlformats.org/drawingml/2006/main" noGrp="1"/>
          </p:cNvSpPr>
          <p:nvPr/>
        </p:nvSpPr>
        <p:spPr>
          <a:xfrm xmlns:a="http://schemas.openxmlformats.org/drawingml/2006/main">
            <a:off x="6592824" y="3663696"/>
            <a:ext cx="2231136" cy="387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a:t>
            </a:r>
            <a:endParaRPr sz="900" b="0" i="0" u="none" cap="none">
              <a:solidFill>
                <a:schemeClr val="dk1"/>
              </a:solidFill>
              <a:latin typeface="Arial"/>
              <a:ea typeface="Arial"/>
              <a:cs typeface="Arial"/>
            </a:endParaRPr>
          </a:p>
        </p:txBody>
      </p:sp>
      <p:sp>
        <p:nvSpPr>
          <p:cNvPr id="2467" name="Google Shape;2467;p36">
            <a:extLst xmlns:a="http://schemas.openxmlformats.org/drawingml/2006/main">
              <a:ext uri="{FF2B5EF4-FFF2-40B4-BE49-F238E27FC236}">
                <a16:creationId xmlns:a16="http://schemas.microsoft.com/office/drawing/2014/main" id="{343975B3-811D-47A2-BCB8-D2E0C236E787}"/>
              </a:ext>
            </a:extLst>
          </p:cNvPr>
          <p:cNvSpPr>
            <a:spLocks xmlns:a="http://schemas.openxmlformats.org/drawingml/2006/main" noGrp="1"/>
          </p:cNvSpPr>
          <p:nvPr/>
        </p:nvSpPr>
        <p:spPr>
          <a:xfrm xmlns:a="http://schemas.openxmlformats.org/drawingml/2006/main">
            <a:off x="320040" y="1490472"/>
            <a:ext cx="8503920" cy="25603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68" name="Google Shape;2468;p36">
            <a:extLst xmlns:a="http://schemas.openxmlformats.org/drawingml/2006/main">
              <a:ext uri="{FF2B5EF4-FFF2-40B4-BE49-F238E27FC236}">
                <a16:creationId xmlns:a16="http://schemas.microsoft.com/office/drawing/2014/main" id="{A2BF5702-2DFE-4CE7-A4AE-9E6FC7AFCBB9}"/>
              </a:ext>
            </a:extLst>
          </p:cNvPr>
          <p:cNvSpPr>
            <a:spLocks xmlns:a="http://schemas.openxmlformats.org/drawingml/2006/main" noGrp="1"/>
          </p:cNvSpPr>
          <p:nvPr/>
        </p:nvSpPr>
        <p:spPr>
          <a:xfrm xmlns:a="http://schemas.openxmlformats.org/drawingml/2006/main">
            <a:off x="320040" y="41422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7C3AED"/>
              </a:buClr>
              <a:buSzPts val="950"/>
              <a:buFont typeface="Arial"/>
              <a:buNone/>
            </a:pPr>
            <a:r>
              <a:rPr sz="950" b="1" i="0" u="none" cap="none">
                <a:solidFill>
                  <a:srgbClr val="7C3AED"/>
                </a:solidFill>
                <a:latin typeface="Arial"/>
                <a:ea typeface="Arial"/>
                <a:cs typeface="Arial"/>
              </a:rPr>
              <a:t>DESIGN RATIONALE — why these choices together</a:t>
            </a:r>
            <a:endParaRPr sz="950" b="0" i="0" u="none" cap="none">
              <a:solidFill>
                <a:schemeClr val="dk1"/>
              </a:solidFill>
              <a:latin typeface="Arial"/>
              <a:ea typeface="Arial"/>
              <a:cs typeface="Arial"/>
            </a:endParaRPr>
          </a:p>
        </p:txBody>
      </p:sp>
      <p:sp>
        <p:nvSpPr>
          <p:cNvPr id="2469" name="Google Shape;2469;p36">
            <a:extLst xmlns:a="http://schemas.openxmlformats.org/drawingml/2006/main">
              <a:ext uri="{FF2B5EF4-FFF2-40B4-BE49-F238E27FC236}">
                <a16:creationId xmlns:a16="http://schemas.microsoft.com/office/drawing/2014/main" id="{BC36161B-B716-4E35-B1EB-28091B6E755C}"/>
              </a:ext>
            </a:extLst>
          </p:cNvPr>
          <p:cNvSpPr>
            <a:spLocks xmlns:a="http://schemas.openxmlformats.org/drawingml/2006/main" noGrp="1"/>
          </p:cNvSpPr>
          <p:nvPr/>
        </p:nvSpPr>
        <p:spPr>
          <a:xfrm xmlns:a="http://schemas.openxmlformats.org/drawingml/2006/main">
            <a:off x="320040" y="4352544"/>
            <a:ext cx="8503920" cy="502920"/>
          </a:xfrm>
          <a:prstGeom xmlns:a="http://schemas.openxmlformats.org/drawingml/2006/main" prst="rect">
            <a:avLst/>
          </a:prstGeom>
          <a:solidFill xmlns:a="http://schemas.openxmlformats.org/drawingml/2006/main">
            <a:srgbClr val="F5F3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70" name="Google Shape;2470;p36">
            <a:extLst xmlns:a="http://schemas.openxmlformats.org/drawingml/2006/main">
              <a:ext uri="{FF2B5EF4-FFF2-40B4-BE49-F238E27FC236}">
                <a16:creationId xmlns:a16="http://schemas.microsoft.com/office/drawing/2014/main" id="{0B12BB8D-43CF-4FCF-B708-A991BC47D4B6}"/>
              </a:ext>
            </a:extLst>
          </p:cNvPr>
          <p:cNvSpPr>
            <a:spLocks xmlns:a="http://schemas.openxmlformats.org/drawingml/2006/main" noGrp="1"/>
          </p:cNvSpPr>
          <p:nvPr/>
        </p:nvSpPr>
        <p:spPr>
          <a:xfrm xmlns:a="http://schemas.openxmlformats.org/drawingml/2006/main">
            <a:off x="457200" y="4352544"/>
            <a:ext cx="827532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[3–4 sentences. How do the selected subsystems work together? What's the strategy thesis for V1? What tradeoffs did you accept?]</a:t>
            </a:r>
            <a:endParaRPr sz="950" b="0" i="0" u="none" cap="none">
              <a:solidFill>
                <a:schemeClr val="dk1"/>
              </a:solidFill>
              <a:latin typeface="Arial"/>
              <a:ea typeface="Arial"/>
              <a:cs typeface="Arial"/>
            </a:endParaRPr>
          </a:p>
        </p:txBody>
      </p:sp>
      <p:sp>
        <p:nvSpPr>
          <p:cNvPr id="2471" name="Google Shape;2471;p36">
            <a:extLst xmlns:a="http://schemas.openxmlformats.org/drawingml/2006/main">
              <a:ext uri="{FF2B5EF4-FFF2-40B4-BE49-F238E27FC236}">
                <a16:creationId xmlns:a16="http://schemas.microsoft.com/office/drawing/2014/main" id="{86DEC844-C8E6-408D-A7D8-7A310B64D239}"/>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6ce650ca258b4d36"/>
              </a:rPr>
              <a:t>decision-matrix</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aaebb3eeb46b4c5c"/>
              </a:rPr>
              <a:t>onshape-robot-layout</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16807800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477" name="Google Shape;2477;p37">
            <a:extLst xmlns:a="http://schemas.openxmlformats.org/drawingml/2006/main">
              <a:ext uri="{FF2B5EF4-FFF2-40B4-BE49-F238E27FC236}">
                <a16:creationId xmlns:a16="http://schemas.microsoft.com/office/drawing/2014/main" id="{7FB5D763-4D73-44F4-967B-07A0D4ABFD53}"/>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78" name="Google Shape;2478;p37">
            <a:extLst xmlns:a="http://schemas.openxmlformats.org/drawingml/2006/main">
              <a:ext uri="{FF2B5EF4-FFF2-40B4-BE49-F238E27FC236}">
                <a16:creationId xmlns:a16="http://schemas.microsoft.com/office/drawing/2014/main" id="{EAACA87B-739D-452C-9521-997F1394553A}"/>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SELECT BEST SOLUTION  ·  EDP STEP 3</a:t>
            </a:r>
            <a:endParaRPr sz="1050" b="0" i="0" u="none" cap="none">
              <a:solidFill>
                <a:schemeClr val="dk1"/>
              </a:solidFill>
              <a:latin typeface="Arial"/>
              <a:ea typeface="Arial"/>
              <a:cs typeface="Arial"/>
            </a:endParaRPr>
          </a:p>
        </p:txBody>
      </p:sp>
      <p:sp>
        <p:nvSpPr>
          <p:cNvPr id="2479" name="Google Shape;2479;p37">
            <a:extLst xmlns:a="http://schemas.openxmlformats.org/drawingml/2006/main">
              <a:ext uri="{FF2B5EF4-FFF2-40B4-BE49-F238E27FC236}">
                <a16:creationId xmlns:a16="http://schemas.microsoft.com/office/drawing/2014/main" id="{66284312-4B6B-4067-A0B4-8D772D0331D2}"/>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480" name="Google Shape;2480;p37">
            <a:extLst xmlns:a="http://schemas.openxmlformats.org/drawingml/2006/main">
              <a:ext uri="{FF2B5EF4-FFF2-40B4-BE49-F238E27FC236}">
                <a16:creationId xmlns:a16="http://schemas.microsoft.com/office/drawing/2014/main" id="{D9CC1557-8452-471F-A3EF-911959EB5C6B}"/>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Preliminary Design — Technical Drawing</a:t>
            </a:r>
            <a:endParaRPr sz="2200" b="0" i="0" u="none" cap="none">
              <a:solidFill>
                <a:schemeClr val="dk1"/>
              </a:solidFill>
              <a:latin typeface="Arial"/>
              <a:ea typeface="Arial"/>
              <a:cs typeface="Arial"/>
            </a:endParaRPr>
          </a:p>
        </p:txBody>
      </p:sp>
      <p:sp>
        <p:nvSpPr>
          <p:cNvPr id="2481" name="Google Shape;2481;p37">
            <a:extLst xmlns:a="http://schemas.openxmlformats.org/drawingml/2006/main">
              <a:ext uri="{FF2B5EF4-FFF2-40B4-BE49-F238E27FC236}">
                <a16:creationId xmlns:a16="http://schemas.microsoft.com/office/drawing/2014/main" id="{83F735CD-8282-48D1-9061-97550F29A325}"/>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2482" name="Google Shape;2482;p37">
            <a:extLst xmlns:a="http://schemas.openxmlformats.org/drawingml/2006/main">
              <a:ext uri="{FF2B5EF4-FFF2-40B4-BE49-F238E27FC236}">
                <a16:creationId xmlns:a16="http://schemas.microsoft.com/office/drawing/2014/main" id="{14F4DCD3-DAF8-4A76-AD57-8B2F0AE72297}"/>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83" name="Google Shape;2483;p37">
            <a:extLst xmlns:a="http://schemas.openxmlformats.org/drawingml/2006/main">
              <a:ext uri="{FF2B5EF4-FFF2-40B4-BE49-F238E27FC236}">
                <a16:creationId xmlns:a16="http://schemas.microsoft.com/office/drawing/2014/main" id="{3B468981-CDB5-4972-8AC4-EF22C7B79900}"/>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35 / 61</a:t>
            </a:r>
            <a:endParaRPr sz="900" b="0" i="0" u="none" cap="none">
              <a:solidFill>
                <a:schemeClr val="dk1"/>
              </a:solidFill>
              <a:latin typeface="Arial"/>
              <a:ea typeface="Arial"/>
              <a:cs typeface="Arial"/>
            </a:endParaRPr>
          </a:p>
        </p:txBody>
      </p:sp>
      <p:sp>
        <p:nvSpPr>
          <p:cNvPr id="2484" name="Google Shape;2484;p37">
            <a:extLst xmlns:a="http://schemas.openxmlformats.org/drawingml/2006/main">
              <a:ext uri="{FF2B5EF4-FFF2-40B4-BE49-F238E27FC236}">
                <a16:creationId xmlns:a16="http://schemas.microsoft.com/office/drawing/2014/main" id="{1E2793D8-A7E8-43CB-A247-0A221E05A583}"/>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485" name="Google Shape;2485;p37">
            <a:extLst xmlns:a="http://schemas.openxmlformats.org/drawingml/2006/main">
              <a:ext uri="{FF2B5EF4-FFF2-40B4-BE49-F238E27FC236}">
                <a16:creationId xmlns:a16="http://schemas.microsoft.com/office/drawing/2014/main" id="{17249D2E-C23F-4723-93EB-D2427ACEAAFD}"/>
              </a:ext>
            </a:extLst>
          </p:cNvPr>
          <p:cNvSpPr>
            <a:spLocks xmlns:a="http://schemas.openxmlformats.org/drawingml/2006/main" noGrp="1"/>
          </p:cNvSpPr>
          <p:nvPr/>
        </p:nvSpPr>
        <p:spPr>
          <a:xfrm xmlns:a="http://schemas.openxmlformats.org/drawingml/2006/main">
            <a:off x="320040" y="1078992"/>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Onshape front-view technical drawing with dimensions. This is the V1 design target — the integrated robot your team will build toward.</a:t>
            </a:r>
            <a:endParaRPr sz="1000" b="0" i="0" u="none" cap="none">
              <a:solidFill>
                <a:schemeClr val="dk1"/>
              </a:solidFill>
              <a:latin typeface="Arial"/>
              <a:ea typeface="Arial"/>
              <a:cs typeface="Arial"/>
            </a:endParaRPr>
          </a:p>
        </p:txBody>
      </p:sp>
      <p:sp>
        <p:nvSpPr>
          <p:cNvPr id="2486" name="Google Shape;2486;p37">
            <a:extLst xmlns:a="http://schemas.openxmlformats.org/drawingml/2006/main">
              <a:ext uri="{FF2B5EF4-FFF2-40B4-BE49-F238E27FC236}">
                <a16:creationId xmlns:a16="http://schemas.microsoft.com/office/drawing/2014/main" id="{D4685969-C03F-4F3C-A536-FDEE6BC74F98}"/>
              </a:ext>
            </a:extLst>
          </p:cNvPr>
          <p:cNvSpPr>
            <a:spLocks xmlns:a="http://schemas.openxmlformats.org/drawingml/2006/main" noGrp="1"/>
          </p:cNvSpPr>
          <p:nvPr/>
        </p:nvSpPr>
        <p:spPr>
          <a:xfrm xmlns:a="http://schemas.openxmlformats.org/drawingml/2006/main">
            <a:off x="320040" y="1444752"/>
            <a:ext cx="5394960" cy="3108960"/>
          </a:xfrm>
          <a:prstGeom xmlns:a="http://schemas.openxmlformats.org/drawingml/2006/main" prst="rect">
            <a:avLst/>
          </a:prstGeom>
          <a:solidFill xmlns:a="http://schemas.openxmlformats.org/drawingml/2006/main">
            <a:srgbClr val="F8FAFC"/>
          </a:solidFill>
          <a:ln xmlns:a="http://schemas.openxmlformats.org/drawingml/2006/main" w="15875"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87" name="Google Shape;2487;p37">
            <a:extLst xmlns:a="http://schemas.openxmlformats.org/drawingml/2006/main">
              <a:ext uri="{FF2B5EF4-FFF2-40B4-BE49-F238E27FC236}">
                <a16:creationId xmlns:a16="http://schemas.microsoft.com/office/drawing/2014/main" id="{38182BA8-A0DB-4F57-AEFB-8BB9DE10B4F8}"/>
              </a:ext>
            </a:extLst>
          </p:cNvPr>
          <p:cNvSpPr>
            <a:spLocks xmlns:a="http://schemas.openxmlformats.org/drawingml/2006/main" noGrp="1"/>
          </p:cNvSpPr>
          <p:nvPr/>
        </p:nvSpPr>
        <p:spPr>
          <a:xfrm xmlns:a="http://schemas.openxmlformats.org/drawingml/2006/main">
            <a:off x="502920" y="1444752"/>
            <a:ext cx="5029200" cy="3108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[Onshape 2D Drawing — front view with dimension callouts]</a:t>
            </a:r>
            <a:endParaRPr sz="1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chemeClr val="dk1"/>
              </a:buClr>
              <a:buSzPts val="1100"/>
              <a:buFont typeface="Arial"/>
              <a:buNone/>
            </a:pPr>
            <a:r>
              <a:t/>
            </a:r>
            <a:endParaRPr sz="1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Include:  overall L × W × H  ·  wheelbase  ·  key heights  ·  scoring mechanism reach</a:t>
            </a:r>
            <a:endParaRPr sz="1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chemeClr val="dk1"/>
              </a:buClr>
              <a:buSzPts val="1100"/>
              <a:buFont typeface="Arial"/>
              <a:buNone/>
            </a:pPr>
            <a:r>
              <a:t/>
            </a:r>
            <a:endParaRPr sz="110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1100"/>
              <a:buFont typeface="Arial"/>
              <a:buNone/>
            </a:pPr>
            <a:r>
              <a:rPr sz="1100" b="0" i="1" u="none" cap="none">
                <a:solidFill>
                  <a:srgbClr val="94A3B8"/>
                </a:solidFill>
                <a:latin typeface="Arial"/>
                <a:ea typeface="Arial"/>
                <a:cs typeface="Arial"/>
              </a:rPr>
              <a:t>Export from Onshape via the Drawing workspace. Turn on dimensions before export.</a:t>
            </a:r>
            <a:endParaRPr sz="1100" b="0" i="0" u="none" cap="none">
              <a:solidFill>
                <a:schemeClr val="dk1"/>
              </a:solidFill>
              <a:latin typeface="Arial"/>
              <a:ea typeface="Arial"/>
              <a:cs typeface="Arial"/>
            </a:endParaRPr>
          </a:p>
        </p:txBody>
      </p:sp>
      <p:sp>
        <p:nvSpPr>
          <p:cNvPr id="2488" name="Google Shape;2488;p37">
            <a:extLst xmlns:a="http://schemas.openxmlformats.org/drawingml/2006/main">
              <a:ext uri="{FF2B5EF4-FFF2-40B4-BE49-F238E27FC236}">
                <a16:creationId xmlns:a16="http://schemas.microsoft.com/office/drawing/2014/main" id="{F5FF6E50-2D0A-474C-AA0F-C86FF94035A3}"/>
              </a:ext>
            </a:extLst>
          </p:cNvPr>
          <p:cNvSpPr>
            <a:spLocks xmlns:a="http://schemas.openxmlformats.org/drawingml/2006/main" noGrp="1"/>
          </p:cNvSpPr>
          <p:nvPr/>
        </p:nvSpPr>
        <p:spPr>
          <a:xfrm xmlns:a="http://schemas.openxmlformats.org/drawingml/2006/main">
            <a:off x="5852160" y="1444752"/>
            <a:ext cx="2971800" cy="987552"/>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89" name="Google Shape;2489;p37">
            <a:extLst xmlns:a="http://schemas.openxmlformats.org/drawingml/2006/main">
              <a:ext uri="{FF2B5EF4-FFF2-40B4-BE49-F238E27FC236}">
                <a16:creationId xmlns:a16="http://schemas.microsoft.com/office/drawing/2014/main" id="{D616C869-47E8-4005-AB1A-30CE0993B3C9}"/>
              </a:ext>
            </a:extLst>
          </p:cNvPr>
          <p:cNvSpPr>
            <a:spLocks xmlns:a="http://schemas.openxmlformats.org/drawingml/2006/main" noGrp="1"/>
          </p:cNvSpPr>
          <p:nvPr/>
        </p:nvSpPr>
        <p:spPr>
          <a:xfrm xmlns:a="http://schemas.openxmlformats.org/drawingml/2006/main">
            <a:off x="5852160" y="1444752"/>
            <a:ext cx="2971800" cy="20116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90" name="Google Shape;2490;p37">
            <a:extLst xmlns:a="http://schemas.openxmlformats.org/drawingml/2006/main">
              <a:ext uri="{FF2B5EF4-FFF2-40B4-BE49-F238E27FC236}">
                <a16:creationId xmlns:a16="http://schemas.microsoft.com/office/drawing/2014/main" id="{7AD77A3C-4FE8-462C-961C-83BF08C13796}"/>
              </a:ext>
            </a:extLst>
          </p:cNvPr>
          <p:cNvSpPr>
            <a:spLocks xmlns:a="http://schemas.openxmlformats.org/drawingml/2006/main" noGrp="1"/>
          </p:cNvSpPr>
          <p:nvPr/>
        </p:nvSpPr>
        <p:spPr>
          <a:xfrm xmlns:a="http://schemas.openxmlformats.org/drawingml/2006/main">
            <a:off x="5925312" y="1444752"/>
            <a:ext cx="28254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OVERALL DIMENSIONS</a:t>
            </a:r>
            <a:endParaRPr sz="850" b="0" i="0" u="none" cap="none">
              <a:solidFill>
                <a:schemeClr val="dk1"/>
              </a:solidFill>
              <a:latin typeface="Arial"/>
              <a:ea typeface="Arial"/>
              <a:cs typeface="Arial"/>
            </a:endParaRPr>
          </a:p>
        </p:txBody>
      </p:sp>
      <p:sp>
        <p:nvSpPr>
          <p:cNvPr id="2491" name="Google Shape;2491;p37">
            <a:extLst xmlns:a="http://schemas.openxmlformats.org/drawingml/2006/main">
              <a:ext uri="{FF2B5EF4-FFF2-40B4-BE49-F238E27FC236}">
                <a16:creationId xmlns:a16="http://schemas.microsoft.com/office/drawing/2014/main" id="{62206E9D-A7F7-4132-8427-FC28899968EB}"/>
              </a:ext>
            </a:extLst>
          </p:cNvPr>
          <p:cNvSpPr>
            <a:spLocks xmlns:a="http://schemas.openxmlformats.org/drawingml/2006/main" noGrp="1"/>
          </p:cNvSpPr>
          <p:nvPr/>
        </p:nvSpPr>
        <p:spPr>
          <a:xfrm xmlns:a="http://schemas.openxmlformats.org/drawingml/2006/main">
            <a:off x="5943600" y="1673352"/>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Length:  </a:t>
            </a:r>
            <a:r>
              <a:rPr sz="850" b="0" i="1" u="none" cap="none">
                <a:solidFill>
                  <a:srgbClr val="94A3B8"/>
                </a:solidFill>
                <a:latin typeface="Arial"/>
                <a:ea typeface="Arial"/>
                <a:cs typeface="Arial"/>
              </a:rPr>
              <a:t>[__ in]</a:t>
            </a:r>
            <a:endParaRPr sz="850" b="0" i="0" u="none" cap="none">
              <a:solidFill>
                <a:schemeClr val="dk1"/>
              </a:solidFill>
              <a:latin typeface="Arial"/>
              <a:ea typeface="Arial"/>
              <a:cs typeface="Arial"/>
            </a:endParaRPr>
          </a:p>
        </p:txBody>
      </p:sp>
      <p:sp>
        <p:nvSpPr>
          <p:cNvPr id="2492" name="Google Shape;2492;p37">
            <a:extLst xmlns:a="http://schemas.openxmlformats.org/drawingml/2006/main">
              <a:ext uri="{FF2B5EF4-FFF2-40B4-BE49-F238E27FC236}">
                <a16:creationId xmlns:a16="http://schemas.microsoft.com/office/drawing/2014/main" id="{6EDE62E9-EBB4-45BA-BD23-FEFB201830AB}"/>
              </a:ext>
            </a:extLst>
          </p:cNvPr>
          <p:cNvSpPr>
            <a:spLocks xmlns:a="http://schemas.openxmlformats.org/drawingml/2006/main" noGrp="1"/>
          </p:cNvSpPr>
          <p:nvPr/>
        </p:nvSpPr>
        <p:spPr>
          <a:xfrm xmlns:a="http://schemas.openxmlformats.org/drawingml/2006/main">
            <a:off x="5943600" y="1911096"/>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Width:  </a:t>
            </a:r>
            <a:r>
              <a:rPr sz="850" b="0" i="1" u="none" cap="none">
                <a:solidFill>
                  <a:srgbClr val="94A3B8"/>
                </a:solidFill>
                <a:latin typeface="Arial"/>
                <a:ea typeface="Arial"/>
                <a:cs typeface="Arial"/>
              </a:rPr>
              <a:t>[__ in]</a:t>
            </a:r>
            <a:endParaRPr sz="850" b="0" i="0" u="none" cap="none">
              <a:solidFill>
                <a:schemeClr val="dk1"/>
              </a:solidFill>
              <a:latin typeface="Arial"/>
              <a:ea typeface="Arial"/>
              <a:cs typeface="Arial"/>
            </a:endParaRPr>
          </a:p>
        </p:txBody>
      </p:sp>
      <p:sp>
        <p:nvSpPr>
          <p:cNvPr id="2493" name="Google Shape;2493;p37">
            <a:extLst xmlns:a="http://schemas.openxmlformats.org/drawingml/2006/main">
              <a:ext uri="{FF2B5EF4-FFF2-40B4-BE49-F238E27FC236}">
                <a16:creationId xmlns:a16="http://schemas.microsoft.com/office/drawing/2014/main" id="{CE49C3AF-07BC-4193-B5D0-F6BAFDCAD950}"/>
              </a:ext>
            </a:extLst>
          </p:cNvPr>
          <p:cNvSpPr>
            <a:spLocks xmlns:a="http://schemas.openxmlformats.org/drawingml/2006/main" noGrp="1"/>
          </p:cNvSpPr>
          <p:nvPr/>
        </p:nvSpPr>
        <p:spPr>
          <a:xfrm xmlns:a="http://schemas.openxmlformats.org/drawingml/2006/main">
            <a:off x="5943600" y="2148840"/>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Height:  </a:t>
            </a:r>
            <a:r>
              <a:rPr sz="850" b="0" i="1" u="none" cap="none">
                <a:solidFill>
                  <a:srgbClr val="94A3B8"/>
                </a:solidFill>
                <a:latin typeface="Arial"/>
                <a:ea typeface="Arial"/>
                <a:cs typeface="Arial"/>
              </a:rPr>
              <a:t>[__ in]</a:t>
            </a:r>
            <a:endParaRPr sz="850" b="0" i="0" u="none" cap="none">
              <a:solidFill>
                <a:schemeClr val="dk1"/>
              </a:solidFill>
              <a:latin typeface="Arial"/>
              <a:ea typeface="Arial"/>
              <a:cs typeface="Arial"/>
            </a:endParaRPr>
          </a:p>
        </p:txBody>
      </p:sp>
      <p:sp>
        <p:nvSpPr>
          <p:cNvPr id="2494" name="Google Shape;2494;p37">
            <a:extLst xmlns:a="http://schemas.openxmlformats.org/drawingml/2006/main">
              <a:ext uri="{FF2B5EF4-FFF2-40B4-BE49-F238E27FC236}">
                <a16:creationId xmlns:a16="http://schemas.microsoft.com/office/drawing/2014/main" id="{16FC0B5C-6E27-4D78-AD73-79DA5958A654}"/>
              </a:ext>
            </a:extLst>
          </p:cNvPr>
          <p:cNvSpPr>
            <a:spLocks xmlns:a="http://schemas.openxmlformats.org/drawingml/2006/main" noGrp="1"/>
          </p:cNvSpPr>
          <p:nvPr/>
        </p:nvSpPr>
        <p:spPr>
          <a:xfrm xmlns:a="http://schemas.openxmlformats.org/drawingml/2006/main">
            <a:off x="5852160" y="2505456"/>
            <a:ext cx="2971800" cy="987552"/>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95" name="Google Shape;2495;p37">
            <a:extLst xmlns:a="http://schemas.openxmlformats.org/drawingml/2006/main">
              <a:ext uri="{FF2B5EF4-FFF2-40B4-BE49-F238E27FC236}">
                <a16:creationId xmlns:a16="http://schemas.microsoft.com/office/drawing/2014/main" id="{27FB2A48-CFAF-45BC-BE0B-DC3A3F46C734}"/>
              </a:ext>
            </a:extLst>
          </p:cNvPr>
          <p:cNvSpPr>
            <a:spLocks xmlns:a="http://schemas.openxmlformats.org/drawingml/2006/main" noGrp="1"/>
          </p:cNvSpPr>
          <p:nvPr/>
        </p:nvSpPr>
        <p:spPr>
          <a:xfrm xmlns:a="http://schemas.openxmlformats.org/drawingml/2006/main">
            <a:off x="5852160" y="2505456"/>
            <a:ext cx="2971800" cy="20116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496" name="Google Shape;2496;p37">
            <a:extLst xmlns:a="http://schemas.openxmlformats.org/drawingml/2006/main">
              <a:ext uri="{FF2B5EF4-FFF2-40B4-BE49-F238E27FC236}">
                <a16:creationId xmlns:a16="http://schemas.microsoft.com/office/drawing/2014/main" id="{A4C515FC-73A1-415C-B14A-57E66FECB8A6}"/>
              </a:ext>
            </a:extLst>
          </p:cNvPr>
          <p:cNvSpPr>
            <a:spLocks xmlns:a="http://schemas.openxmlformats.org/drawingml/2006/main" noGrp="1"/>
          </p:cNvSpPr>
          <p:nvPr/>
        </p:nvSpPr>
        <p:spPr>
          <a:xfrm xmlns:a="http://schemas.openxmlformats.org/drawingml/2006/main">
            <a:off x="5925312" y="2505456"/>
            <a:ext cx="28254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WEIGHT &amp; POWER</a:t>
            </a:r>
            <a:endParaRPr sz="850" b="0" i="0" u="none" cap="none">
              <a:solidFill>
                <a:schemeClr val="dk1"/>
              </a:solidFill>
              <a:latin typeface="Arial"/>
              <a:ea typeface="Arial"/>
              <a:cs typeface="Arial"/>
            </a:endParaRPr>
          </a:p>
        </p:txBody>
      </p:sp>
      <p:sp>
        <p:nvSpPr>
          <p:cNvPr id="2497" name="Google Shape;2497;p37">
            <a:extLst xmlns:a="http://schemas.openxmlformats.org/drawingml/2006/main">
              <a:ext uri="{FF2B5EF4-FFF2-40B4-BE49-F238E27FC236}">
                <a16:creationId xmlns:a16="http://schemas.microsoft.com/office/drawing/2014/main" id="{7EFA3B17-67E2-4218-8BC0-027A23D3EDE1}"/>
              </a:ext>
            </a:extLst>
          </p:cNvPr>
          <p:cNvSpPr>
            <a:spLocks xmlns:a="http://schemas.openxmlformats.org/drawingml/2006/main" noGrp="1"/>
          </p:cNvSpPr>
          <p:nvPr/>
        </p:nvSpPr>
        <p:spPr>
          <a:xfrm xmlns:a="http://schemas.openxmlformats.org/drawingml/2006/main">
            <a:off x="5943600" y="2734056"/>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Est. weight:  </a:t>
            </a:r>
            <a:r>
              <a:rPr sz="850" b="0" i="1" u="none" cap="none">
                <a:solidFill>
                  <a:srgbClr val="94A3B8"/>
                </a:solidFill>
                <a:latin typeface="Arial"/>
                <a:ea typeface="Arial"/>
                <a:cs typeface="Arial"/>
              </a:rPr>
              <a:t>[__ lb]</a:t>
            </a:r>
            <a:endParaRPr sz="850" b="0" i="0" u="none" cap="none">
              <a:solidFill>
                <a:schemeClr val="dk1"/>
              </a:solidFill>
              <a:latin typeface="Arial"/>
              <a:ea typeface="Arial"/>
              <a:cs typeface="Arial"/>
            </a:endParaRPr>
          </a:p>
        </p:txBody>
      </p:sp>
      <p:sp>
        <p:nvSpPr>
          <p:cNvPr id="2498" name="Google Shape;2498;p37">
            <a:extLst xmlns:a="http://schemas.openxmlformats.org/drawingml/2006/main">
              <a:ext uri="{FF2B5EF4-FFF2-40B4-BE49-F238E27FC236}">
                <a16:creationId xmlns:a16="http://schemas.microsoft.com/office/drawing/2014/main" id="{366D1479-DA16-4B07-AC15-EC6271618793}"/>
              </a:ext>
            </a:extLst>
          </p:cNvPr>
          <p:cNvSpPr>
            <a:spLocks xmlns:a="http://schemas.openxmlformats.org/drawingml/2006/main" noGrp="1"/>
          </p:cNvSpPr>
          <p:nvPr/>
        </p:nvSpPr>
        <p:spPr>
          <a:xfrm xmlns:a="http://schemas.openxmlformats.org/drawingml/2006/main">
            <a:off x="5943600" y="2971800"/>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Motor budget:  </a:t>
            </a:r>
            <a:r>
              <a:rPr sz="850" b="0" i="1" u="none" cap="none">
                <a:solidFill>
                  <a:srgbClr val="94A3B8"/>
                </a:solidFill>
                <a:latin typeface="Arial"/>
                <a:ea typeface="Arial"/>
                <a:cs typeface="Arial"/>
              </a:rPr>
              <a:t>[# used / 8]</a:t>
            </a:r>
            <a:endParaRPr sz="850" b="0" i="0" u="none" cap="none">
              <a:solidFill>
                <a:schemeClr val="dk1"/>
              </a:solidFill>
              <a:latin typeface="Arial"/>
              <a:ea typeface="Arial"/>
              <a:cs typeface="Arial"/>
            </a:endParaRPr>
          </a:p>
        </p:txBody>
      </p:sp>
      <p:sp>
        <p:nvSpPr>
          <p:cNvPr id="2499" name="Google Shape;2499;p37">
            <a:extLst xmlns:a="http://schemas.openxmlformats.org/drawingml/2006/main">
              <a:ext uri="{FF2B5EF4-FFF2-40B4-BE49-F238E27FC236}">
                <a16:creationId xmlns:a16="http://schemas.microsoft.com/office/drawing/2014/main" id="{8C1065FD-6871-436E-80C0-08D8E0636B67}"/>
              </a:ext>
            </a:extLst>
          </p:cNvPr>
          <p:cNvSpPr>
            <a:spLocks xmlns:a="http://schemas.openxmlformats.org/drawingml/2006/main" noGrp="1"/>
          </p:cNvSpPr>
          <p:nvPr/>
        </p:nvSpPr>
        <p:spPr>
          <a:xfrm xmlns:a="http://schemas.openxmlformats.org/drawingml/2006/main">
            <a:off x="5943600" y="3209544"/>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Sensors / Smart Motors:  [Y / N]</a:t>
            </a:r>
            <a:endParaRPr sz="850" b="0" i="0" u="none" cap="none">
              <a:solidFill>
                <a:schemeClr val="dk1"/>
              </a:solidFill>
              <a:latin typeface="Arial"/>
              <a:ea typeface="Arial"/>
              <a:cs typeface="Arial"/>
            </a:endParaRPr>
          </a:p>
        </p:txBody>
      </p:sp>
      <p:sp>
        <p:nvSpPr>
          <p:cNvPr id="2500" name="Google Shape;2500;p37">
            <a:extLst xmlns:a="http://schemas.openxmlformats.org/drawingml/2006/main">
              <a:ext uri="{FF2B5EF4-FFF2-40B4-BE49-F238E27FC236}">
                <a16:creationId xmlns:a16="http://schemas.microsoft.com/office/drawing/2014/main" id="{7F692A33-736F-44E1-ABCA-A878AE86DE5C}"/>
              </a:ext>
            </a:extLst>
          </p:cNvPr>
          <p:cNvSpPr>
            <a:spLocks xmlns:a="http://schemas.openxmlformats.org/drawingml/2006/main" noGrp="1"/>
          </p:cNvSpPr>
          <p:nvPr/>
        </p:nvSpPr>
        <p:spPr>
          <a:xfrm xmlns:a="http://schemas.openxmlformats.org/drawingml/2006/main">
            <a:off x="5852160" y="3566160"/>
            <a:ext cx="2971800" cy="987552"/>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01" name="Google Shape;2501;p37">
            <a:extLst xmlns:a="http://schemas.openxmlformats.org/drawingml/2006/main">
              <a:ext uri="{FF2B5EF4-FFF2-40B4-BE49-F238E27FC236}">
                <a16:creationId xmlns:a16="http://schemas.microsoft.com/office/drawing/2014/main" id="{A0098A77-2486-47A4-979B-05F0D0FD12CE}"/>
              </a:ext>
            </a:extLst>
          </p:cNvPr>
          <p:cNvSpPr>
            <a:spLocks xmlns:a="http://schemas.openxmlformats.org/drawingml/2006/main" noGrp="1"/>
          </p:cNvSpPr>
          <p:nvPr/>
        </p:nvSpPr>
        <p:spPr>
          <a:xfrm xmlns:a="http://schemas.openxmlformats.org/drawingml/2006/main">
            <a:off x="5852160" y="3566160"/>
            <a:ext cx="2971800" cy="201168"/>
          </a:xfrm>
          <a:prstGeom xmlns:a="http://schemas.openxmlformats.org/drawingml/2006/main" prst="rect">
            <a:avLst/>
          </a:prstGeom>
          <a:solidFill xmlns:a="http://schemas.openxmlformats.org/drawingml/2006/main">
            <a:srgbClr val="7C3AED"/>
          </a:solidFill>
          <a:ln xmlns:a="http://schemas.openxmlformats.org/drawingml/2006/main" w="12700" cmpd="sng">
            <a:solidFill>
              <a:srgbClr val="7C3AED"/>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02" name="Google Shape;2502;p37">
            <a:extLst xmlns:a="http://schemas.openxmlformats.org/drawingml/2006/main">
              <a:ext uri="{FF2B5EF4-FFF2-40B4-BE49-F238E27FC236}">
                <a16:creationId xmlns:a16="http://schemas.microsoft.com/office/drawing/2014/main" id="{7929E330-BB1D-419E-AB7B-12290D1CF5C0}"/>
              </a:ext>
            </a:extLst>
          </p:cNvPr>
          <p:cNvSpPr>
            <a:spLocks xmlns:a="http://schemas.openxmlformats.org/drawingml/2006/main" noGrp="1"/>
          </p:cNvSpPr>
          <p:nvPr/>
        </p:nvSpPr>
        <p:spPr>
          <a:xfrm xmlns:a="http://schemas.openxmlformats.org/drawingml/2006/main">
            <a:off x="5925312" y="3566160"/>
            <a:ext cx="28254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CENTER OF GRAVITY</a:t>
            </a:r>
            <a:endParaRPr sz="850" b="0" i="0" u="none" cap="none">
              <a:solidFill>
                <a:schemeClr val="dk1"/>
              </a:solidFill>
              <a:latin typeface="Arial"/>
              <a:ea typeface="Arial"/>
              <a:cs typeface="Arial"/>
            </a:endParaRPr>
          </a:p>
        </p:txBody>
      </p:sp>
      <p:sp>
        <p:nvSpPr>
          <p:cNvPr id="2503" name="Google Shape;2503;p37">
            <a:extLst xmlns:a="http://schemas.openxmlformats.org/drawingml/2006/main">
              <a:ext uri="{FF2B5EF4-FFF2-40B4-BE49-F238E27FC236}">
                <a16:creationId xmlns:a16="http://schemas.microsoft.com/office/drawing/2014/main" id="{5D399736-F9C5-4B6D-8903-8DE88504951A}"/>
              </a:ext>
            </a:extLst>
          </p:cNvPr>
          <p:cNvSpPr>
            <a:spLocks xmlns:a="http://schemas.openxmlformats.org/drawingml/2006/main" noGrp="1"/>
          </p:cNvSpPr>
          <p:nvPr/>
        </p:nvSpPr>
        <p:spPr>
          <a:xfrm xmlns:a="http://schemas.openxmlformats.org/drawingml/2006/main">
            <a:off x="5943600" y="3794760"/>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Est. COG height:  </a:t>
            </a:r>
            <a:r>
              <a:rPr sz="850" b="0" i="1" u="none" cap="none">
                <a:solidFill>
                  <a:srgbClr val="94A3B8"/>
                </a:solidFill>
                <a:latin typeface="Arial"/>
                <a:ea typeface="Arial"/>
                <a:cs typeface="Arial"/>
              </a:rPr>
              <a:t>[__ in]</a:t>
            </a:r>
            <a:endParaRPr sz="850" b="0" i="0" u="none" cap="none">
              <a:solidFill>
                <a:schemeClr val="dk1"/>
              </a:solidFill>
              <a:latin typeface="Arial"/>
              <a:ea typeface="Arial"/>
              <a:cs typeface="Arial"/>
            </a:endParaRPr>
          </a:p>
        </p:txBody>
      </p:sp>
      <p:sp>
        <p:nvSpPr>
          <p:cNvPr id="2504" name="Google Shape;2504;p37">
            <a:extLst xmlns:a="http://schemas.openxmlformats.org/drawingml/2006/main">
              <a:ext uri="{FF2B5EF4-FFF2-40B4-BE49-F238E27FC236}">
                <a16:creationId xmlns:a16="http://schemas.microsoft.com/office/drawing/2014/main" id="{D48D3885-F808-4F28-A2BB-54C656E3D285}"/>
              </a:ext>
            </a:extLst>
          </p:cNvPr>
          <p:cNvSpPr>
            <a:spLocks xmlns:a="http://schemas.openxmlformats.org/drawingml/2006/main" noGrp="1"/>
          </p:cNvSpPr>
          <p:nvPr/>
        </p:nvSpPr>
        <p:spPr>
          <a:xfrm xmlns:a="http://schemas.openxmlformats.org/drawingml/2006/main">
            <a:off x="5943600" y="4032504"/>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Side-to-side:  </a:t>
            </a:r>
            <a:r>
              <a:rPr sz="850" b="0" i="1" u="none" cap="none">
                <a:solidFill>
                  <a:srgbClr val="94A3B8"/>
                </a:solidFill>
                <a:latin typeface="Arial"/>
                <a:ea typeface="Arial"/>
                <a:cs typeface="Arial"/>
              </a:rPr>
              <a:t>[centered?]</a:t>
            </a:r>
            <a:endParaRPr sz="850" b="0" i="0" u="none" cap="none">
              <a:solidFill>
                <a:schemeClr val="dk1"/>
              </a:solidFill>
              <a:latin typeface="Arial"/>
              <a:ea typeface="Arial"/>
              <a:cs typeface="Arial"/>
            </a:endParaRPr>
          </a:p>
        </p:txBody>
      </p:sp>
      <p:sp>
        <p:nvSpPr>
          <p:cNvPr id="2505" name="Google Shape;2505;p37">
            <a:extLst xmlns:a="http://schemas.openxmlformats.org/drawingml/2006/main">
              <a:ext uri="{FF2B5EF4-FFF2-40B4-BE49-F238E27FC236}">
                <a16:creationId xmlns:a16="http://schemas.microsoft.com/office/drawing/2014/main" id="{D9F6EC63-ACF8-431A-B6EC-DFAED52B163F}"/>
              </a:ext>
            </a:extLst>
          </p:cNvPr>
          <p:cNvSpPr>
            <a:spLocks xmlns:a="http://schemas.openxmlformats.org/drawingml/2006/main" noGrp="1"/>
          </p:cNvSpPr>
          <p:nvPr/>
        </p:nvSpPr>
        <p:spPr>
          <a:xfrm xmlns:a="http://schemas.openxmlformats.org/drawingml/2006/main">
            <a:off x="5943600" y="4270248"/>
            <a:ext cx="2788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850"/>
              <a:buFont typeface="Arial"/>
              <a:buNone/>
            </a:pPr>
            <a:r>
              <a:rPr sz="850" b="1" i="0" u="none" cap="none">
                <a:solidFill>
                  <a:srgbClr val="334155"/>
                </a:solidFill>
                <a:latin typeface="Arial"/>
                <a:ea typeface="Arial"/>
                <a:cs typeface="Arial"/>
              </a:rPr>
              <a:t>Notes:  </a:t>
            </a:r>
            <a:r>
              <a:rPr sz="850" b="0" i="1" u="none" cap="none">
                <a:solidFill>
                  <a:srgbClr val="94A3B8"/>
                </a:solidFill>
                <a:latin typeface="Arial"/>
                <a:ea typeface="Arial"/>
                <a:cs typeface="Arial"/>
              </a:rPr>
              <a:t>[stability concerns]</a:t>
            </a:r>
            <a:endParaRPr sz="850" b="0" i="0" u="none" cap="none">
              <a:solidFill>
                <a:schemeClr val="dk1"/>
              </a:solidFill>
              <a:latin typeface="Arial"/>
              <a:ea typeface="Arial"/>
              <a:cs typeface="Arial"/>
            </a:endParaRPr>
          </a:p>
        </p:txBody>
      </p:sp>
      <p:sp>
        <p:nvSpPr>
          <p:cNvPr id="2506" name="Google Shape;2506;p37">
            <a:extLst xmlns:a="http://schemas.openxmlformats.org/drawingml/2006/main">
              <a:ext uri="{FF2B5EF4-FFF2-40B4-BE49-F238E27FC236}">
                <a16:creationId xmlns:a16="http://schemas.microsoft.com/office/drawing/2014/main" id="{72255F30-7B14-442F-B97D-842E29BC9EBF}"/>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7C3AED"/>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a3fdbb5d27134f17"/>
              </a:rPr>
              <a:t>onshape-drawings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22b4d7c59158494c"/>
              </a:rPr>
              <a:t>onshape-robot-layout</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320546424"/>
      </p:ext>
    </p:extLst>
  </p:cSld>
</p:sld>
</file>

<file path=ppt/slides/slide36.xml><?xml version="1.0" encoding="utf-8"?>
<p:sld xmlns:p="http://schemas.openxmlformats.org/presentationml/2006/main">
  <p:cSld>
    <p:bg>
      <p:bgPr>
        <a:solidFill xmlns:a="http://schemas.openxmlformats.org/drawingml/2006/main">
          <a:srgbClr val="EA580C"/>
        </a:solidFill>
      </p:bgPr>
    </p:bg>
    <p:spTree>
      <p:nvGrpSpPr>
        <p:cNvPr id="1" name=""/>
        <p:cNvGrpSpPr/>
        <p:nvPr/>
      </p:nvGrpSpPr>
      <p:grpSpPr>
        <a:xfrm xmlns:a="http://schemas.openxmlformats.org/drawingml/2006/main"/>
      </p:grpSpPr>
      <p:sp>
        <p:nvSpPr>
          <p:cNvPr id="2512" name="Google Shape;2512;p38">
            <a:extLst xmlns:a="http://schemas.openxmlformats.org/drawingml/2006/main">
              <a:ext uri="{FF2B5EF4-FFF2-40B4-BE49-F238E27FC236}">
                <a16:creationId xmlns:a16="http://schemas.microsoft.com/office/drawing/2014/main" id="{C93351E7-CC75-46A6-8B4F-4971B80B854B}"/>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4</a:t>
            </a:r>
            <a:endParaRPr sz="15000" b="0" i="0" u="none" cap="none">
              <a:solidFill>
                <a:schemeClr val="dk1"/>
              </a:solidFill>
              <a:latin typeface="Arial"/>
              <a:ea typeface="Arial"/>
              <a:cs typeface="Arial"/>
            </a:endParaRPr>
          </a:p>
        </p:txBody>
      </p:sp>
      <p:sp>
        <p:nvSpPr>
          <p:cNvPr id="2513" name="Google Shape;2513;p38">
            <a:extLst xmlns:a="http://schemas.openxmlformats.org/drawingml/2006/main">
              <a:ext uri="{FF2B5EF4-FFF2-40B4-BE49-F238E27FC236}">
                <a16:creationId xmlns:a16="http://schemas.microsoft.com/office/drawing/2014/main" id="{08B68578-1167-46AE-9975-13C4BB86A150}"/>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STEP 4</a:t>
            </a:r>
            <a:endParaRPr sz="1100" b="0" i="0" u="none" cap="none">
              <a:solidFill>
                <a:schemeClr val="dk1"/>
              </a:solidFill>
              <a:latin typeface="Arial"/>
              <a:ea typeface="Arial"/>
              <a:cs typeface="Arial"/>
            </a:endParaRPr>
          </a:p>
        </p:txBody>
      </p:sp>
      <p:sp>
        <p:nvSpPr>
          <p:cNvPr id="2514" name="Google Shape;2514;p38">
            <a:extLst xmlns:a="http://schemas.openxmlformats.org/drawingml/2006/main">
              <a:ext uri="{FF2B5EF4-FFF2-40B4-BE49-F238E27FC236}">
                <a16:creationId xmlns:a16="http://schemas.microsoft.com/office/drawing/2014/main" id="{83B611AB-052C-4E29-8BA8-EE49FC02BC9F}"/>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BUILD &amp; PROGRAM</a:t>
            </a:r>
            <a:endParaRPr sz="3800" b="0" i="0" u="none" cap="none">
              <a:solidFill>
                <a:schemeClr val="dk1"/>
              </a:solidFill>
              <a:latin typeface="Arial"/>
              <a:ea typeface="Arial"/>
              <a:cs typeface="Arial"/>
            </a:endParaRPr>
          </a:p>
        </p:txBody>
      </p:sp>
      <p:sp>
        <p:nvSpPr>
          <p:cNvPr id="2515" name="Google Shape;2515;p38">
            <a:extLst xmlns:a="http://schemas.openxmlformats.org/drawingml/2006/main">
              <a:ext uri="{FF2B5EF4-FFF2-40B4-BE49-F238E27FC236}">
                <a16:creationId xmlns:a16="http://schemas.microsoft.com/office/drawing/2014/main" id="{16E6912F-1B87-44B9-99E6-98120E3EFED8}"/>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CAD · Build Logs · Programming · Architecture · Device Ports · Autonomous</a:t>
            </a:r>
            <a:endParaRPr sz="1300" b="0" i="0" u="none" cap="none">
              <a:solidFill>
                <a:schemeClr val="dk1"/>
              </a:solidFill>
              <a:latin typeface="Arial"/>
              <a:ea typeface="Arial"/>
              <a:cs typeface="Arial"/>
            </a:endParaRPr>
          </a:p>
        </p:txBody>
      </p:sp>
      <p:sp>
        <p:nvSpPr>
          <p:cNvPr id="2516" name="Google Shape;2516;p38">
            <a:extLst xmlns:a="http://schemas.openxmlformats.org/drawingml/2006/main">
              <a:ext uri="{FF2B5EF4-FFF2-40B4-BE49-F238E27FC236}">
                <a16:creationId xmlns:a16="http://schemas.microsoft.com/office/drawing/2014/main" id="{6F732938-19AF-421D-B14A-786C79B8470F}"/>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2517" name="Google Shape;2517;p38">
            <a:extLst xmlns:a="http://schemas.openxmlformats.org/drawingml/2006/main">
              <a:ext uri="{FF2B5EF4-FFF2-40B4-BE49-F238E27FC236}">
                <a16:creationId xmlns:a16="http://schemas.microsoft.com/office/drawing/2014/main" id="{5300AA04-E5AF-435A-B47F-1B01C7A69A26}"/>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37:  CAD — Drivetrain</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38:  CAD — Intake</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39:  CAD — Scoring</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40:  CAD — Full Robot Integrated</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41:  Build Log — Entry 1: Drivetrain</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42:  Build Log — Entry 2: Intake</a:t>
            </a:r>
            <a:endParaRPr sz="1000" b="0" i="0" u="none" cap="none">
              <a:solidFill>
                <a:schemeClr val="dk1"/>
              </a:solidFill>
              <a:latin typeface="Arial"/>
              <a:ea typeface="Arial"/>
              <a:cs typeface="Arial"/>
            </a:endParaRPr>
          </a:p>
        </p:txBody>
      </p:sp>
      <p:sp>
        <p:nvSpPr>
          <p:cNvPr id="2518" name="Google Shape;2518;p38">
            <a:extLst xmlns:a="http://schemas.openxmlformats.org/drawingml/2006/main">
              <a:ext uri="{FF2B5EF4-FFF2-40B4-BE49-F238E27FC236}">
                <a16:creationId xmlns:a16="http://schemas.microsoft.com/office/drawing/2014/main" id="{C06BD3E3-8319-43FC-93AC-432AB29BA3D3}"/>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43:  Build Log — Entry 3: Scoring</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44:  Build Log — Entry 4: Integration</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45:  Programming Log  (duplicate per code change)</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46:  Software Architecture &amp; Controller Map</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47:  Electronics &amp; Wiring</a:t>
            </a:r>
            <a:endParaRPr sz="10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0" u="none" cap="none">
                <a:solidFill>
                  <a:srgbClr val="FFFFFF"/>
                </a:solidFill>
                <a:latin typeface="Arial"/>
                <a:ea typeface="Arial"/>
                <a:cs typeface="Arial"/>
              </a:rPr>
              <a:t>→  Slide 48:  Autonomous Strategy</a:t>
            </a:r>
            <a:endParaRPr sz="1000" b="0" i="0" u="none" cap="none">
              <a:solidFill>
                <a:schemeClr val="dk1"/>
              </a:solidFill>
              <a:latin typeface="Arial"/>
              <a:ea typeface="Arial"/>
              <a:cs typeface="Arial"/>
            </a:endParaRPr>
          </a:p>
        </p:txBody>
      </p:sp>
      <p:sp>
        <p:nvSpPr>
          <p:cNvPr id="2519" name="Google Shape;2519;p38">
            <a:extLst xmlns:a="http://schemas.openxmlformats.org/drawingml/2006/main">
              <a:ext uri="{FF2B5EF4-FFF2-40B4-BE49-F238E27FC236}">
                <a16:creationId xmlns:a16="http://schemas.microsoft.com/office/drawing/2014/main" id="{0D5CD105-3C97-46CF-B4C2-4848482EF611}"/>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36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1355445687"/>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525" name="Google Shape;2525;p39">
            <a:extLst xmlns:a="http://schemas.openxmlformats.org/drawingml/2006/main">
              <a:ext uri="{FF2B5EF4-FFF2-40B4-BE49-F238E27FC236}">
                <a16:creationId xmlns:a16="http://schemas.microsoft.com/office/drawing/2014/main" id="{9A0F702F-AC42-40DD-8908-5BA1534A102C}"/>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26" name="Google Shape;2526;p39">
            <a:extLst xmlns:a="http://schemas.openxmlformats.org/drawingml/2006/main">
              <a:ext uri="{FF2B5EF4-FFF2-40B4-BE49-F238E27FC236}">
                <a16:creationId xmlns:a16="http://schemas.microsoft.com/office/drawing/2014/main" id="{6F51BF3F-46E4-40ED-AFA2-01DD0A5DE53E}"/>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VEX IQ DESIGN</a:t>
            </a:r>
            <a:endParaRPr sz="1050" b="0" i="0" u="none" cap="none">
              <a:solidFill>
                <a:schemeClr val="dk1"/>
              </a:solidFill>
              <a:latin typeface="Arial"/>
              <a:ea typeface="Arial"/>
              <a:cs typeface="Arial"/>
            </a:endParaRPr>
          </a:p>
        </p:txBody>
      </p:sp>
      <p:sp>
        <p:nvSpPr>
          <p:cNvPr id="2527" name="Google Shape;2527;p39">
            <a:extLst xmlns:a="http://schemas.openxmlformats.org/drawingml/2006/main">
              <a:ext uri="{FF2B5EF4-FFF2-40B4-BE49-F238E27FC236}">
                <a16:creationId xmlns:a16="http://schemas.microsoft.com/office/drawing/2014/main" id="{45408F04-7AF7-4169-840E-8D35AF1B657F}"/>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528" name="Google Shape;2528;p39">
            <a:extLst xmlns:a="http://schemas.openxmlformats.org/drawingml/2006/main">
              <a:ext uri="{FF2B5EF4-FFF2-40B4-BE49-F238E27FC236}">
                <a16:creationId xmlns:a16="http://schemas.microsoft.com/office/drawing/2014/main" id="{E348C38E-5C0D-4BD7-AE8E-CB211558B024}"/>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CAD / Design Drawing — Mobility &amp; Routing</a:t>
            </a:r>
            <a:endParaRPr sz="2200" b="0" i="0" u="none" cap="none">
              <a:solidFill>
                <a:schemeClr val="dk1"/>
              </a:solidFill>
              <a:latin typeface="Arial"/>
              <a:ea typeface="Arial"/>
              <a:cs typeface="Arial"/>
            </a:endParaRPr>
          </a:p>
        </p:txBody>
      </p:sp>
      <p:sp>
        <p:nvSpPr>
          <p:cNvPr id="2529" name="Google Shape;2529;p39">
            <a:extLst xmlns:a="http://schemas.openxmlformats.org/drawingml/2006/main">
              <a:ext uri="{FF2B5EF4-FFF2-40B4-BE49-F238E27FC236}">
                <a16:creationId xmlns:a16="http://schemas.microsoft.com/office/drawing/2014/main" id="{52835BE6-45F9-4BBB-A5ED-010AFF153821}"/>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Show a labeled sketch or optional CAD view, key dimensions, VEX IQ parts and connections, and each revision made from test evidence.</a:t>
            </a:r>
            <a:endParaRPr sz="900" b="0" i="0" u="none" cap="none">
              <a:solidFill>
                <a:schemeClr val="dk1"/>
              </a:solidFill>
              <a:latin typeface="Arial"/>
              <a:ea typeface="Arial"/>
              <a:cs typeface="Arial"/>
            </a:endParaRPr>
          </a:p>
        </p:txBody>
      </p:sp>
      <p:sp>
        <p:nvSpPr>
          <p:cNvPr id="2530" name="Google Shape;2530;p39">
            <a:extLst xmlns:a="http://schemas.openxmlformats.org/drawingml/2006/main">
              <a:ext uri="{FF2B5EF4-FFF2-40B4-BE49-F238E27FC236}">
                <a16:creationId xmlns:a16="http://schemas.microsoft.com/office/drawing/2014/main" id="{1C194F53-F8AE-40CA-8D1B-871672C6065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31" name="Google Shape;2531;p39">
            <a:extLst xmlns:a="http://schemas.openxmlformats.org/drawingml/2006/main">
              <a:ext uri="{FF2B5EF4-FFF2-40B4-BE49-F238E27FC236}">
                <a16:creationId xmlns:a16="http://schemas.microsoft.com/office/drawing/2014/main" id="{624D3113-B229-4BE9-A9E5-FD11415C9CC7}"/>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37 / 61</a:t>
            </a:r>
            <a:endParaRPr sz="900" b="0" i="0" u="none" cap="none">
              <a:solidFill>
                <a:schemeClr val="dk1"/>
              </a:solidFill>
              <a:latin typeface="Arial"/>
              <a:ea typeface="Arial"/>
              <a:cs typeface="Arial"/>
            </a:endParaRPr>
          </a:p>
        </p:txBody>
      </p:sp>
      <p:sp>
        <p:nvSpPr>
          <p:cNvPr id="2532" name="Google Shape;2532;p39">
            <a:extLst xmlns:a="http://schemas.openxmlformats.org/drawingml/2006/main">
              <a:ext uri="{FF2B5EF4-FFF2-40B4-BE49-F238E27FC236}">
                <a16:creationId xmlns:a16="http://schemas.microsoft.com/office/drawing/2014/main" id="{41006B18-D105-47E3-986F-EBD54B29EDCB}"/>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533" name="Google Shape;2533;p39">
            <a:extLst xmlns:a="http://schemas.openxmlformats.org/drawingml/2006/main">
              <a:ext uri="{FF2B5EF4-FFF2-40B4-BE49-F238E27FC236}">
                <a16:creationId xmlns:a16="http://schemas.microsoft.com/office/drawing/2014/main" id="{E51B3413-393E-4E76-81B5-DA48268DF544}"/>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34" name="Google Shape;2534;p39">
            <a:extLst xmlns:a="http://schemas.openxmlformats.org/drawingml/2006/main">
              <a:ext uri="{FF2B5EF4-FFF2-40B4-BE49-F238E27FC236}">
                <a16:creationId xmlns:a16="http://schemas.microsoft.com/office/drawing/2014/main" id="{93C1A738-5018-45D1-AE66-FA83A3552D86}"/>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[Labeled sketch or optional CAD view — annotate dimensions, ports, motion, and key connections]</a:t>
            </a:r>
            <a:endParaRPr sz="1000" b="0" i="0" u="none" cap="none">
              <a:solidFill>
                <a:schemeClr val="dk1"/>
              </a:solidFill>
              <a:latin typeface="Arial"/>
              <a:ea typeface="Arial"/>
              <a:cs typeface="Arial"/>
            </a:endParaRPr>
          </a:p>
        </p:txBody>
      </p:sp>
      <p:sp>
        <p:nvSpPr>
          <p:cNvPr id="2535" name="Google Shape;2535;p39">
            <a:extLst xmlns:a="http://schemas.openxmlformats.org/drawingml/2006/main">
              <a:ext uri="{FF2B5EF4-FFF2-40B4-BE49-F238E27FC236}">
                <a16:creationId xmlns:a16="http://schemas.microsoft.com/office/drawing/2014/main" id="{9162E429-17D3-435D-AE6D-D2530D4A6974}"/>
              </a:ext>
            </a:extLst>
          </p:cNvPr>
          <p:cNvSpPr>
            <a:spLocks xmlns:a="http://schemas.openxmlformats.org/drawingml/2006/main" noGrp="1"/>
          </p:cNvSpPr>
          <p:nvPr/>
        </p:nvSpPr>
        <p:spPr>
          <a:xfrm xmlns:a="http://schemas.openxmlformats.org/drawingml/2006/main">
            <a:off x="2743200" y="107899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KEY SPECIFICATIONS</a:t>
            </a:r>
            <a:endParaRPr sz="900" b="0" i="0" u="none" cap="none">
              <a:solidFill>
                <a:schemeClr val="dk1"/>
              </a:solidFill>
              <a:latin typeface="Arial"/>
              <a:ea typeface="Arial"/>
              <a:cs typeface="Arial"/>
            </a:endParaRPr>
          </a:p>
        </p:txBody>
      </p:sp>
      <p:sp>
        <p:nvSpPr>
          <p:cNvPr id="2536" name="Google Shape;2536;p39">
            <a:extLst xmlns:a="http://schemas.openxmlformats.org/drawingml/2006/main">
              <a:ext uri="{FF2B5EF4-FFF2-40B4-BE49-F238E27FC236}">
                <a16:creationId xmlns:a16="http://schemas.microsoft.com/office/drawing/2014/main" id="{47AF1E0C-A411-4B8C-8CC1-7303ED041D12}"/>
              </a:ext>
            </a:extLst>
          </p:cNvPr>
          <p:cNvSpPr>
            <a:spLocks xmlns:a="http://schemas.openxmlformats.org/drawingml/2006/main" noGrp="1"/>
          </p:cNvSpPr>
          <p:nvPr/>
        </p:nvSpPr>
        <p:spPr>
          <a:xfrm xmlns:a="http://schemas.openxmlformats.org/drawingml/2006/main">
            <a:off x="2743200" y="1298448"/>
            <a:ext cx="6080760" cy="20116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37" name="Google Shape;2537;p39">
            <a:extLst xmlns:a="http://schemas.openxmlformats.org/drawingml/2006/main">
              <a:ext uri="{FF2B5EF4-FFF2-40B4-BE49-F238E27FC236}">
                <a16:creationId xmlns:a16="http://schemas.microsoft.com/office/drawing/2014/main" id="{AA03BA5D-CEB5-4F09-85DD-D70B3048E334}"/>
              </a:ext>
            </a:extLst>
          </p:cNvPr>
          <p:cNvSpPr>
            <a:spLocks xmlns:a="http://schemas.openxmlformats.org/drawingml/2006/main" noGrp="1"/>
          </p:cNvSpPr>
          <p:nvPr/>
        </p:nvSpPr>
        <p:spPr>
          <a:xfrm xmlns:a="http://schemas.openxmlformats.org/drawingml/2006/main">
            <a:off x="2798064" y="1298448"/>
            <a:ext cx="1499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Spec</a:t>
            </a:r>
            <a:endParaRPr sz="850" b="0" i="0" u="none" cap="none">
              <a:solidFill>
                <a:schemeClr val="dk1"/>
              </a:solidFill>
              <a:latin typeface="Arial"/>
              <a:ea typeface="Arial"/>
              <a:cs typeface="Arial"/>
            </a:endParaRPr>
          </a:p>
        </p:txBody>
      </p:sp>
      <p:sp>
        <p:nvSpPr>
          <p:cNvPr id="2538" name="Google Shape;2538;p39">
            <a:extLst xmlns:a="http://schemas.openxmlformats.org/drawingml/2006/main">
              <a:ext uri="{FF2B5EF4-FFF2-40B4-BE49-F238E27FC236}">
                <a16:creationId xmlns:a16="http://schemas.microsoft.com/office/drawing/2014/main" id="{198B2FF7-FC85-44E1-A978-C92631EEA6DA}"/>
              </a:ext>
            </a:extLst>
          </p:cNvPr>
          <p:cNvSpPr>
            <a:spLocks xmlns:a="http://schemas.openxmlformats.org/drawingml/2006/main" noGrp="1"/>
          </p:cNvSpPr>
          <p:nvPr/>
        </p:nvSpPr>
        <p:spPr>
          <a:xfrm xmlns:a="http://schemas.openxmlformats.org/drawingml/2006/main">
            <a:off x="4352544" y="1298448"/>
            <a:ext cx="44714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Value</a:t>
            </a:r>
            <a:endParaRPr sz="850" b="0" i="0" u="none" cap="none">
              <a:solidFill>
                <a:schemeClr val="dk1"/>
              </a:solidFill>
              <a:latin typeface="Arial"/>
              <a:ea typeface="Arial"/>
              <a:cs typeface="Arial"/>
            </a:endParaRPr>
          </a:p>
        </p:txBody>
      </p:sp>
      <p:sp>
        <p:nvSpPr>
          <p:cNvPr id="2539" name="Google Shape;2539;p39">
            <a:extLst xmlns:a="http://schemas.openxmlformats.org/drawingml/2006/main">
              <a:ext uri="{FF2B5EF4-FFF2-40B4-BE49-F238E27FC236}">
                <a16:creationId xmlns:a16="http://schemas.microsoft.com/office/drawing/2014/main" id="{65AAA034-B639-49F5-8195-DB35D26F3DFC}"/>
              </a:ext>
            </a:extLst>
          </p:cNvPr>
          <p:cNvSpPr>
            <a:spLocks xmlns:a="http://schemas.openxmlformats.org/drawingml/2006/main" noGrp="1"/>
          </p:cNvSpPr>
          <p:nvPr/>
        </p:nvSpPr>
        <p:spPr>
          <a:xfrm xmlns:a="http://schemas.openxmlformats.org/drawingml/2006/main">
            <a:off x="2743200" y="1499616"/>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49" name="Google Shape;2540;p39"/>
          <p:cNvCxnSpPr/>
          <p:nvPr/>
        </p:nvCxnSpPr>
        <p:spPr>
          <a:xfrm xmlns:a="http://schemas.openxmlformats.org/drawingml/2006/main">
            <a:off x="2743200" y="169712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41" name="Google Shape;2541;p39">
            <a:extLst xmlns:a="http://schemas.openxmlformats.org/drawingml/2006/main">
              <a:ext uri="{FF2B5EF4-FFF2-40B4-BE49-F238E27FC236}">
                <a16:creationId xmlns:a16="http://schemas.microsoft.com/office/drawing/2014/main" id="{F9803480-B592-4C24-9557-5B23FCE54D0C}"/>
              </a:ext>
            </a:extLst>
          </p:cNvPr>
          <p:cNvSpPr>
            <a:spLocks xmlns:a="http://schemas.openxmlformats.org/drawingml/2006/main" noGrp="1"/>
          </p:cNvSpPr>
          <p:nvPr/>
        </p:nvSpPr>
        <p:spPr>
          <a:xfrm xmlns:a="http://schemas.openxmlformats.org/drawingml/2006/main">
            <a:off x="2798064" y="149961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Dimensions</a:t>
            </a:r>
            <a:endParaRPr sz="850" b="0" i="0" u="none" cap="none">
              <a:solidFill>
                <a:schemeClr val="dk1"/>
              </a:solidFill>
              <a:latin typeface="Arial"/>
              <a:ea typeface="Arial"/>
              <a:cs typeface="Arial"/>
            </a:endParaRPr>
          </a:p>
        </p:txBody>
      </p:sp>
      <p:sp>
        <p:nvSpPr>
          <p:cNvPr id="2542" name="Google Shape;2542;p39">
            <a:extLst xmlns:a="http://schemas.openxmlformats.org/drawingml/2006/main">
              <a:ext uri="{FF2B5EF4-FFF2-40B4-BE49-F238E27FC236}">
                <a16:creationId xmlns:a16="http://schemas.microsoft.com/office/drawing/2014/main" id="{681DEBE5-8A5C-43A4-B697-4E413ABE1A7A}"/>
              </a:ext>
            </a:extLst>
          </p:cNvPr>
          <p:cNvSpPr>
            <a:spLocks xmlns:a="http://schemas.openxmlformats.org/drawingml/2006/main" noGrp="1"/>
          </p:cNvSpPr>
          <p:nvPr/>
        </p:nvSpPr>
        <p:spPr>
          <a:xfrm xmlns:a="http://schemas.openxmlformats.org/drawingml/2006/main">
            <a:off x="4352544" y="149961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 × W × H]</a:t>
            </a:r>
            <a:endParaRPr sz="850" b="0" i="0" u="none" cap="none">
              <a:solidFill>
                <a:schemeClr val="dk1"/>
              </a:solidFill>
              <a:latin typeface="Arial"/>
              <a:ea typeface="Arial"/>
              <a:cs typeface="Arial"/>
            </a:endParaRPr>
          </a:p>
        </p:txBody>
      </p:sp>
      <p:cxnSp>
        <p:nvCxnSpPr>
          <p:cNvPr id="2752" name="Google Shape;2543;p39"/>
          <p:cNvCxnSpPr/>
          <p:nvPr/>
        </p:nvCxnSpPr>
        <p:spPr>
          <a:xfrm xmlns:a="http://schemas.openxmlformats.org/drawingml/2006/main">
            <a:off x="2743200" y="189463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44" name="Google Shape;2544;p39">
            <a:extLst xmlns:a="http://schemas.openxmlformats.org/drawingml/2006/main">
              <a:ext uri="{FF2B5EF4-FFF2-40B4-BE49-F238E27FC236}">
                <a16:creationId xmlns:a16="http://schemas.microsoft.com/office/drawing/2014/main" id="{9121B3EF-3F29-4513-A95F-8AFE9D34D73A}"/>
              </a:ext>
            </a:extLst>
          </p:cNvPr>
          <p:cNvSpPr>
            <a:spLocks xmlns:a="http://schemas.openxmlformats.org/drawingml/2006/main" noGrp="1"/>
          </p:cNvSpPr>
          <p:nvPr/>
        </p:nvSpPr>
        <p:spPr>
          <a:xfrm xmlns:a="http://schemas.openxmlformats.org/drawingml/2006/main">
            <a:off x="2798064" y="169712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 estimate</a:t>
            </a:r>
            <a:endParaRPr sz="850" b="0" i="0" u="none" cap="none">
              <a:solidFill>
                <a:schemeClr val="dk1"/>
              </a:solidFill>
              <a:latin typeface="Arial"/>
              <a:ea typeface="Arial"/>
              <a:cs typeface="Arial"/>
            </a:endParaRPr>
          </a:p>
        </p:txBody>
      </p:sp>
      <p:sp>
        <p:nvSpPr>
          <p:cNvPr id="2545" name="Google Shape;2545;p39">
            <a:extLst xmlns:a="http://schemas.openxmlformats.org/drawingml/2006/main">
              <a:ext uri="{FF2B5EF4-FFF2-40B4-BE49-F238E27FC236}">
                <a16:creationId xmlns:a16="http://schemas.microsoft.com/office/drawing/2014/main" id="{7D44D797-3266-47DB-BAD5-8C0A58D34A44}"/>
              </a:ext>
            </a:extLst>
          </p:cNvPr>
          <p:cNvSpPr>
            <a:spLocks xmlns:a="http://schemas.openxmlformats.org/drawingml/2006/main" noGrp="1"/>
          </p:cNvSpPr>
          <p:nvPr/>
        </p:nvSpPr>
        <p:spPr>
          <a:xfrm xmlns:a="http://schemas.openxmlformats.org/drawingml/2006/main">
            <a:off x="4352544" y="169712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[g]</a:t>
            </a:r>
            <a:endParaRPr sz="850" b="0" i="0" u="none" cap="none">
              <a:solidFill>
                <a:schemeClr val="dk1"/>
              </a:solidFill>
              <a:latin typeface="Arial"/>
              <a:ea typeface="Arial"/>
              <a:cs typeface="Arial"/>
            </a:endParaRPr>
          </a:p>
        </p:txBody>
      </p:sp>
      <p:sp>
        <p:nvSpPr>
          <p:cNvPr id="2546" name="Google Shape;2546;p39">
            <a:extLst xmlns:a="http://schemas.openxmlformats.org/drawingml/2006/main">
              <a:ext uri="{FF2B5EF4-FFF2-40B4-BE49-F238E27FC236}">
                <a16:creationId xmlns:a16="http://schemas.microsoft.com/office/drawing/2014/main" id="{74ACDAC2-99B0-480F-95CD-D93C2A6FEEB9}"/>
              </a:ext>
            </a:extLst>
          </p:cNvPr>
          <p:cNvSpPr>
            <a:spLocks xmlns:a="http://schemas.openxmlformats.org/drawingml/2006/main" noGrp="1"/>
          </p:cNvSpPr>
          <p:nvPr/>
        </p:nvSpPr>
        <p:spPr>
          <a:xfrm xmlns:a="http://schemas.openxmlformats.org/drawingml/2006/main">
            <a:off x="2743200" y="1894637"/>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56" name="Google Shape;2547;p39"/>
          <p:cNvCxnSpPr/>
          <p:nvPr/>
        </p:nvCxnSpPr>
        <p:spPr>
          <a:xfrm xmlns:a="http://schemas.openxmlformats.org/drawingml/2006/main">
            <a:off x="2743200" y="209214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48" name="Google Shape;2548;p39">
            <a:extLst xmlns:a="http://schemas.openxmlformats.org/drawingml/2006/main">
              <a:ext uri="{FF2B5EF4-FFF2-40B4-BE49-F238E27FC236}">
                <a16:creationId xmlns:a16="http://schemas.microsoft.com/office/drawing/2014/main" id="{4E575D6B-60C8-492B-8195-382ED3E3BEE4}"/>
              </a:ext>
            </a:extLst>
          </p:cNvPr>
          <p:cNvSpPr>
            <a:spLocks xmlns:a="http://schemas.openxmlformats.org/drawingml/2006/main" noGrp="1"/>
          </p:cNvSpPr>
          <p:nvPr/>
        </p:nvSpPr>
        <p:spPr>
          <a:xfrm xmlns:a="http://schemas.openxmlformats.org/drawingml/2006/main">
            <a:off x="2798064" y="189463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 count</a:t>
            </a:r>
            <a:endParaRPr sz="850" b="0" i="0" u="none" cap="none">
              <a:solidFill>
                <a:schemeClr val="dk1"/>
              </a:solidFill>
              <a:latin typeface="Arial"/>
              <a:ea typeface="Arial"/>
              <a:cs typeface="Arial"/>
            </a:endParaRPr>
          </a:p>
        </p:txBody>
      </p:sp>
      <p:sp>
        <p:nvSpPr>
          <p:cNvPr id="2549" name="Google Shape;2549;p39">
            <a:extLst xmlns:a="http://schemas.openxmlformats.org/drawingml/2006/main">
              <a:ext uri="{FF2B5EF4-FFF2-40B4-BE49-F238E27FC236}">
                <a16:creationId xmlns:a16="http://schemas.microsoft.com/office/drawing/2014/main" id="{0077E0A5-AE42-43E7-A92A-B25BBA0C88D8}"/>
              </a:ext>
            </a:extLst>
          </p:cNvPr>
          <p:cNvSpPr>
            <a:spLocks xmlns:a="http://schemas.openxmlformats.org/drawingml/2006/main" noGrp="1"/>
          </p:cNvSpPr>
          <p:nvPr/>
        </p:nvSpPr>
        <p:spPr>
          <a:xfrm xmlns:a="http://schemas.openxmlformats.org/drawingml/2006/main">
            <a:off x="4352544" y="189463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  @ [ratio]</a:t>
            </a:r>
            <a:endParaRPr sz="850" b="0" i="0" u="none" cap="none">
              <a:solidFill>
                <a:schemeClr val="dk1"/>
              </a:solidFill>
              <a:latin typeface="Arial"/>
              <a:ea typeface="Arial"/>
              <a:cs typeface="Arial"/>
            </a:endParaRPr>
          </a:p>
        </p:txBody>
      </p:sp>
      <p:cxnSp>
        <p:nvCxnSpPr>
          <p:cNvPr id="2759" name="Google Shape;2550;p39"/>
          <p:cNvCxnSpPr/>
          <p:nvPr/>
        </p:nvCxnSpPr>
        <p:spPr>
          <a:xfrm xmlns:a="http://schemas.openxmlformats.org/drawingml/2006/main">
            <a:off x="2743200" y="228965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51" name="Google Shape;2551;p39">
            <a:extLst xmlns:a="http://schemas.openxmlformats.org/drawingml/2006/main">
              <a:ext uri="{FF2B5EF4-FFF2-40B4-BE49-F238E27FC236}">
                <a16:creationId xmlns:a16="http://schemas.microsoft.com/office/drawing/2014/main" id="{D214E987-DAAA-406D-B65A-C17961C31770}"/>
              </a:ext>
            </a:extLst>
          </p:cNvPr>
          <p:cNvSpPr>
            <a:spLocks xmlns:a="http://schemas.openxmlformats.org/drawingml/2006/main" noGrp="1"/>
          </p:cNvSpPr>
          <p:nvPr/>
        </p:nvSpPr>
        <p:spPr>
          <a:xfrm xmlns:a="http://schemas.openxmlformats.org/drawingml/2006/main">
            <a:off x="2798064" y="209214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Motion type</a:t>
            </a:r>
            <a:endParaRPr sz="850" b="0" i="0" u="none" cap="none">
              <a:solidFill>
                <a:schemeClr val="dk1"/>
              </a:solidFill>
              <a:latin typeface="Arial"/>
              <a:ea typeface="Arial"/>
              <a:cs typeface="Arial"/>
            </a:endParaRPr>
          </a:p>
        </p:txBody>
      </p:sp>
      <p:sp>
        <p:nvSpPr>
          <p:cNvPr id="2552" name="Google Shape;2552;p39">
            <a:extLst xmlns:a="http://schemas.openxmlformats.org/drawingml/2006/main">
              <a:ext uri="{FF2B5EF4-FFF2-40B4-BE49-F238E27FC236}">
                <a16:creationId xmlns:a16="http://schemas.microsoft.com/office/drawing/2014/main" id="{D9F48498-2AC7-44FE-994B-C4D93B00D0AA}"/>
              </a:ext>
            </a:extLst>
          </p:cNvPr>
          <p:cNvSpPr>
            <a:spLocks xmlns:a="http://schemas.openxmlformats.org/drawingml/2006/main" noGrp="1"/>
          </p:cNvSpPr>
          <p:nvPr/>
        </p:nvSpPr>
        <p:spPr>
          <a:xfrm xmlns:a="http://schemas.openxmlformats.org/drawingml/2006/main">
            <a:off x="4352544" y="209214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rotational lift]</a:t>
            </a:r>
            <a:endParaRPr sz="850" b="0" i="0" u="none" cap="none">
              <a:solidFill>
                <a:schemeClr val="dk1"/>
              </a:solidFill>
              <a:latin typeface="Arial"/>
              <a:ea typeface="Arial"/>
              <a:cs typeface="Arial"/>
            </a:endParaRPr>
          </a:p>
        </p:txBody>
      </p:sp>
      <p:sp>
        <p:nvSpPr>
          <p:cNvPr id="2553" name="Google Shape;2553;p39">
            <a:extLst xmlns:a="http://schemas.openxmlformats.org/drawingml/2006/main">
              <a:ext uri="{FF2B5EF4-FFF2-40B4-BE49-F238E27FC236}">
                <a16:creationId xmlns:a16="http://schemas.microsoft.com/office/drawing/2014/main" id="{90105BDF-6FB4-4CEA-A4C7-B5A746E160B8}"/>
              </a:ext>
            </a:extLst>
          </p:cNvPr>
          <p:cNvSpPr>
            <a:spLocks xmlns:a="http://schemas.openxmlformats.org/drawingml/2006/main" noGrp="1"/>
          </p:cNvSpPr>
          <p:nvPr/>
        </p:nvSpPr>
        <p:spPr>
          <a:xfrm xmlns:a="http://schemas.openxmlformats.org/drawingml/2006/main">
            <a:off x="2743200" y="2289658"/>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63" name="Google Shape;2554;p39"/>
          <p:cNvCxnSpPr/>
          <p:nvPr/>
        </p:nvCxnSpPr>
        <p:spPr>
          <a:xfrm xmlns:a="http://schemas.openxmlformats.org/drawingml/2006/main">
            <a:off x="2743200" y="248716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55" name="Google Shape;2555;p39">
            <a:extLst xmlns:a="http://schemas.openxmlformats.org/drawingml/2006/main">
              <a:ext uri="{FF2B5EF4-FFF2-40B4-BE49-F238E27FC236}">
                <a16:creationId xmlns:a16="http://schemas.microsoft.com/office/drawing/2014/main" id="{77BC638A-052E-4288-BE32-99B39670D4C6}"/>
              </a:ext>
            </a:extLst>
          </p:cNvPr>
          <p:cNvSpPr>
            <a:spLocks xmlns:a="http://schemas.openxmlformats.org/drawingml/2006/main" noGrp="1"/>
          </p:cNvSpPr>
          <p:nvPr/>
        </p:nvSpPr>
        <p:spPr>
          <a:xfrm xmlns:a="http://schemas.openxmlformats.org/drawingml/2006/main">
            <a:off x="2798064" y="2289658"/>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Mount point</a:t>
            </a:r>
            <a:endParaRPr sz="850" b="0" i="0" u="none" cap="none">
              <a:solidFill>
                <a:schemeClr val="dk1"/>
              </a:solidFill>
              <a:latin typeface="Arial"/>
              <a:ea typeface="Arial"/>
              <a:cs typeface="Arial"/>
            </a:endParaRPr>
          </a:p>
        </p:txBody>
      </p:sp>
      <p:sp>
        <p:nvSpPr>
          <p:cNvPr id="2556" name="Google Shape;2556;p39">
            <a:extLst xmlns:a="http://schemas.openxmlformats.org/drawingml/2006/main">
              <a:ext uri="{FF2B5EF4-FFF2-40B4-BE49-F238E27FC236}">
                <a16:creationId xmlns:a16="http://schemas.microsoft.com/office/drawing/2014/main" id="{0E0756FF-9ACF-4C18-B6CB-E0422BE8446A}"/>
              </a:ext>
            </a:extLst>
          </p:cNvPr>
          <p:cNvSpPr>
            <a:spLocks xmlns:a="http://schemas.openxmlformats.org/drawingml/2006/main" noGrp="1"/>
          </p:cNvSpPr>
          <p:nvPr/>
        </p:nvSpPr>
        <p:spPr>
          <a:xfrm xmlns:a="http://schemas.openxmlformats.org/drawingml/2006/main">
            <a:off x="4352544" y="2289658"/>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[where on chassis]</a:t>
            </a:r>
            <a:endParaRPr sz="850" b="0" i="0" u="none" cap="none">
              <a:solidFill>
                <a:schemeClr val="dk1"/>
              </a:solidFill>
              <a:latin typeface="Arial"/>
              <a:ea typeface="Arial"/>
              <a:cs typeface="Arial"/>
            </a:endParaRPr>
          </a:p>
        </p:txBody>
      </p:sp>
      <p:sp>
        <p:nvSpPr>
          <p:cNvPr id="2557" name="Google Shape;2557;p39">
            <a:extLst xmlns:a="http://schemas.openxmlformats.org/drawingml/2006/main">
              <a:ext uri="{FF2B5EF4-FFF2-40B4-BE49-F238E27FC236}">
                <a16:creationId xmlns:a16="http://schemas.microsoft.com/office/drawing/2014/main" id="{FA149EDB-4ADC-4B01-B2FB-DB1637A35C07}"/>
              </a:ext>
            </a:extLst>
          </p:cNvPr>
          <p:cNvSpPr>
            <a:spLocks xmlns:a="http://schemas.openxmlformats.org/drawingml/2006/main" noGrp="1"/>
          </p:cNvSpPr>
          <p:nvPr/>
        </p:nvSpPr>
        <p:spPr>
          <a:xfrm xmlns:a="http://schemas.openxmlformats.org/drawingml/2006/main">
            <a:off x="2743200" y="1298448"/>
            <a:ext cx="608076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58" name="Google Shape;2558;p39">
            <a:extLst xmlns:a="http://schemas.openxmlformats.org/drawingml/2006/main">
              <a:ext uri="{FF2B5EF4-FFF2-40B4-BE49-F238E27FC236}">
                <a16:creationId xmlns:a16="http://schemas.microsoft.com/office/drawing/2014/main" id="{4D5AD8BF-8C36-4385-B190-825A45D9B197}"/>
              </a:ext>
            </a:extLst>
          </p:cNvPr>
          <p:cNvSpPr>
            <a:spLocks xmlns:a="http://schemas.openxmlformats.org/drawingml/2006/main" noGrp="1"/>
          </p:cNvSpPr>
          <p:nvPr/>
        </p:nvSpPr>
        <p:spPr>
          <a:xfrm xmlns:a="http://schemas.openxmlformats.org/drawingml/2006/main">
            <a:off x="2743200" y="254203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VEX IQ PARTS &amp; CONNECTIONS</a:t>
            </a:r>
            <a:endParaRPr sz="900" b="0" i="0" u="none" cap="none">
              <a:solidFill>
                <a:schemeClr val="dk1"/>
              </a:solidFill>
              <a:latin typeface="Arial"/>
              <a:ea typeface="Arial"/>
              <a:cs typeface="Arial"/>
            </a:endParaRPr>
          </a:p>
        </p:txBody>
      </p:sp>
      <p:sp>
        <p:nvSpPr>
          <p:cNvPr id="2559" name="Google Shape;2559;p39">
            <a:extLst xmlns:a="http://schemas.openxmlformats.org/drawingml/2006/main">
              <a:ext uri="{FF2B5EF4-FFF2-40B4-BE49-F238E27FC236}">
                <a16:creationId xmlns:a16="http://schemas.microsoft.com/office/drawing/2014/main" id="{BE020E82-BDDD-4ABA-93B0-B517CBAF9722}"/>
              </a:ext>
            </a:extLst>
          </p:cNvPr>
          <p:cNvSpPr>
            <a:spLocks xmlns:a="http://schemas.openxmlformats.org/drawingml/2006/main" noGrp="1"/>
          </p:cNvSpPr>
          <p:nvPr/>
        </p:nvSpPr>
        <p:spPr>
          <a:xfrm xmlns:a="http://schemas.openxmlformats.org/drawingml/2006/main">
            <a:off x="2743200" y="2761488"/>
            <a:ext cx="6080760" cy="237744"/>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60" name="Google Shape;2560;p39">
            <a:extLst xmlns:a="http://schemas.openxmlformats.org/drawingml/2006/main">
              <a:ext uri="{FF2B5EF4-FFF2-40B4-BE49-F238E27FC236}">
                <a16:creationId xmlns:a16="http://schemas.microsoft.com/office/drawing/2014/main" id="{3D26826B-47FB-479E-B8E1-F75697D0A3D4}"/>
              </a:ext>
            </a:extLst>
          </p:cNvPr>
          <p:cNvSpPr>
            <a:spLocks xmlns:a="http://schemas.openxmlformats.org/drawingml/2006/main" noGrp="1"/>
          </p:cNvSpPr>
          <p:nvPr/>
        </p:nvSpPr>
        <p:spPr>
          <a:xfrm xmlns:a="http://schemas.openxmlformats.org/drawingml/2006/main">
            <a:off x="2798064" y="2761488"/>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561" name="Google Shape;2561;p39">
            <a:extLst xmlns:a="http://schemas.openxmlformats.org/drawingml/2006/main">
              <a:ext uri="{FF2B5EF4-FFF2-40B4-BE49-F238E27FC236}">
                <a16:creationId xmlns:a16="http://schemas.microsoft.com/office/drawing/2014/main" id="{1BE6F4B7-07EA-4C5B-9FC9-A1D236C52036}"/>
              </a:ext>
            </a:extLst>
          </p:cNvPr>
          <p:cNvSpPr>
            <a:spLocks xmlns:a="http://schemas.openxmlformats.org/drawingml/2006/main" noGrp="1"/>
          </p:cNvSpPr>
          <p:nvPr/>
        </p:nvSpPr>
        <p:spPr>
          <a:xfrm xmlns:a="http://schemas.openxmlformats.org/drawingml/2006/main">
            <a:off x="4352544" y="2761488"/>
            <a:ext cx="44714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562" name="Google Shape;2562;p39">
            <a:extLst xmlns:a="http://schemas.openxmlformats.org/drawingml/2006/main">
              <a:ext uri="{FF2B5EF4-FFF2-40B4-BE49-F238E27FC236}">
                <a16:creationId xmlns:a16="http://schemas.microsoft.com/office/drawing/2014/main" id="{E811FB13-233B-4528-B690-FE6B4AC5FDC8}"/>
              </a:ext>
            </a:extLst>
          </p:cNvPr>
          <p:cNvSpPr>
            <a:spLocks xmlns:a="http://schemas.openxmlformats.org/drawingml/2006/main" noGrp="1"/>
          </p:cNvSpPr>
          <p:nvPr/>
        </p:nvSpPr>
        <p:spPr>
          <a:xfrm xmlns:a="http://schemas.openxmlformats.org/drawingml/2006/main">
            <a:off x="2743200" y="2999232"/>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72" name="Google Shape;2563;p39"/>
          <p:cNvCxnSpPr/>
          <p:nvPr/>
        </p:nvCxnSpPr>
        <p:spPr>
          <a:xfrm xmlns:a="http://schemas.openxmlformats.org/drawingml/2006/main">
            <a:off x="2743200" y="316839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64" name="Google Shape;2564;p39">
            <a:extLst xmlns:a="http://schemas.openxmlformats.org/drawingml/2006/main">
              <a:ext uri="{FF2B5EF4-FFF2-40B4-BE49-F238E27FC236}">
                <a16:creationId xmlns:a16="http://schemas.microsoft.com/office/drawing/2014/main" id="{44F54711-789C-4CC6-8DB8-F1EFA1A039D1}"/>
              </a:ext>
            </a:extLst>
          </p:cNvPr>
          <p:cNvSpPr>
            <a:spLocks xmlns:a="http://schemas.openxmlformats.org/drawingml/2006/main" noGrp="1"/>
          </p:cNvSpPr>
          <p:nvPr/>
        </p:nvSpPr>
        <p:spPr>
          <a:xfrm xmlns:a="http://schemas.openxmlformats.org/drawingml/2006/main">
            <a:off x="2798064" y="2999232"/>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Primary parts</a:t>
            </a:r>
            <a:endParaRPr sz="850" b="0" i="0" u="none" cap="none">
              <a:solidFill>
                <a:schemeClr val="dk1"/>
              </a:solidFill>
              <a:latin typeface="Arial"/>
              <a:ea typeface="Arial"/>
              <a:cs typeface="Arial"/>
            </a:endParaRPr>
          </a:p>
        </p:txBody>
      </p:sp>
      <p:sp>
        <p:nvSpPr>
          <p:cNvPr id="2565" name="Google Shape;2565;p39">
            <a:extLst xmlns:a="http://schemas.openxmlformats.org/drawingml/2006/main">
              <a:ext uri="{FF2B5EF4-FFF2-40B4-BE49-F238E27FC236}">
                <a16:creationId xmlns:a16="http://schemas.microsoft.com/office/drawing/2014/main" id="{BD6389CE-782B-4098-8360-286CFBAC2088}"/>
              </a:ext>
            </a:extLst>
          </p:cNvPr>
          <p:cNvSpPr>
            <a:spLocks xmlns:a="http://schemas.openxmlformats.org/drawingml/2006/main" noGrp="1"/>
          </p:cNvSpPr>
          <p:nvPr/>
        </p:nvSpPr>
        <p:spPr>
          <a:xfrm xmlns:a="http://schemas.openxmlformats.org/drawingml/2006/main">
            <a:off x="4352544" y="2999232"/>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[beams / plates / gears / shafts / sensors]</a:t>
            </a:r>
            <a:endParaRPr sz="850" b="0" i="0" u="none" cap="none">
              <a:solidFill>
                <a:schemeClr val="dk1"/>
              </a:solidFill>
              <a:latin typeface="Arial"/>
              <a:ea typeface="Arial"/>
              <a:cs typeface="Arial"/>
            </a:endParaRPr>
          </a:p>
        </p:txBody>
      </p:sp>
      <p:cxnSp>
        <p:nvCxnSpPr>
          <p:cNvPr id="2775" name="Google Shape;2566;p39"/>
          <p:cNvCxnSpPr/>
          <p:nvPr/>
        </p:nvCxnSpPr>
        <p:spPr>
          <a:xfrm xmlns:a="http://schemas.openxmlformats.org/drawingml/2006/main">
            <a:off x="2743200" y="3337560"/>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67" name="Google Shape;2567;p39">
            <a:extLst xmlns:a="http://schemas.openxmlformats.org/drawingml/2006/main">
              <a:ext uri="{FF2B5EF4-FFF2-40B4-BE49-F238E27FC236}">
                <a16:creationId xmlns:a16="http://schemas.microsoft.com/office/drawing/2014/main" id="{E6B72F8F-D768-40E3-A3BB-9525EFFD31E6}"/>
              </a:ext>
            </a:extLst>
          </p:cNvPr>
          <p:cNvSpPr>
            <a:spLocks xmlns:a="http://schemas.openxmlformats.org/drawingml/2006/main" noGrp="1"/>
          </p:cNvSpPr>
          <p:nvPr/>
        </p:nvSpPr>
        <p:spPr>
          <a:xfrm xmlns:a="http://schemas.openxmlformats.org/drawingml/2006/main">
            <a:off x="2798064" y="3168396"/>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Assembly method</a:t>
            </a:r>
            <a:endParaRPr sz="850" b="0" i="0" u="none" cap="none">
              <a:solidFill>
                <a:schemeClr val="dk1"/>
              </a:solidFill>
              <a:latin typeface="Arial"/>
              <a:ea typeface="Arial"/>
              <a:cs typeface="Arial"/>
            </a:endParaRPr>
          </a:p>
        </p:txBody>
      </p:sp>
      <p:sp>
        <p:nvSpPr>
          <p:cNvPr id="2568" name="Google Shape;2568;p39">
            <a:extLst xmlns:a="http://schemas.openxmlformats.org/drawingml/2006/main">
              <a:ext uri="{FF2B5EF4-FFF2-40B4-BE49-F238E27FC236}">
                <a16:creationId xmlns:a16="http://schemas.microsoft.com/office/drawing/2014/main" id="{6E476718-C497-482F-8B50-047F0C9F7836}"/>
              </a:ext>
            </a:extLst>
          </p:cNvPr>
          <p:cNvSpPr>
            <a:spLocks xmlns:a="http://schemas.openxmlformats.org/drawingml/2006/main" noGrp="1"/>
          </p:cNvSpPr>
          <p:nvPr/>
        </p:nvSpPr>
        <p:spPr>
          <a:xfrm xmlns:a="http://schemas.openxmlformats.org/drawingml/2006/main">
            <a:off x="4352544" y="3168396"/>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[pins / connectors / shaft collars / bracing]</a:t>
            </a:r>
            <a:endParaRPr sz="850" b="0" i="0" u="none" cap="none">
              <a:solidFill>
                <a:schemeClr val="dk1"/>
              </a:solidFill>
              <a:latin typeface="Arial"/>
              <a:ea typeface="Arial"/>
              <a:cs typeface="Arial"/>
            </a:endParaRPr>
          </a:p>
        </p:txBody>
      </p:sp>
      <p:sp>
        <p:nvSpPr>
          <p:cNvPr id="2569" name="Google Shape;2569;p39">
            <a:extLst xmlns:a="http://schemas.openxmlformats.org/drawingml/2006/main">
              <a:ext uri="{FF2B5EF4-FFF2-40B4-BE49-F238E27FC236}">
                <a16:creationId xmlns:a16="http://schemas.microsoft.com/office/drawing/2014/main" id="{41B9B19F-4F74-4C6E-A263-A445A1BA56EF}"/>
              </a:ext>
            </a:extLst>
          </p:cNvPr>
          <p:cNvSpPr>
            <a:spLocks xmlns:a="http://schemas.openxmlformats.org/drawingml/2006/main" noGrp="1"/>
          </p:cNvSpPr>
          <p:nvPr/>
        </p:nvSpPr>
        <p:spPr>
          <a:xfrm xmlns:a="http://schemas.openxmlformats.org/drawingml/2006/main">
            <a:off x="2743200" y="3337560"/>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79" name="Google Shape;2570;p39"/>
          <p:cNvCxnSpPr/>
          <p:nvPr/>
        </p:nvCxnSpPr>
        <p:spPr>
          <a:xfrm xmlns:a="http://schemas.openxmlformats.org/drawingml/2006/main">
            <a:off x="2743200" y="3506724"/>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71" name="Google Shape;2571;p39">
            <a:extLst xmlns:a="http://schemas.openxmlformats.org/drawingml/2006/main">
              <a:ext uri="{FF2B5EF4-FFF2-40B4-BE49-F238E27FC236}">
                <a16:creationId xmlns:a16="http://schemas.microsoft.com/office/drawing/2014/main" id="{47C9FFBB-4761-4EB8-A0F4-72CBBD2B093D}"/>
              </a:ext>
            </a:extLst>
          </p:cNvPr>
          <p:cNvSpPr>
            <a:spLocks xmlns:a="http://schemas.openxmlformats.org/drawingml/2006/main" noGrp="1"/>
          </p:cNvSpPr>
          <p:nvPr/>
        </p:nvSpPr>
        <p:spPr>
          <a:xfrm xmlns:a="http://schemas.openxmlformats.org/drawingml/2006/main">
            <a:off x="2798064" y="3337560"/>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Connection details</a:t>
            </a:r>
            <a:endParaRPr sz="850" b="0" i="0" u="none" cap="none">
              <a:solidFill>
                <a:schemeClr val="dk1"/>
              </a:solidFill>
              <a:latin typeface="Arial"/>
              <a:ea typeface="Arial"/>
              <a:cs typeface="Arial"/>
            </a:endParaRPr>
          </a:p>
        </p:txBody>
      </p:sp>
      <p:sp>
        <p:nvSpPr>
          <p:cNvPr id="2572" name="Google Shape;2572;p39">
            <a:extLst xmlns:a="http://schemas.openxmlformats.org/drawingml/2006/main">
              <a:ext uri="{FF2B5EF4-FFF2-40B4-BE49-F238E27FC236}">
                <a16:creationId xmlns:a16="http://schemas.microsoft.com/office/drawing/2014/main" id="{898DD2D7-9AFC-4ED6-B9BF-0A56D1B20F9B}"/>
              </a:ext>
            </a:extLst>
          </p:cNvPr>
          <p:cNvSpPr>
            <a:spLocks xmlns:a="http://schemas.openxmlformats.org/drawingml/2006/main" noGrp="1"/>
          </p:cNvSpPr>
          <p:nvPr/>
        </p:nvSpPr>
        <p:spPr>
          <a:xfrm xmlns:a="http://schemas.openxmlformats.org/drawingml/2006/main">
            <a:off x="4352544" y="3337560"/>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 type / axle support / gear ratio / reinforcement]</a:t>
            </a:r>
            <a:endParaRPr sz="850" b="0" i="0" u="none" cap="none">
              <a:solidFill>
                <a:schemeClr val="dk1"/>
              </a:solidFill>
              <a:latin typeface="Arial"/>
              <a:ea typeface="Arial"/>
              <a:cs typeface="Arial"/>
            </a:endParaRPr>
          </a:p>
        </p:txBody>
      </p:sp>
      <p:cxnSp>
        <p:nvCxnSpPr>
          <p:cNvPr id="2782" name="Google Shape;2573;p39"/>
          <p:cNvCxnSpPr/>
          <p:nvPr/>
        </p:nvCxnSpPr>
        <p:spPr>
          <a:xfrm xmlns:a="http://schemas.openxmlformats.org/drawingml/2006/main">
            <a:off x="2743200" y="367588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74" name="Google Shape;2574;p39">
            <a:extLst xmlns:a="http://schemas.openxmlformats.org/drawingml/2006/main">
              <a:ext uri="{FF2B5EF4-FFF2-40B4-BE49-F238E27FC236}">
                <a16:creationId xmlns:a16="http://schemas.microsoft.com/office/drawing/2014/main" id="{95058C30-4536-45E4-A81E-37676256AE59}"/>
              </a:ext>
            </a:extLst>
          </p:cNvPr>
          <p:cNvSpPr>
            <a:spLocks xmlns:a="http://schemas.openxmlformats.org/drawingml/2006/main" noGrp="1"/>
          </p:cNvSpPr>
          <p:nvPr/>
        </p:nvSpPr>
        <p:spPr>
          <a:xfrm xmlns:a="http://schemas.openxmlformats.org/drawingml/2006/main">
            <a:off x="2798064" y="3506724"/>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Rules / criteria applied</a:t>
            </a:r>
            <a:endParaRPr sz="850" b="0" i="0" u="none" cap="none">
              <a:solidFill>
                <a:schemeClr val="dk1"/>
              </a:solidFill>
              <a:latin typeface="Arial"/>
              <a:ea typeface="Arial"/>
              <a:cs typeface="Arial"/>
            </a:endParaRPr>
          </a:p>
        </p:txBody>
      </p:sp>
      <p:sp>
        <p:nvSpPr>
          <p:cNvPr id="2575" name="Google Shape;2575;p39">
            <a:extLst xmlns:a="http://schemas.openxmlformats.org/drawingml/2006/main">
              <a:ext uri="{FF2B5EF4-FFF2-40B4-BE49-F238E27FC236}">
                <a16:creationId xmlns:a16="http://schemas.microsoft.com/office/drawing/2014/main" id="{B4146CD4-0B0E-4B68-BB35-341035FF8DE1}"/>
              </a:ext>
            </a:extLst>
          </p:cNvPr>
          <p:cNvSpPr>
            <a:spLocks xmlns:a="http://schemas.openxmlformats.org/drawingml/2006/main" noGrp="1"/>
          </p:cNvSpPr>
          <p:nvPr/>
        </p:nvSpPr>
        <p:spPr>
          <a:xfrm xmlns:a="http://schemas.openxmlformats.org/drawingml/2006/main">
            <a:off x="4352544" y="3506724"/>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[rule tags or design criteria]</a:t>
            </a:r>
            <a:endParaRPr sz="850" b="0" i="0" u="none" cap="none">
              <a:solidFill>
                <a:schemeClr val="dk1"/>
              </a:solidFill>
              <a:latin typeface="Arial"/>
              <a:ea typeface="Arial"/>
              <a:cs typeface="Arial"/>
            </a:endParaRPr>
          </a:p>
        </p:txBody>
      </p:sp>
      <p:sp>
        <p:nvSpPr>
          <p:cNvPr id="2576" name="Google Shape;2576;p39">
            <a:extLst xmlns:a="http://schemas.openxmlformats.org/drawingml/2006/main">
              <a:ext uri="{FF2B5EF4-FFF2-40B4-BE49-F238E27FC236}">
                <a16:creationId xmlns:a16="http://schemas.microsoft.com/office/drawing/2014/main" id="{C985DAF0-6ADB-48BC-819C-BDB3E7445D26}"/>
              </a:ext>
            </a:extLst>
          </p:cNvPr>
          <p:cNvSpPr>
            <a:spLocks xmlns:a="http://schemas.openxmlformats.org/drawingml/2006/main" noGrp="1"/>
          </p:cNvSpPr>
          <p:nvPr/>
        </p:nvSpPr>
        <p:spPr>
          <a:xfrm xmlns:a="http://schemas.openxmlformats.org/drawingml/2006/main">
            <a:off x="2743200" y="2761488"/>
            <a:ext cx="6080760" cy="9144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77" name="Google Shape;2577;p39">
            <a:extLst xmlns:a="http://schemas.openxmlformats.org/drawingml/2006/main">
              <a:ext uri="{FF2B5EF4-FFF2-40B4-BE49-F238E27FC236}">
                <a16:creationId xmlns:a16="http://schemas.microsoft.com/office/drawing/2014/main" id="{5E6B82C8-AEC3-41A3-A603-E4C954AC10E0}"/>
              </a:ext>
            </a:extLst>
          </p:cNvPr>
          <p:cNvSpPr>
            <a:spLocks xmlns:a="http://schemas.openxmlformats.org/drawingml/2006/main" noGrp="1"/>
          </p:cNvSpPr>
          <p:nvPr/>
        </p:nvSpPr>
        <p:spPr>
          <a:xfrm xmlns:a="http://schemas.openxmlformats.org/drawingml/2006/main">
            <a:off x="320040" y="42184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REVISION LOG</a:t>
            </a:r>
            <a:endParaRPr sz="900" b="0" i="0" u="none" cap="none">
              <a:solidFill>
                <a:schemeClr val="dk1"/>
              </a:solidFill>
              <a:latin typeface="Arial"/>
              <a:ea typeface="Arial"/>
              <a:cs typeface="Arial"/>
            </a:endParaRPr>
          </a:p>
        </p:txBody>
      </p:sp>
      <p:sp>
        <p:nvSpPr>
          <p:cNvPr id="2578" name="Google Shape;2578;p39">
            <a:extLst xmlns:a="http://schemas.openxmlformats.org/drawingml/2006/main">
              <a:ext uri="{FF2B5EF4-FFF2-40B4-BE49-F238E27FC236}">
                <a16:creationId xmlns:a16="http://schemas.microsoft.com/office/drawing/2014/main" id="{5273ADB3-B20A-4FE5-8415-5602F8F3A0BA}"/>
              </a:ext>
            </a:extLst>
          </p:cNvPr>
          <p:cNvSpPr>
            <a:spLocks xmlns:a="http://schemas.openxmlformats.org/drawingml/2006/main" noGrp="1"/>
          </p:cNvSpPr>
          <p:nvPr/>
        </p:nvSpPr>
        <p:spPr>
          <a:xfrm xmlns:a="http://schemas.openxmlformats.org/drawingml/2006/main">
            <a:off x="320040" y="4437888"/>
            <a:ext cx="850392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79" name="Google Shape;2579;p39">
            <a:extLst xmlns:a="http://schemas.openxmlformats.org/drawingml/2006/main">
              <a:ext uri="{FF2B5EF4-FFF2-40B4-BE49-F238E27FC236}">
                <a16:creationId xmlns:a16="http://schemas.microsoft.com/office/drawing/2014/main" id="{C399CFC3-7A28-4FC4-B81D-F729F9E6735C}"/>
              </a:ext>
            </a:extLst>
          </p:cNvPr>
          <p:cNvSpPr>
            <a:spLocks xmlns:a="http://schemas.openxmlformats.org/drawingml/2006/main" noGrp="1"/>
          </p:cNvSpPr>
          <p:nvPr/>
        </p:nvSpPr>
        <p:spPr>
          <a:xfrm xmlns:a="http://schemas.openxmlformats.org/drawingml/2006/main">
            <a:off x="374904" y="4437888"/>
            <a:ext cx="7223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Version</a:t>
            </a:r>
            <a:endParaRPr sz="850" b="0" i="0" u="none" cap="none">
              <a:solidFill>
                <a:schemeClr val="dk1"/>
              </a:solidFill>
              <a:latin typeface="Arial"/>
              <a:ea typeface="Arial"/>
              <a:cs typeface="Arial"/>
            </a:endParaRPr>
          </a:p>
        </p:txBody>
      </p:sp>
      <p:sp>
        <p:nvSpPr>
          <p:cNvPr id="2580" name="Google Shape;2580;p39">
            <a:extLst xmlns:a="http://schemas.openxmlformats.org/drawingml/2006/main">
              <a:ext uri="{FF2B5EF4-FFF2-40B4-BE49-F238E27FC236}">
                <a16:creationId xmlns:a16="http://schemas.microsoft.com/office/drawing/2014/main" id="{4D74F37F-1C72-452E-913C-6072ADCDB1F7}"/>
              </a:ext>
            </a:extLst>
          </p:cNvPr>
          <p:cNvSpPr>
            <a:spLocks xmlns:a="http://schemas.openxmlformats.org/drawingml/2006/main" noGrp="1"/>
          </p:cNvSpPr>
          <p:nvPr/>
        </p:nvSpPr>
        <p:spPr>
          <a:xfrm xmlns:a="http://schemas.openxmlformats.org/drawingml/2006/main">
            <a:off x="1152144" y="4437888"/>
            <a:ext cx="108813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2581" name="Google Shape;2581;p39">
            <a:extLst xmlns:a="http://schemas.openxmlformats.org/drawingml/2006/main">
              <a:ext uri="{FF2B5EF4-FFF2-40B4-BE49-F238E27FC236}">
                <a16:creationId xmlns:a16="http://schemas.microsoft.com/office/drawing/2014/main" id="{56C669DC-FBCE-45BC-91C1-97C6F338813D}"/>
              </a:ext>
            </a:extLst>
          </p:cNvPr>
          <p:cNvSpPr>
            <a:spLocks xmlns:a="http://schemas.openxmlformats.org/drawingml/2006/main" noGrp="1"/>
          </p:cNvSpPr>
          <p:nvPr/>
        </p:nvSpPr>
        <p:spPr>
          <a:xfrm xmlns:a="http://schemas.openxmlformats.org/drawingml/2006/main">
            <a:off x="2295144" y="4437888"/>
            <a:ext cx="65288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Change Description</a:t>
            </a:r>
            <a:endParaRPr sz="850" b="0" i="0" u="none" cap="none">
              <a:solidFill>
                <a:schemeClr val="dk1"/>
              </a:solidFill>
              <a:latin typeface="Arial"/>
              <a:ea typeface="Arial"/>
              <a:cs typeface="Arial"/>
            </a:endParaRPr>
          </a:p>
        </p:txBody>
      </p:sp>
      <p:sp>
        <p:nvSpPr>
          <p:cNvPr id="2582" name="Google Shape;2582;p39">
            <a:extLst xmlns:a="http://schemas.openxmlformats.org/drawingml/2006/main">
              <a:ext uri="{FF2B5EF4-FFF2-40B4-BE49-F238E27FC236}">
                <a16:creationId xmlns:a16="http://schemas.microsoft.com/office/drawing/2014/main" id="{A921BFF2-F973-4AC4-BC1A-2CF1FB640610}"/>
              </a:ext>
            </a:extLst>
          </p:cNvPr>
          <p:cNvSpPr>
            <a:spLocks xmlns:a="http://schemas.openxmlformats.org/drawingml/2006/main" noGrp="1"/>
          </p:cNvSpPr>
          <p:nvPr/>
        </p:nvSpPr>
        <p:spPr>
          <a:xfrm xmlns:a="http://schemas.openxmlformats.org/drawingml/2006/main">
            <a:off x="320040" y="4620768"/>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792" name="Google Shape;2583;p39"/>
          <p:cNvCxnSpPr/>
          <p:nvPr/>
        </p:nvCxnSpPr>
        <p:spPr>
          <a:xfrm xmlns:a="http://schemas.openxmlformats.org/drawingml/2006/main">
            <a:off x="320040" y="47792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84" name="Google Shape;2584;p39">
            <a:extLst xmlns:a="http://schemas.openxmlformats.org/drawingml/2006/main">
              <a:ext uri="{FF2B5EF4-FFF2-40B4-BE49-F238E27FC236}">
                <a16:creationId xmlns:a16="http://schemas.microsoft.com/office/drawing/2014/main" id="{60ADC62A-6172-49C1-85D0-6970F1C1D6A3}"/>
              </a:ext>
            </a:extLst>
          </p:cNvPr>
          <p:cNvSpPr>
            <a:spLocks xmlns:a="http://schemas.openxmlformats.org/drawingml/2006/main" noGrp="1"/>
          </p:cNvSpPr>
          <p:nvPr/>
        </p:nvSpPr>
        <p:spPr>
          <a:xfrm xmlns:a="http://schemas.openxmlformats.org/drawingml/2006/main">
            <a:off x="374904" y="4620768"/>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v0.1</a:t>
            </a:r>
            <a:endParaRPr sz="800" b="0" i="0" u="none" cap="none">
              <a:solidFill>
                <a:schemeClr val="dk1"/>
              </a:solidFill>
              <a:latin typeface="Arial"/>
              <a:ea typeface="Arial"/>
              <a:cs typeface="Arial"/>
            </a:endParaRPr>
          </a:p>
        </p:txBody>
      </p:sp>
      <p:sp>
        <p:nvSpPr>
          <p:cNvPr id="2585" name="Google Shape;2585;p39">
            <a:extLst xmlns:a="http://schemas.openxmlformats.org/drawingml/2006/main">
              <a:ext uri="{FF2B5EF4-FFF2-40B4-BE49-F238E27FC236}">
                <a16:creationId xmlns:a16="http://schemas.microsoft.com/office/drawing/2014/main" id="{516FCA9A-DA9C-4400-AA04-AB95291917B4}"/>
              </a:ext>
            </a:extLst>
          </p:cNvPr>
          <p:cNvSpPr>
            <a:spLocks xmlns:a="http://schemas.openxmlformats.org/drawingml/2006/main" noGrp="1"/>
          </p:cNvSpPr>
          <p:nvPr/>
        </p:nvSpPr>
        <p:spPr>
          <a:xfrm xmlns:a="http://schemas.openxmlformats.org/drawingml/2006/main">
            <a:off x="1152144" y="4620768"/>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586" name="Google Shape;2586;p39">
            <a:extLst xmlns:a="http://schemas.openxmlformats.org/drawingml/2006/main">
              <a:ext uri="{FF2B5EF4-FFF2-40B4-BE49-F238E27FC236}">
                <a16:creationId xmlns:a16="http://schemas.microsoft.com/office/drawing/2014/main" id="{0ECCFDAD-B9A2-4F59-96DA-A2C08CDDF537}"/>
              </a:ext>
            </a:extLst>
          </p:cNvPr>
          <p:cNvSpPr>
            <a:spLocks xmlns:a="http://schemas.openxmlformats.org/drawingml/2006/main" noGrp="1"/>
          </p:cNvSpPr>
          <p:nvPr/>
        </p:nvSpPr>
        <p:spPr>
          <a:xfrm xmlns:a="http://schemas.openxmlformats.org/drawingml/2006/main">
            <a:off x="2295144" y="4620768"/>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cxnSp>
        <p:nvCxnSpPr>
          <p:cNvPr id="2796" name="Google Shape;2587;p39"/>
          <p:cNvCxnSpPr/>
          <p:nvPr/>
        </p:nvCxnSpPr>
        <p:spPr>
          <a:xfrm xmlns:a="http://schemas.openxmlformats.org/drawingml/2006/main">
            <a:off x="320040" y="49377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88" name="Google Shape;2588;p39">
            <a:extLst xmlns:a="http://schemas.openxmlformats.org/drawingml/2006/main">
              <a:ext uri="{FF2B5EF4-FFF2-40B4-BE49-F238E27FC236}">
                <a16:creationId xmlns:a16="http://schemas.microsoft.com/office/drawing/2014/main" id="{241988E3-7855-4D18-9880-CCB3FC112B0B}"/>
              </a:ext>
            </a:extLst>
          </p:cNvPr>
          <p:cNvSpPr>
            <a:spLocks xmlns:a="http://schemas.openxmlformats.org/drawingml/2006/main" noGrp="1"/>
          </p:cNvSpPr>
          <p:nvPr/>
        </p:nvSpPr>
        <p:spPr>
          <a:xfrm xmlns:a="http://schemas.openxmlformats.org/drawingml/2006/main">
            <a:off x="374904" y="4779264"/>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v0.2</a:t>
            </a:r>
            <a:endParaRPr sz="800" b="0" i="0" u="none" cap="none">
              <a:solidFill>
                <a:schemeClr val="dk1"/>
              </a:solidFill>
              <a:latin typeface="Arial"/>
              <a:ea typeface="Arial"/>
              <a:cs typeface="Arial"/>
            </a:endParaRPr>
          </a:p>
        </p:txBody>
      </p:sp>
      <p:sp>
        <p:nvSpPr>
          <p:cNvPr id="2589" name="Google Shape;2589;p39">
            <a:extLst xmlns:a="http://schemas.openxmlformats.org/drawingml/2006/main">
              <a:ext uri="{FF2B5EF4-FFF2-40B4-BE49-F238E27FC236}">
                <a16:creationId xmlns:a16="http://schemas.microsoft.com/office/drawing/2014/main" id="{616A28F1-84AF-4C7E-86E6-DB5594C47EB2}"/>
              </a:ext>
            </a:extLst>
          </p:cNvPr>
          <p:cNvSpPr>
            <a:spLocks xmlns:a="http://schemas.openxmlformats.org/drawingml/2006/main" noGrp="1"/>
          </p:cNvSpPr>
          <p:nvPr/>
        </p:nvSpPr>
        <p:spPr>
          <a:xfrm xmlns:a="http://schemas.openxmlformats.org/drawingml/2006/main">
            <a:off x="1152144" y="4779264"/>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590" name="Google Shape;2590;p39">
            <a:extLst xmlns:a="http://schemas.openxmlformats.org/drawingml/2006/main">
              <a:ext uri="{FF2B5EF4-FFF2-40B4-BE49-F238E27FC236}">
                <a16:creationId xmlns:a16="http://schemas.microsoft.com/office/drawing/2014/main" id="{CF1EF180-C952-4530-B91F-EE1D6FBA6977}"/>
              </a:ext>
            </a:extLst>
          </p:cNvPr>
          <p:cNvSpPr>
            <a:spLocks xmlns:a="http://schemas.openxmlformats.org/drawingml/2006/main" noGrp="1"/>
          </p:cNvSpPr>
          <p:nvPr/>
        </p:nvSpPr>
        <p:spPr>
          <a:xfrm xmlns:a="http://schemas.openxmlformats.org/drawingml/2006/main">
            <a:off x="2295144" y="4779264"/>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591" name="Google Shape;2591;p39">
            <a:extLst xmlns:a="http://schemas.openxmlformats.org/drawingml/2006/main">
              <a:ext uri="{FF2B5EF4-FFF2-40B4-BE49-F238E27FC236}">
                <a16:creationId xmlns:a16="http://schemas.microsoft.com/office/drawing/2014/main" id="{96B97741-C52D-424A-8551-5ACF954FE6C3}"/>
              </a:ext>
            </a:extLst>
          </p:cNvPr>
          <p:cNvSpPr>
            <a:spLocks xmlns:a="http://schemas.openxmlformats.org/drawingml/2006/main" noGrp="1"/>
          </p:cNvSpPr>
          <p:nvPr/>
        </p:nvSpPr>
        <p:spPr>
          <a:xfrm xmlns:a="http://schemas.openxmlformats.org/drawingml/2006/main">
            <a:off x="320040" y="4937760"/>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01" name="Google Shape;2592;p39"/>
          <p:cNvCxnSpPr/>
          <p:nvPr/>
        </p:nvCxnSpPr>
        <p:spPr>
          <a:xfrm xmlns:a="http://schemas.openxmlformats.org/drawingml/2006/main">
            <a:off x="320040" y="50962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593" name="Google Shape;2593;p39">
            <a:extLst xmlns:a="http://schemas.openxmlformats.org/drawingml/2006/main">
              <a:ext uri="{FF2B5EF4-FFF2-40B4-BE49-F238E27FC236}">
                <a16:creationId xmlns:a16="http://schemas.microsoft.com/office/drawing/2014/main" id="{5F67AEB4-C651-4F9A-8F47-FD07AF49D3AD}"/>
              </a:ext>
            </a:extLst>
          </p:cNvPr>
          <p:cNvSpPr>
            <a:spLocks xmlns:a="http://schemas.openxmlformats.org/drawingml/2006/main" noGrp="1"/>
          </p:cNvSpPr>
          <p:nvPr/>
        </p:nvSpPr>
        <p:spPr>
          <a:xfrm xmlns:a="http://schemas.openxmlformats.org/drawingml/2006/main">
            <a:off x="374904" y="4937760"/>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v0.3</a:t>
            </a:r>
            <a:endParaRPr sz="800" b="0" i="0" u="none" cap="none">
              <a:solidFill>
                <a:schemeClr val="dk1"/>
              </a:solidFill>
              <a:latin typeface="Arial"/>
              <a:ea typeface="Arial"/>
              <a:cs typeface="Arial"/>
            </a:endParaRPr>
          </a:p>
        </p:txBody>
      </p:sp>
      <p:sp>
        <p:nvSpPr>
          <p:cNvPr id="2594" name="Google Shape;2594;p39">
            <a:extLst xmlns:a="http://schemas.openxmlformats.org/drawingml/2006/main">
              <a:ext uri="{FF2B5EF4-FFF2-40B4-BE49-F238E27FC236}">
                <a16:creationId xmlns:a16="http://schemas.microsoft.com/office/drawing/2014/main" id="{0D87256A-D663-4D2B-9E52-98F1B7E4FE95}"/>
              </a:ext>
            </a:extLst>
          </p:cNvPr>
          <p:cNvSpPr>
            <a:spLocks xmlns:a="http://schemas.openxmlformats.org/drawingml/2006/main" noGrp="1"/>
          </p:cNvSpPr>
          <p:nvPr/>
        </p:nvSpPr>
        <p:spPr>
          <a:xfrm xmlns:a="http://schemas.openxmlformats.org/drawingml/2006/main">
            <a:off x="1152144" y="4937760"/>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595" name="Google Shape;2595;p39">
            <a:extLst xmlns:a="http://schemas.openxmlformats.org/drawingml/2006/main">
              <a:ext uri="{FF2B5EF4-FFF2-40B4-BE49-F238E27FC236}">
                <a16:creationId xmlns:a16="http://schemas.microsoft.com/office/drawing/2014/main" id="{DA5198CC-1EC8-411E-AA2A-19E5FBAF0319}"/>
              </a:ext>
            </a:extLst>
          </p:cNvPr>
          <p:cNvSpPr>
            <a:spLocks xmlns:a="http://schemas.openxmlformats.org/drawingml/2006/main" noGrp="1"/>
          </p:cNvSpPr>
          <p:nvPr/>
        </p:nvSpPr>
        <p:spPr>
          <a:xfrm xmlns:a="http://schemas.openxmlformats.org/drawingml/2006/main">
            <a:off x="2295144" y="4937760"/>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596" name="Google Shape;2596;p39">
            <a:extLst xmlns:a="http://schemas.openxmlformats.org/drawingml/2006/main">
              <a:ext uri="{FF2B5EF4-FFF2-40B4-BE49-F238E27FC236}">
                <a16:creationId xmlns:a16="http://schemas.microsoft.com/office/drawing/2014/main" id="{7CAA8A2C-7A4F-41DC-B150-D352D53FA142}"/>
              </a:ext>
            </a:extLst>
          </p:cNvPr>
          <p:cNvSpPr>
            <a:spLocks xmlns:a="http://schemas.openxmlformats.org/drawingml/2006/main" noGrp="1"/>
          </p:cNvSpPr>
          <p:nvPr/>
        </p:nvSpPr>
        <p:spPr>
          <a:xfrm xmlns:a="http://schemas.openxmlformats.org/drawingml/2006/main">
            <a:off x="320040" y="4437888"/>
            <a:ext cx="8503920" cy="658368"/>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597" name="Google Shape;2597;p39">
            <a:extLst xmlns:a="http://schemas.openxmlformats.org/drawingml/2006/main">
              <a:ext uri="{FF2B5EF4-FFF2-40B4-BE49-F238E27FC236}">
                <a16:creationId xmlns:a16="http://schemas.microsoft.com/office/drawing/2014/main" id="{D762654C-1D11-4C3B-A8B0-0D1F8AD6CB85}"/>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af581d2bc26a4166"/>
              </a:rPr>
              <a:t>onshape-mechanism</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9be7950d5ddf4c6a"/>
              </a:rPr>
              <a:t>onshape-drawings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d029e85eb9174184"/>
              </a:rPr>
              <a:t>custom-parts-fab</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e2196e1ef71c45e0"/>
              </a:rPr>
              <a:t>onshape-to-build</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62043275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603" name="Google Shape;2603;p40">
            <a:extLst xmlns:a="http://schemas.openxmlformats.org/drawingml/2006/main">
              <a:ext uri="{FF2B5EF4-FFF2-40B4-BE49-F238E27FC236}">
                <a16:creationId xmlns:a16="http://schemas.microsoft.com/office/drawing/2014/main" id="{FCB266EF-EB9F-408C-9654-19521B6C91A1}"/>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04" name="Google Shape;2604;p40">
            <a:extLst xmlns:a="http://schemas.openxmlformats.org/drawingml/2006/main">
              <a:ext uri="{FF2B5EF4-FFF2-40B4-BE49-F238E27FC236}">
                <a16:creationId xmlns:a16="http://schemas.microsoft.com/office/drawing/2014/main" id="{9AAA679F-BC9D-4B45-B89F-D42353A1F58D}"/>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VEX IQ DESIGN</a:t>
            </a:r>
            <a:endParaRPr sz="1050" b="0" i="0" u="none" cap="none">
              <a:solidFill>
                <a:schemeClr val="dk1"/>
              </a:solidFill>
              <a:latin typeface="Arial"/>
              <a:ea typeface="Arial"/>
              <a:cs typeface="Arial"/>
            </a:endParaRPr>
          </a:p>
        </p:txBody>
      </p:sp>
      <p:sp>
        <p:nvSpPr>
          <p:cNvPr id="2605" name="Google Shape;2605;p40">
            <a:extLst xmlns:a="http://schemas.openxmlformats.org/drawingml/2006/main">
              <a:ext uri="{FF2B5EF4-FFF2-40B4-BE49-F238E27FC236}">
                <a16:creationId xmlns:a16="http://schemas.microsoft.com/office/drawing/2014/main" id="{AD8FD89C-4B20-44AF-9B0F-9CD334746DF6}"/>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606" name="Google Shape;2606;p40">
            <a:extLst xmlns:a="http://schemas.openxmlformats.org/drawingml/2006/main">
              <a:ext uri="{FF2B5EF4-FFF2-40B4-BE49-F238E27FC236}">
                <a16:creationId xmlns:a16="http://schemas.microsoft.com/office/drawing/2014/main" id="{61330863-C29E-4061-A733-2914FA2FEDC2}"/>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CAD / Design Drawing — Intake</a:t>
            </a:r>
            <a:endParaRPr sz="2200" b="0" i="0" u="none" cap="none">
              <a:solidFill>
                <a:schemeClr val="dk1"/>
              </a:solidFill>
              <a:latin typeface="Arial"/>
              <a:ea typeface="Arial"/>
              <a:cs typeface="Arial"/>
            </a:endParaRPr>
          </a:p>
        </p:txBody>
      </p:sp>
      <p:sp>
        <p:nvSpPr>
          <p:cNvPr id="2607" name="Google Shape;2607;p40">
            <a:extLst xmlns:a="http://schemas.openxmlformats.org/drawingml/2006/main">
              <a:ext uri="{FF2B5EF4-FFF2-40B4-BE49-F238E27FC236}">
                <a16:creationId xmlns:a16="http://schemas.microsoft.com/office/drawing/2014/main" id="{E6F77E4C-8285-4C8C-951D-0D6EBED147A1}"/>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Show a labeled sketch or optional CAD view, key dimensions, VEX IQ parts and connections, and each revision made from test evidence.</a:t>
            </a:r>
            <a:endParaRPr sz="900" b="0" i="0" u="none" cap="none">
              <a:solidFill>
                <a:schemeClr val="dk1"/>
              </a:solidFill>
              <a:latin typeface="Arial"/>
              <a:ea typeface="Arial"/>
              <a:cs typeface="Arial"/>
            </a:endParaRPr>
          </a:p>
        </p:txBody>
      </p:sp>
      <p:sp>
        <p:nvSpPr>
          <p:cNvPr id="2608" name="Google Shape;2608;p40">
            <a:extLst xmlns:a="http://schemas.openxmlformats.org/drawingml/2006/main">
              <a:ext uri="{FF2B5EF4-FFF2-40B4-BE49-F238E27FC236}">
                <a16:creationId xmlns:a16="http://schemas.microsoft.com/office/drawing/2014/main" id="{5C2E8530-6AB6-4E8F-8E0F-E69B7434688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09" name="Google Shape;2609;p40">
            <a:extLst xmlns:a="http://schemas.openxmlformats.org/drawingml/2006/main">
              <a:ext uri="{FF2B5EF4-FFF2-40B4-BE49-F238E27FC236}">
                <a16:creationId xmlns:a16="http://schemas.microsoft.com/office/drawing/2014/main" id="{69020B8B-7EB8-42CE-B03B-64240B0F528A}"/>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38 / 61</a:t>
            </a:r>
            <a:endParaRPr sz="900" b="0" i="0" u="none" cap="none">
              <a:solidFill>
                <a:schemeClr val="dk1"/>
              </a:solidFill>
              <a:latin typeface="Arial"/>
              <a:ea typeface="Arial"/>
              <a:cs typeface="Arial"/>
            </a:endParaRPr>
          </a:p>
        </p:txBody>
      </p:sp>
      <p:sp>
        <p:nvSpPr>
          <p:cNvPr id="2610" name="Google Shape;2610;p40">
            <a:extLst xmlns:a="http://schemas.openxmlformats.org/drawingml/2006/main">
              <a:ext uri="{FF2B5EF4-FFF2-40B4-BE49-F238E27FC236}">
                <a16:creationId xmlns:a16="http://schemas.microsoft.com/office/drawing/2014/main" id="{802A06E2-B79F-470B-8AE8-9BABB3380841}"/>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611" name="Google Shape;2611;p40">
            <a:extLst xmlns:a="http://schemas.openxmlformats.org/drawingml/2006/main">
              <a:ext uri="{FF2B5EF4-FFF2-40B4-BE49-F238E27FC236}">
                <a16:creationId xmlns:a16="http://schemas.microsoft.com/office/drawing/2014/main" id="{848DBCFC-D2B3-411C-AB3A-054E02CC8D13}"/>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12" name="Google Shape;2612;p40">
            <a:extLst xmlns:a="http://schemas.openxmlformats.org/drawingml/2006/main">
              <a:ext uri="{FF2B5EF4-FFF2-40B4-BE49-F238E27FC236}">
                <a16:creationId xmlns:a16="http://schemas.microsoft.com/office/drawing/2014/main" id="{798B4A2E-4651-4AE5-82C3-79DB3F38CC01}"/>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[Labeled sketch or optional CAD view — annotate dimensions, ports, motion, and key connections]</a:t>
            </a:r>
            <a:endParaRPr sz="1000" b="0" i="0" u="none" cap="none">
              <a:solidFill>
                <a:schemeClr val="dk1"/>
              </a:solidFill>
              <a:latin typeface="Arial"/>
              <a:ea typeface="Arial"/>
              <a:cs typeface="Arial"/>
            </a:endParaRPr>
          </a:p>
        </p:txBody>
      </p:sp>
      <p:sp>
        <p:nvSpPr>
          <p:cNvPr id="2613" name="Google Shape;2613;p40">
            <a:extLst xmlns:a="http://schemas.openxmlformats.org/drawingml/2006/main">
              <a:ext uri="{FF2B5EF4-FFF2-40B4-BE49-F238E27FC236}">
                <a16:creationId xmlns:a16="http://schemas.microsoft.com/office/drawing/2014/main" id="{6AE211E7-9B4E-49EB-ADC9-466B193C503B}"/>
              </a:ext>
            </a:extLst>
          </p:cNvPr>
          <p:cNvSpPr>
            <a:spLocks xmlns:a="http://schemas.openxmlformats.org/drawingml/2006/main" noGrp="1"/>
          </p:cNvSpPr>
          <p:nvPr/>
        </p:nvSpPr>
        <p:spPr>
          <a:xfrm xmlns:a="http://schemas.openxmlformats.org/drawingml/2006/main">
            <a:off x="2743200" y="107899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KEY SPECIFICATIONS</a:t>
            </a:r>
            <a:endParaRPr sz="900" b="0" i="0" u="none" cap="none">
              <a:solidFill>
                <a:schemeClr val="dk1"/>
              </a:solidFill>
              <a:latin typeface="Arial"/>
              <a:ea typeface="Arial"/>
              <a:cs typeface="Arial"/>
            </a:endParaRPr>
          </a:p>
        </p:txBody>
      </p:sp>
      <p:sp>
        <p:nvSpPr>
          <p:cNvPr id="2614" name="Google Shape;2614;p40">
            <a:extLst xmlns:a="http://schemas.openxmlformats.org/drawingml/2006/main">
              <a:ext uri="{FF2B5EF4-FFF2-40B4-BE49-F238E27FC236}">
                <a16:creationId xmlns:a16="http://schemas.microsoft.com/office/drawing/2014/main" id="{9B32A6BE-9A8C-44ED-8DD5-805543B4935B}"/>
              </a:ext>
            </a:extLst>
          </p:cNvPr>
          <p:cNvSpPr>
            <a:spLocks xmlns:a="http://schemas.openxmlformats.org/drawingml/2006/main" noGrp="1"/>
          </p:cNvSpPr>
          <p:nvPr/>
        </p:nvSpPr>
        <p:spPr>
          <a:xfrm xmlns:a="http://schemas.openxmlformats.org/drawingml/2006/main">
            <a:off x="2743200" y="1298448"/>
            <a:ext cx="6080760" cy="20116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15" name="Google Shape;2615;p40">
            <a:extLst xmlns:a="http://schemas.openxmlformats.org/drawingml/2006/main">
              <a:ext uri="{FF2B5EF4-FFF2-40B4-BE49-F238E27FC236}">
                <a16:creationId xmlns:a16="http://schemas.microsoft.com/office/drawing/2014/main" id="{22FF5625-0D74-45BE-BE5A-19B4910F56E4}"/>
              </a:ext>
            </a:extLst>
          </p:cNvPr>
          <p:cNvSpPr>
            <a:spLocks xmlns:a="http://schemas.openxmlformats.org/drawingml/2006/main" noGrp="1"/>
          </p:cNvSpPr>
          <p:nvPr/>
        </p:nvSpPr>
        <p:spPr>
          <a:xfrm xmlns:a="http://schemas.openxmlformats.org/drawingml/2006/main">
            <a:off x="2798064" y="1298448"/>
            <a:ext cx="1499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Spec</a:t>
            </a:r>
            <a:endParaRPr sz="850" b="0" i="0" u="none" cap="none">
              <a:solidFill>
                <a:schemeClr val="dk1"/>
              </a:solidFill>
              <a:latin typeface="Arial"/>
              <a:ea typeface="Arial"/>
              <a:cs typeface="Arial"/>
            </a:endParaRPr>
          </a:p>
        </p:txBody>
      </p:sp>
      <p:sp>
        <p:nvSpPr>
          <p:cNvPr id="2616" name="Google Shape;2616;p40">
            <a:extLst xmlns:a="http://schemas.openxmlformats.org/drawingml/2006/main">
              <a:ext uri="{FF2B5EF4-FFF2-40B4-BE49-F238E27FC236}">
                <a16:creationId xmlns:a16="http://schemas.microsoft.com/office/drawing/2014/main" id="{275FD9BC-1FF5-4A45-A6FF-E575FA36330F}"/>
              </a:ext>
            </a:extLst>
          </p:cNvPr>
          <p:cNvSpPr>
            <a:spLocks xmlns:a="http://schemas.openxmlformats.org/drawingml/2006/main" noGrp="1"/>
          </p:cNvSpPr>
          <p:nvPr/>
        </p:nvSpPr>
        <p:spPr>
          <a:xfrm xmlns:a="http://schemas.openxmlformats.org/drawingml/2006/main">
            <a:off x="4352544" y="1298448"/>
            <a:ext cx="44714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Value</a:t>
            </a:r>
            <a:endParaRPr sz="850" b="0" i="0" u="none" cap="none">
              <a:solidFill>
                <a:schemeClr val="dk1"/>
              </a:solidFill>
              <a:latin typeface="Arial"/>
              <a:ea typeface="Arial"/>
              <a:cs typeface="Arial"/>
            </a:endParaRPr>
          </a:p>
        </p:txBody>
      </p:sp>
      <p:sp>
        <p:nvSpPr>
          <p:cNvPr id="2617" name="Google Shape;2617;p40">
            <a:extLst xmlns:a="http://schemas.openxmlformats.org/drawingml/2006/main">
              <a:ext uri="{FF2B5EF4-FFF2-40B4-BE49-F238E27FC236}">
                <a16:creationId xmlns:a16="http://schemas.microsoft.com/office/drawing/2014/main" id="{5A2AF3A9-D4BA-4CFC-8246-7EA0754902EF}"/>
              </a:ext>
            </a:extLst>
          </p:cNvPr>
          <p:cNvSpPr>
            <a:spLocks xmlns:a="http://schemas.openxmlformats.org/drawingml/2006/main" noGrp="1"/>
          </p:cNvSpPr>
          <p:nvPr/>
        </p:nvSpPr>
        <p:spPr>
          <a:xfrm xmlns:a="http://schemas.openxmlformats.org/drawingml/2006/main">
            <a:off x="2743200" y="1499616"/>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27" name="Google Shape;2618;p40"/>
          <p:cNvCxnSpPr/>
          <p:nvPr/>
        </p:nvCxnSpPr>
        <p:spPr>
          <a:xfrm xmlns:a="http://schemas.openxmlformats.org/drawingml/2006/main">
            <a:off x="2743200" y="169712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19" name="Google Shape;2619;p40">
            <a:extLst xmlns:a="http://schemas.openxmlformats.org/drawingml/2006/main">
              <a:ext uri="{FF2B5EF4-FFF2-40B4-BE49-F238E27FC236}">
                <a16:creationId xmlns:a16="http://schemas.microsoft.com/office/drawing/2014/main" id="{13E98489-6F0B-4EF8-BE41-4D93BE1B5F39}"/>
              </a:ext>
            </a:extLst>
          </p:cNvPr>
          <p:cNvSpPr>
            <a:spLocks xmlns:a="http://schemas.openxmlformats.org/drawingml/2006/main" noGrp="1"/>
          </p:cNvSpPr>
          <p:nvPr/>
        </p:nvSpPr>
        <p:spPr>
          <a:xfrm xmlns:a="http://schemas.openxmlformats.org/drawingml/2006/main">
            <a:off x="2798064" y="149961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Dimensions</a:t>
            </a:r>
            <a:endParaRPr sz="850" b="0" i="0" u="none" cap="none">
              <a:solidFill>
                <a:schemeClr val="dk1"/>
              </a:solidFill>
              <a:latin typeface="Arial"/>
              <a:ea typeface="Arial"/>
              <a:cs typeface="Arial"/>
            </a:endParaRPr>
          </a:p>
        </p:txBody>
      </p:sp>
      <p:sp>
        <p:nvSpPr>
          <p:cNvPr id="2620" name="Google Shape;2620;p40">
            <a:extLst xmlns:a="http://schemas.openxmlformats.org/drawingml/2006/main">
              <a:ext uri="{FF2B5EF4-FFF2-40B4-BE49-F238E27FC236}">
                <a16:creationId xmlns:a16="http://schemas.microsoft.com/office/drawing/2014/main" id="{30866BFC-0ABB-4E73-8C44-18974B977894}"/>
              </a:ext>
            </a:extLst>
          </p:cNvPr>
          <p:cNvSpPr>
            <a:spLocks xmlns:a="http://schemas.openxmlformats.org/drawingml/2006/main" noGrp="1"/>
          </p:cNvSpPr>
          <p:nvPr/>
        </p:nvSpPr>
        <p:spPr>
          <a:xfrm xmlns:a="http://schemas.openxmlformats.org/drawingml/2006/main">
            <a:off x="4352544" y="149961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 × W × H]</a:t>
            </a:r>
            <a:endParaRPr sz="850" b="0" i="0" u="none" cap="none">
              <a:solidFill>
                <a:schemeClr val="dk1"/>
              </a:solidFill>
              <a:latin typeface="Arial"/>
              <a:ea typeface="Arial"/>
              <a:cs typeface="Arial"/>
            </a:endParaRPr>
          </a:p>
        </p:txBody>
      </p:sp>
      <p:cxnSp>
        <p:nvCxnSpPr>
          <p:cNvPr id="2830" name="Google Shape;2621;p40"/>
          <p:cNvCxnSpPr/>
          <p:nvPr/>
        </p:nvCxnSpPr>
        <p:spPr>
          <a:xfrm xmlns:a="http://schemas.openxmlformats.org/drawingml/2006/main">
            <a:off x="2743200" y="189463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22" name="Google Shape;2622;p40">
            <a:extLst xmlns:a="http://schemas.openxmlformats.org/drawingml/2006/main">
              <a:ext uri="{FF2B5EF4-FFF2-40B4-BE49-F238E27FC236}">
                <a16:creationId xmlns:a16="http://schemas.microsoft.com/office/drawing/2014/main" id="{B48B7551-D49E-4D03-A3C7-A7628A116704}"/>
              </a:ext>
            </a:extLst>
          </p:cNvPr>
          <p:cNvSpPr>
            <a:spLocks xmlns:a="http://schemas.openxmlformats.org/drawingml/2006/main" noGrp="1"/>
          </p:cNvSpPr>
          <p:nvPr/>
        </p:nvSpPr>
        <p:spPr>
          <a:xfrm xmlns:a="http://schemas.openxmlformats.org/drawingml/2006/main">
            <a:off x="2798064" y="169712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 estimate</a:t>
            </a:r>
            <a:endParaRPr sz="850" b="0" i="0" u="none" cap="none">
              <a:solidFill>
                <a:schemeClr val="dk1"/>
              </a:solidFill>
              <a:latin typeface="Arial"/>
              <a:ea typeface="Arial"/>
              <a:cs typeface="Arial"/>
            </a:endParaRPr>
          </a:p>
        </p:txBody>
      </p:sp>
      <p:sp>
        <p:nvSpPr>
          <p:cNvPr id="2623" name="Google Shape;2623;p40">
            <a:extLst xmlns:a="http://schemas.openxmlformats.org/drawingml/2006/main">
              <a:ext uri="{FF2B5EF4-FFF2-40B4-BE49-F238E27FC236}">
                <a16:creationId xmlns:a16="http://schemas.microsoft.com/office/drawing/2014/main" id="{1DB6FA5F-0454-4925-8DD9-45CBE588D6D2}"/>
              </a:ext>
            </a:extLst>
          </p:cNvPr>
          <p:cNvSpPr>
            <a:spLocks xmlns:a="http://schemas.openxmlformats.org/drawingml/2006/main" noGrp="1"/>
          </p:cNvSpPr>
          <p:nvPr/>
        </p:nvSpPr>
        <p:spPr>
          <a:xfrm xmlns:a="http://schemas.openxmlformats.org/drawingml/2006/main">
            <a:off x="4352544" y="169712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[g]</a:t>
            </a:r>
            <a:endParaRPr sz="850" b="0" i="0" u="none" cap="none">
              <a:solidFill>
                <a:schemeClr val="dk1"/>
              </a:solidFill>
              <a:latin typeface="Arial"/>
              <a:ea typeface="Arial"/>
              <a:cs typeface="Arial"/>
            </a:endParaRPr>
          </a:p>
        </p:txBody>
      </p:sp>
      <p:sp>
        <p:nvSpPr>
          <p:cNvPr id="2624" name="Google Shape;2624;p40">
            <a:extLst xmlns:a="http://schemas.openxmlformats.org/drawingml/2006/main">
              <a:ext uri="{FF2B5EF4-FFF2-40B4-BE49-F238E27FC236}">
                <a16:creationId xmlns:a16="http://schemas.microsoft.com/office/drawing/2014/main" id="{CA3BFC28-F050-42D2-9FFB-A9D18FC79B78}"/>
              </a:ext>
            </a:extLst>
          </p:cNvPr>
          <p:cNvSpPr>
            <a:spLocks xmlns:a="http://schemas.openxmlformats.org/drawingml/2006/main" noGrp="1"/>
          </p:cNvSpPr>
          <p:nvPr/>
        </p:nvSpPr>
        <p:spPr>
          <a:xfrm xmlns:a="http://schemas.openxmlformats.org/drawingml/2006/main">
            <a:off x="2743200" y="1894637"/>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34" name="Google Shape;2625;p40"/>
          <p:cNvCxnSpPr/>
          <p:nvPr/>
        </p:nvCxnSpPr>
        <p:spPr>
          <a:xfrm xmlns:a="http://schemas.openxmlformats.org/drawingml/2006/main">
            <a:off x="2743200" y="209214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26" name="Google Shape;2626;p40">
            <a:extLst xmlns:a="http://schemas.openxmlformats.org/drawingml/2006/main">
              <a:ext uri="{FF2B5EF4-FFF2-40B4-BE49-F238E27FC236}">
                <a16:creationId xmlns:a16="http://schemas.microsoft.com/office/drawing/2014/main" id="{A31B66DE-6CB8-4A2A-80D2-5621626D26B5}"/>
              </a:ext>
            </a:extLst>
          </p:cNvPr>
          <p:cNvSpPr>
            <a:spLocks xmlns:a="http://schemas.openxmlformats.org/drawingml/2006/main" noGrp="1"/>
          </p:cNvSpPr>
          <p:nvPr/>
        </p:nvSpPr>
        <p:spPr>
          <a:xfrm xmlns:a="http://schemas.openxmlformats.org/drawingml/2006/main">
            <a:off x="2798064" y="189463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 count</a:t>
            </a:r>
            <a:endParaRPr sz="850" b="0" i="0" u="none" cap="none">
              <a:solidFill>
                <a:schemeClr val="dk1"/>
              </a:solidFill>
              <a:latin typeface="Arial"/>
              <a:ea typeface="Arial"/>
              <a:cs typeface="Arial"/>
            </a:endParaRPr>
          </a:p>
        </p:txBody>
      </p:sp>
      <p:sp>
        <p:nvSpPr>
          <p:cNvPr id="2627" name="Google Shape;2627;p40">
            <a:extLst xmlns:a="http://schemas.openxmlformats.org/drawingml/2006/main">
              <a:ext uri="{FF2B5EF4-FFF2-40B4-BE49-F238E27FC236}">
                <a16:creationId xmlns:a16="http://schemas.microsoft.com/office/drawing/2014/main" id="{E80A93FF-6CED-42AA-8CDB-BE725B4EA984}"/>
              </a:ext>
            </a:extLst>
          </p:cNvPr>
          <p:cNvSpPr>
            <a:spLocks xmlns:a="http://schemas.openxmlformats.org/drawingml/2006/main" noGrp="1"/>
          </p:cNvSpPr>
          <p:nvPr/>
        </p:nvSpPr>
        <p:spPr>
          <a:xfrm xmlns:a="http://schemas.openxmlformats.org/drawingml/2006/main">
            <a:off x="4352544" y="189463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  @ [ratio]</a:t>
            </a:r>
            <a:endParaRPr sz="850" b="0" i="0" u="none" cap="none">
              <a:solidFill>
                <a:schemeClr val="dk1"/>
              </a:solidFill>
              <a:latin typeface="Arial"/>
              <a:ea typeface="Arial"/>
              <a:cs typeface="Arial"/>
            </a:endParaRPr>
          </a:p>
        </p:txBody>
      </p:sp>
      <p:cxnSp>
        <p:nvCxnSpPr>
          <p:cNvPr id="2837" name="Google Shape;2628;p40"/>
          <p:cNvCxnSpPr/>
          <p:nvPr/>
        </p:nvCxnSpPr>
        <p:spPr>
          <a:xfrm xmlns:a="http://schemas.openxmlformats.org/drawingml/2006/main">
            <a:off x="2743200" y="228965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29" name="Google Shape;2629;p40">
            <a:extLst xmlns:a="http://schemas.openxmlformats.org/drawingml/2006/main">
              <a:ext uri="{FF2B5EF4-FFF2-40B4-BE49-F238E27FC236}">
                <a16:creationId xmlns:a16="http://schemas.microsoft.com/office/drawing/2014/main" id="{12C6041B-5C16-4D94-BC35-188B85012D26}"/>
              </a:ext>
            </a:extLst>
          </p:cNvPr>
          <p:cNvSpPr>
            <a:spLocks xmlns:a="http://schemas.openxmlformats.org/drawingml/2006/main" noGrp="1"/>
          </p:cNvSpPr>
          <p:nvPr/>
        </p:nvSpPr>
        <p:spPr>
          <a:xfrm xmlns:a="http://schemas.openxmlformats.org/drawingml/2006/main">
            <a:off x="2798064" y="209214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Motion type</a:t>
            </a:r>
            <a:endParaRPr sz="850" b="0" i="0" u="none" cap="none">
              <a:solidFill>
                <a:schemeClr val="dk1"/>
              </a:solidFill>
              <a:latin typeface="Arial"/>
              <a:ea typeface="Arial"/>
              <a:cs typeface="Arial"/>
            </a:endParaRPr>
          </a:p>
        </p:txBody>
      </p:sp>
      <p:sp>
        <p:nvSpPr>
          <p:cNvPr id="2630" name="Google Shape;2630;p40">
            <a:extLst xmlns:a="http://schemas.openxmlformats.org/drawingml/2006/main">
              <a:ext uri="{FF2B5EF4-FFF2-40B4-BE49-F238E27FC236}">
                <a16:creationId xmlns:a16="http://schemas.microsoft.com/office/drawing/2014/main" id="{C2CA7A42-3A66-4414-9FD0-BAE019B22BFE}"/>
              </a:ext>
            </a:extLst>
          </p:cNvPr>
          <p:cNvSpPr>
            <a:spLocks xmlns:a="http://schemas.openxmlformats.org/drawingml/2006/main" noGrp="1"/>
          </p:cNvSpPr>
          <p:nvPr/>
        </p:nvSpPr>
        <p:spPr>
          <a:xfrm xmlns:a="http://schemas.openxmlformats.org/drawingml/2006/main">
            <a:off x="4352544" y="209214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rotational lift]</a:t>
            </a:r>
            <a:endParaRPr sz="850" b="0" i="0" u="none" cap="none">
              <a:solidFill>
                <a:schemeClr val="dk1"/>
              </a:solidFill>
              <a:latin typeface="Arial"/>
              <a:ea typeface="Arial"/>
              <a:cs typeface="Arial"/>
            </a:endParaRPr>
          </a:p>
        </p:txBody>
      </p:sp>
      <p:sp>
        <p:nvSpPr>
          <p:cNvPr id="2631" name="Google Shape;2631;p40">
            <a:extLst xmlns:a="http://schemas.openxmlformats.org/drawingml/2006/main">
              <a:ext uri="{FF2B5EF4-FFF2-40B4-BE49-F238E27FC236}">
                <a16:creationId xmlns:a16="http://schemas.microsoft.com/office/drawing/2014/main" id="{6C021106-BC7E-40FF-960C-133494DC66D1}"/>
              </a:ext>
            </a:extLst>
          </p:cNvPr>
          <p:cNvSpPr>
            <a:spLocks xmlns:a="http://schemas.openxmlformats.org/drawingml/2006/main" noGrp="1"/>
          </p:cNvSpPr>
          <p:nvPr/>
        </p:nvSpPr>
        <p:spPr>
          <a:xfrm xmlns:a="http://schemas.openxmlformats.org/drawingml/2006/main">
            <a:off x="2743200" y="2289658"/>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41" name="Google Shape;2632;p40"/>
          <p:cNvCxnSpPr/>
          <p:nvPr/>
        </p:nvCxnSpPr>
        <p:spPr>
          <a:xfrm xmlns:a="http://schemas.openxmlformats.org/drawingml/2006/main">
            <a:off x="2743200" y="248716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33" name="Google Shape;2633;p40">
            <a:extLst xmlns:a="http://schemas.openxmlformats.org/drawingml/2006/main">
              <a:ext uri="{FF2B5EF4-FFF2-40B4-BE49-F238E27FC236}">
                <a16:creationId xmlns:a16="http://schemas.microsoft.com/office/drawing/2014/main" id="{AFB5731F-5B43-482D-8B75-C5CBD6A1704E}"/>
              </a:ext>
            </a:extLst>
          </p:cNvPr>
          <p:cNvSpPr>
            <a:spLocks xmlns:a="http://schemas.openxmlformats.org/drawingml/2006/main" noGrp="1"/>
          </p:cNvSpPr>
          <p:nvPr/>
        </p:nvSpPr>
        <p:spPr>
          <a:xfrm xmlns:a="http://schemas.openxmlformats.org/drawingml/2006/main">
            <a:off x="2798064" y="2289658"/>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Mount point</a:t>
            </a:r>
            <a:endParaRPr sz="850" b="0" i="0" u="none" cap="none">
              <a:solidFill>
                <a:schemeClr val="dk1"/>
              </a:solidFill>
              <a:latin typeface="Arial"/>
              <a:ea typeface="Arial"/>
              <a:cs typeface="Arial"/>
            </a:endParaRPr>
          </a:p>
        </p:txBody>
      </p:sp>
      <p:sp>
        <p:nvSpPr>
          <p:cNvPr id="2634" name="Google Shape;2634;p40">
            <a:extLst xmlns:a="http://schemas.openxmlformats.org/drawingml/2006/main">
              <a:ext uri="{FF2B5EF4-FFF2-40B4-BE49-F238E27FC236}">
                <a16:creationId xmlns:a16="http://schemas.microsoft.com/office/drawing/2014/main" id="{2CAC7D1F-73A9-41E1-9EA4-DB311EA69920}"/>
              </a:ext>
            </a:extLst>
          </p:cNvPr>
          <p:cNvSpPr>
            <a:spLocks xmlns:a="http://schemas.openxmlformats.org/drawingml/2006/main" noGrp="1"/>
          </p:cNvSpPr>
          <p:nvPr/>
        </p:nvSpPr>
        <p:spPr>
          <a:xfrm xmlns:a="http://schemas.openxmlformats.org/drawingml/2006/main">
            <a:off x="4352544" y="2289658"/>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[where on chassis]</a:t>
            </a:r>
            <a:endParaRPr sz="850" b="0" i="0" u="none" cap="none">
              <a:solidFill>
                <a:schemeClr val="dk1"/>
              </a:solidFill>
              <a:latin typeface="Arial"/>
              <a:ea typeface="Arial"/>
              <a:cs typeface="Arial"/>
            </a:endParaRPr>
          </a:p>
        </p:txBody>
      </p:sp>
      <p:sp>
        <p:nvSpPr>
          <p:cNvPr id="2635" name="Google Shape;2635;p40">
            <a:extLst xmlns:a="http://schemas.openxmlformats.org/drawingml/2006/main">
              <a:ext uri="{FF2B5EF4-FFF2-40B4-BE49-F238E27FC236}">
                <a16:creationId xmlns:a16="http://schemas.microsoft.com/office/drawing/2014/main" id="{469FDB20-C85B-48DF-BEFE-20024C617248}"/>
              </a:ext>
            </a:extLst>
          </p:cNvPr>
          <p:cNvSpPr>
            <a:spLocks xmlns:a="http://schemas.openxmlformats.org/drawingml/2006/main" noGrp="1"/>
          </p:cNvSpPr>
          <p:nvPr/>
        </p:nvSpPr>
        <p:spPr>
          <a:xfrm xmlns:a="http://schemas.openxmlformats.org/drawingml/2006/main">
            <a:off x="2743200" y="1298448"/>
            <a:ext cx="608076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36" name="Google Shape;2636;p40">
            <a:extLst xmlns:a="http://schemas.openxmlformats.org/drawingml/2006/main">
              <a:ext uri="{FF2B5EF4-FFF2-40B4-BE49-F238E27FC236}">
                <a16:creationId xmlns:a16="http://schemas.microsoft.com/office/drawing/2014/main" id="{375B60CF-0EFA-4ABB-8351-789A1CE2797D}"/>
              </a:ext>
            </a:extLst>
          </p:cNvPr>
          <p:cNvSpPr>
            <a:spLocks xmlns:a="http://schemas.openxmlformats.org/drawingml/2006/main" noGrp="1"/>
          </p:cNvSpPr>
          <p:nvPr/>
        </p:nvSpPr>
        <p:spPr>
          <a:xfrm xmlns:a="http://schemas.openxmlformats.org/drawingml/2006/main">
            <a:off x="2743200" y="254203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VEX IQ PARTS &amp; CONNECTIONS</a:t>
            </a:r>
            <a:endParaRPr sz="900" b="0" i="0" u="none" cap="none">
              <a:solidFill>
                <a:schemeClr val="dk1"/>
              </a:solidFill>
              <a:latin typeface="Arial"/>
              <a:ea typeface="Arial"/>
              <a:cs typeface="Arial"/>
            </a:endParaRPr>
          </a:p>
        </p:txBody>
      </p:sp>
      <p:sp>
        <p:nvSpPr>
          <p:cNvPr id="2637" name="Google Shape;2637;p40">
            <a:extLst xmlns:a="http://schemas.openxmlformats.org/drawingml/2006/main">
              <a:ext uri="{FF2B5EF4-FFF2-40B4-BE49-F238E27FC236}">
                <a16:creationId xmlns:a16="http://schemas.microsoft.com/office/drawing/2014/main" id="{2AC3C3D1-813E-4DE9-86F6-CC5AD3EC259E}"/>
              </a:ext>
            </a:extLst>
          </p:cNvPr>
          <p:cNvSpPr>
            <a:spLocks xmlns:a="http://schemas.openxmlformats.org/drawingml/2006/main" noGrp="1"/>
          </p:cNvSpPr>
          <p:nvPr/>
        </p:nvSpPr>
        <p:spPr>
          <a:xfrm xmlns:a="http://schemas.openxmlformats.org/drawingml/2006/main">
            <a:off x="2743200" y="2761488"/>
            <a:ext cx="6080760" cy="237744"/>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38" name="Google Shape;2638;p40">
            <a:extLst xmlns:a="http://schemas.openxmlformats.org/drawingml/2006/main">
              <a:ext uri="{FF2B5EF4-FFF2-40B4-BE49-F238E27FC236}">
                <a16:creationId xmlns:a16="http://schemas.microsoft.com/office/drawing/2014/main" id="{63C3BD6C-4814-4760-89BE-2EC6599E24AC}"/>
              </a:ext>
            </a:extLst>
          </p:cNvPr>
          <p:cNvSpPr>
            <a:spLocks xmlns:a="http://schemas.openxmlformats.org/drawingml/2006/main" noGrp="1"/>
          </p:cNvSpPr>
          <p:nvPr/>
        </p:nvSpPr>
        <p:spPr>
          <a:xfrm xmlns:a="http://schemas.openxmlformats.org/drawingml/2006/main">
            <a:off x="2798064" y="2761488"/>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639" name="Google Shape;2639;p40">
            <a:extLst xmlns:a="http://schemas.openxmlformats.org/drawingml/2006/main">
              <a:ext uri="{FF2B5EF4-FFF2-40B4-BE49-F238E27FC236}">
                <a16:creationId xmlns:a16="http://schemas.microsoft.com/office/drawing/2014/main" id="{E414F9B8-DCBB-4FC6-839F-7189AB8F7CB2}"/>
              </a:ext>
            </a:extLst>
          </p:cNvPr>
          <p:cNvSpPr>
            <a:spLocks xmlns:a="http://schemas.openxmlformats.org/drawingml/2006/main" noGrp="1"/>
          </p:cNvSpPr>
          <p:nvPr/>
        </p:nvSpPr>
        <p:spPr>
          <a:xfrm xmlns:a="http://schemas.openxmlformats.org/drawingml/2006/main">
            <a:off x="4352544" y="2761488"/>
            <a:ext cx="44714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640" name="Google Shape;2640;p40">
            <a:extLst xmlns:a="http://schemas.openxmlformats.org/drawingml/2006/main">
              <a:ext uri="{FF2B5EF4-FFF2-40B4-BE49-F238E27FC236}">
                <a16:creationId xmlns:a16="http://schemas.microsoft.com/office/drawing/2014/main" id="{0F066BCE-C430-469B-BCAD-DD550F3E4E83}"/>
              </a:ext>
            </a:extLst>
          </p:cNvPr>
          <p:cNvSpPr>
            <a:spLocks xmlns:a="http://schemas.openxmlformats.org/drawingml/2006/main" noGrp="1"/>
          </p:cNvSpPr>
          <p:nvPr/>
        </p:nvSpPr>
        <p:spPr>
          <a:xfrm xmlns:a="http://schemas.openxmlformats.org/drawingml/2006/main">
            <a:off x="2743200" y="2999232"/>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50" name="Google Shape;2641;p40"/>
          <p:cNvCxnSpPr/>
          <p:nvPr/>
        </p:nvCxnSpPr>
        <p:spPr>
          <a:xfrm xmlns:a="http://schemas.openxmlformats.org/drawingml/2006/main">
            <a:off x="2743200" y="316839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42" name="Google Shape;2642;p40">
            <a:extLst xmlns:a="http://schemas.openxmlformats.org/drawingml/2006/main">
              <a:ext uri="{FF2B5EF4-FFF2-40B4-BE49-F238E27FC236}">
                <a16:creationId xmlns:a16="http://schemas.microsoft.com/office/drawing/2014/main" id="{62F361E1-F93D-4C2A-8EE8-2EF92B5E4862}"/>
              </a:ext>
            </a:extLst>
          </p:cNvPr>
          <p:cNvSpPr>
            <a:spLocks xmlns:a="http://schemas.openxmlformats.org/drawingml/2006/main" noGrp="1"/>
          </p:cNvSpPr>
          <p:nvPr/>
        </p:nvSpPr>
        <p:spPr>
          <a:xfrm xmlns:a="http://schemas.openxmlformats.org/drawingml/2006/main">
            <a:off x="2798064" y="2999232"/>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Primary parts</a:t>
            </a:r>
            <a:endParaRPr sz="850" b="0" i="0" u="none" cap="none">
              <a:solidFill>
                <a:schemeClr val="dk1"/>
              </a:solidFill>
              <a:latin typeface="Arial"/>
              <a:ea typeface="Arial"/>
              <a:cs typeface="Arial"/>
            </a:endParaRPr>
          </a:p>
        </p:txBody>
      </p:sp>
      <p:sp>
        <p:nvSpPr>
          <p:cNvPr id="2643" name="Google Shape;2643;p40">
            <a:extLst xmlns:a="http://schemas.openxmlformats.org/drawingml/2006/main">
              <a:ext uri="{FF2B5EF4-FFF2-40B4-BE49-F238E27FC236}">
                <a16:creationId xmlns:a16="http://schemas.microsoft.com/office/drawing/2014/main" id="{E739E866-AC96-49FB-B3D8-D1C6219468A5}"/>
              </a:ext>
            </a:extLst>
          </p:cNvPr>
          <p:cNvSpPr>
            <a:spLocks xmlns:a="http://schemas.openxmlformats.org/drawingml/2006/main" noGrp="1"/>
          </p:cNvSpPr>
          <p:nvPr/>
        </p:nvSpPr>
        <p:spPr>
          <a:xfrm xmlns:a="http://schemas.openxmlformats.org/drawingml/2006/main">
            <a:off x="4352544" y="2999232"/>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[beams / plates / gears / shafts / sensors]</a:t>
            </a:r>
            <a:endParaRPr sz="850" b="0" i="0" u="none" cap="none">
              <a:solidFill>
                <a:schemeClr val="dk1"/>
              </a:solidFill>
              <a:latin typeface="Arial"/>
              <a:ea typeface="Arial"/>
              <a:cs typeface="Arial"/>
            </a:endParaRPr>
          </a:p>
        </p:txBody>
      </p:sp>
      <p:cxnSp>
        <p:nvCxnSpPr>
          <p:cNvPr id="2853" name="Google Shape;2644;p40"/>
          <p:cNvCxnSpPr/>
          <p:nvPr/>
        </p:nvCxnSpPr>
        <p:spPr>
          <a:xfrm xmlns:a="http://schemas.openxmlformats.org/drawingml/2006/main">
            <a:off x="2743200" y="3337560"/>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45" name="Google Shape;2645;p40">
            <a:extLst xmlns:a="http://schemas.openxmlformats.org/drawingml/2006/main">
              <a:ext uri="{FF2B5EF4-FFF2-40B4-BE49-F238E27FC236}">
                <a16:creationId xmlns:a16="http://schemas.microsoft.com/office/drawing/2014/main" id="{B2D9717C-F5D2-4644-8C34-934CE6FF3A36}"/>
              </a:ext>
            </a:extLst>
          </p:cNvPr>
          <p:cNvSpPr>
            <a:spLocks xmlns:a="http://schemas.openxmlformats.org/drawingml/2006/main" noGrp="1"/>
          </p:cNvSpPr>
          <p:nvPr/>
        </p:nvSpPr>
        <p:spPr>
          <a:xfrm xmlns:a="http://schemas.openxmlformats.org/drawingml/2006/main">
            <a:off x="2798064" y="3168396"/>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Assembly method</a:t>
            </a:r>
            <a:endParaRPr sz="850" b="0" i="0" u="none" cap="none">
              <a:solidFill>
                <a:schemeClr val="dk1"/>
              </a:solidFill>
              <a:latin typeface="Arial"/>
              <a:ea typeface="Arial"/>
              <a:cs typeface="Arial"/>
            </a:endParaRPr>
          </a:p>
        </p:txBody>
      </p:sp>
      <p:sp>
        <p:nvSpPr>
          <p:cNvPr id="2646" name="Google Shape;2646;p40">
            <a:extLst xmlns:a="http://schemas.openxmlformats.org/drawingml/2006/main">
              <a:ext uri="{FF2B5EF4-FFF2-40B4-BE49-F238E27FC236}">
                <a16:creationId xmlns:a16="http://schemas.microsoft.com/office/drawing/2014/main" id="{E3574C7E-FE36-4CB1-9B97-B09B47D5C8F8}"/>
              </a:ext>
            </a:extLst>
          </p:cNvPr>
          <p:cNvSpPr>
            <a:spLocks xmlns:a="http://schemas.openxmlformats.org/drawingml/2006/main" noGrp="1"/>
          </p:cNvSpPr>
          <p:nvPr/>
        </p:nvSpPr>
        <p:spPr>
          <a:xfrm xmlns:a="http://schemas.openxmlformats.org/drawingml/2006/main">
            <a:off x="4352544" y="3168396"/>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[pins / connectors / shaft collars / bracing]</a:t>
            </a:r>
            <a:endParaRPr sz="850" b="0" i="0" u="none" cap="none">
              <a:solidFill>
                <a:schemeClr val="dk1"/>
              </a:solidFill>
              <a:latin typeface="Arial"/>
              <a:ea typeface="Arial"/>
              <a:cs typeface="Arial"/>
            </a:endParaRPr>
          </a:p>
        </p:txBody>
      </p:sp>
      <p:sp>
        <p:nvSpPr>
          <p:cNvPr id="2647" name="Google Shape;2647;p40">
            <a:extLst xmlns:a="http://schemas.openxmlformats.org/drawingml/2006/main">
              <a:ext uri="{FF2B5EF4-FFF2-40B4-BE49-F238E27FC236}">
                <a16:creationId xmlns:a16="http://schemas.microsoft.com/office/drawing/2014/main" id="{44F8E24C-D96B-4A67-9C11-3B1487119A37}"/>
              </a:ext>
            </a:extLst>
          </p:cNvPr>
          <p:cNvSpPr>
            <a:spLocks xmlns:a="http://schemas.openxmlformats.org/drawingml/2006/main" noGrp="1"/>
          </p:cNvSpPr>
          <p:nvPr/>
        </p:nvSpPr>
        <p:spPr>
          <a:xfrm xmlns:a="http://schemas.openxmlformats.org/drawingml/2006/main">
            <a:off x="2743200" y="3337560"/>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57" name="Google Shape;2648;p40"/>
          <p:cNvCxnSpPr/>
          <p:nvPr/>
        </p:nvCxnSpPr>
        <p:spPr>
          <a:xfrm xmlns:a="http://schemas.openxmlformats.org/drawingml/2006/main">
            <a:off x="2743200" y="3506724"/>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49" name="Google Shape;2649;p40">
            <a:extLst xmlns:a="http://schemas.openxmlformats.org/drawingml/2006/main">
              <a:ext uri="{FF2B5EF4-FFF2-40B4-BE49-F238E27FC236}">
                <a16:creationId xmlns:a16="http://schemas.microsoft.com/office/drawing/2014/main" id="{99C74883-0D12-436A-931E-924698186404}"/>
              </a:ext>
            </a:extLst>
          </p:cNvPr>
          <p:cNvSpPr>
            <a:spLocks xmlns:a="http://schemas.openxmlformats.org/drawingml/2006/main" noGrp="1"/>
          </p:cNvSpPr>
          <p:nvPr/>
        </p:nvSpPr>
        <p:spPr>
          <a:xfrm xmlns:a="http://schemas.openxmlformats.org/drawingml/2006/main">
            <a:off x="2798064" y="3337560"/>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Connection details</a:t>
            </a:r>
            <a:endParaRPr sz="850" b="0" i="0" u="none" cap="none">
              <a:solidFill>
                <a:schemeClr val="dk1"/>
              </a:solidFill>
              <a:latin typeface="Arial"/>
              <a:ea typeface="Arial"/>
              <a:cs typeface="Arial"/>
            </a:endParaRPr>
          </a:p>
        </p:txBody>
      </p:sp>
      <p:sp>
        <p:nvSpPr>
          <p:cNvPr id="2650" name="Google Shape;2650;p40">
            <a:extLst xmlns:a="http://schemas.openxmlformats.org/drawingml/2006/main">
              <a:ext uri="{FF2B5EF4-FFF2-40B4-BE49-F238E27FC236}">
                <a16:creationId xmlns:a16="http://schemas.microsoft.com/office/drawing/2014/main" id="{2D9B8A44-3952-4EA9-BFEF-D87419B44EB6}"/>
              </a:ext>
            </a:extLst>
          </p:cNvPr>
          <p:cNvSpPr>
            <a:spLocks xmlns:a="http://schemas.openxmlformats.org/drawingml/2006/main" noGrp="1"/>
          </p:cNvSpPr>
          <p:nvPr/>
        </p:nvSpPr>
        <p:spPr>
          <a:xfrm xmlns:a="http://schemas.openxmlformats.org/drawingml/2006/main">
            <a:off x="4352544" y="3337560"/>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 type / axle support / gear ratio / reinforcement]</a:t>
            </a:r>
            <a:endParaRPr sz="850" b="0" i="0" u="none" cap="none">
              <a:solidFill>
                <a:schemeClr val="dk1"/>
              </a:solidFill>
              <a:latin typeface="Arial"/>
              <a:ea typeface="Arial"/>
              <a:cs typeface="Arial"/>
            </a:endParaRPr>
          </a:p>
        </p:txBody>
      </p:sp>
      <p:cxnSp>
        <p:nvCxnSpPr>
          <p:cNvPr id="2860" name="Google Shape;2651;p40"/>
          <p:cNvCxnSpPr/>
          <p:nvPr/>
        </p:nvCxnSpPr>
        <p:spPr>
          <a:xfrm xmlns:a="http://schemas.openxmlformats.org/drawingml/2006/main">
            <a:off x="2743200" y="367588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52" name="Google Shape;2652;p40">
            <a:extLst xmlns:a="http://schemas.openxmlformats.org/drawingml/2006/main">
              <a:ext uri="{FF2B5EF4-FFF2-40B4-BE49-F238E27FC236}">
                <a16:creationId xmlns:a16="http://schemas.microsoft.com/office/drawing/2014/main" id="{51157330-3DA2-4D5F-89C8-2316970345E4}"/>
              </a:ext>
            </a:extLst>
          </p:cNvPr>
          <p:cNvSpPr>
            <a:spLocks xmlns:a="http://schemas.openxmlformats.org/drawingml/2006/main" noGrp="1"/>
          </p:cNvSpPr>
          <p:nvPr/>
        </p:nvSpPr>
        <p:spPr>
          <a:xfrm xmlns:a="http://schemas.openxmlformats.org/drawingml/2006/main">
            <a:off x="2798064" y="3506724"/>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Rules / criteria applied</a:t>
            </a:r>
            <a:endParaRPr sz="850" b="0" i="0" u="none" cap="none">
              <a:solidFill>
                <a:schemeClr val="dk1"/>
              </a:solidFill>
              <a:latin typeface="Arial"/>
              <a:ea typeface="Arial"/>
              <a:cs typeface="Arial"/>
            </a:endParaRPr>
          </a:p>
        </p:txBody>
      </p:sp>
      <p:sp>
        <p:nvSpPr>
          <p:cNvPr id="2653" name="Google Shape;2653;p40">
            <a:extLst xmlns:a="http://schemas.openxmlformats.org/drawingml/2006/main">
              <a:ext uri="{FF2B5EF4-FFF2-40B4-BE49-F238E27FC236}">
                <a16:creationId xmlns:a16="http://schemas.microsoft.com/office/drawing/2014/main" id="{FA9EB6BE-7660-404B-B056-206029BF235A}"/>
              </a:ext>
            </a:extLst>
          </p:cNvPr>
          <p:cNvSpPr>
            <a:spLocks xmlns:a="http://schemas.openxmlformats.org/drawingml/2006/main" noGrp="1"/>
          </p:cNvSpPr>
          <p:nvPr/>
        </p:nvSpPr>
        <p:spPr>
          <a:xfrm xmlns:a="http://schemas.openxmlformats.org/drawingml/2006/main">
            <a:off x="4352544" y="3506724"/>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[rule tags or design criteria]</a:t>
            </a:r>
            <a:endParaRPr sz="850" b="0" i="0" u="none" cap="none">
              <a:solidFill>
                <a:schemeClr val="dk1"/>
              </a:solidFill>
              <a:latin typeface="Arial"/>
              <a:ea typeface="Arial"/>
              <a:cs typeface="Arial"/>
            </a:endParaRPr>
          </a:p>
        </p:txBody>
      </p:sp>
      <p:sp>
        <p:nvSpPr>
          <p:cNvPr id="2654" name="Google Shape;2654;p40">
            <a:extLst xmlns:a="http://schemas.openxmlformats.org/drawingml/2006/main">
              <a:ext uri="{FF2B5EF4-FFF2-40B4-BE49-F238E27FC236}">
                <a16:creationId xmlns:a16="http://schemas.microsoft.com/office/drawing/2014/main" id="{806EB5CE-0209-4826-A843-1A5791F7B231}"/>
              </a:ext>
            </a:extLst>
          </p:cNvPr>
          <p:cNvSpPr>
            <a:spLocks xmlns:a="http://schemas.openxmlformats.org/drawingml/2006/main" noGrp="1"/>
          </p:cNvSpPr>
          <p:nvPr/>
        </p:nvSpPr>
        <p:spPr>
          <a:xfrm xmlns:a="http://schemas.openxmlformats.org/drawingml/2006/main">
            <a:off x="2743200" y="2761488"/>
            <a:ext cx="6080760" cy="9144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55" name="Google Shape;2655;p40">
            <a:extLst xmlns:a="http://schemas.openxmlformats.org/drawingml/2006/main">
              <a:ext uri="{FF2B5EF4-FFF2-40B4-BE49-F238E27FC236}">
                <a16:creationId xmlns:a16="http://schemas.microsoft.com/office/drawing/2014/main" id="{6C82F1A3-CE30-4A39-BCEB-58EC4D198A93}"/>
              </a:ext>
            </a:extLst>
          </p:cNvPr>
          <p:cNvSpPr>
            <a:spLocks xmlns:a="http://schemas.openxmlformats.org/drawingml/2006/main" noGrp="1"/>
          </p:cNvSpPr>
          <p:nvPr/>
        </p:nvSpPr>
        <p:spPr>
          <a:xfrm xmlns:a="http://schemas.openxmlformats.org/drawingml/2006/main">
            <a:off x="320040" y="42184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REVISION LOG</a:t>
            </a:r>
            <a:endParaRPr sz="900" b="0" i="0" u="none" cap="none">
              <a:solidFill>
                <a:schemeClr val="dk1"/>
              </a:solidFill>
              <a:latin typeface="Arial"/>
              <a:ea typeface="Arial"/>
              <a:cs typeface="Arial"/>
            </a:endParaRPr>
          </a:p>
        </p:txBody>
      </p:sp>
      <p:sp>
        <p:nvSpPr>
          <p:cNvPr id="2656" name="Google Shape;2656;p40">
            <a:extLst xmlns:a="http://schemas.openxmlformats.org/drawingml/2006/main">
              <a:ext uri="{FF2B5EF4-FFF2-40B4-BE49-F238E27FC236}">
                <a16:creationId xmlns:a16="http://schemas.microsoft.com/office/drawing/2014/main" id="{BCBF1437-FD46-4975-9405-92949D49C0D3}"/>
              </a:ext>
            </a:extLst>
          </p:cNvPr>
          <p:cNvSpPr>
            <a:spLocks xmlns:a="http://schemas.openxmlformats.org/drawingml/2006/main" noGrp="1"/>
          </p:cNvSpPr>
          <p:nvPr/>
        </p:nvSpPr>
        <p:spPr>
          <a:xfrm xmlns:a="http://schemas.openxmlformats.org/drawingml/2006/main">
            <a:off x="320040" y="4437888"/>
            <a:ext cx="850392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57" name="Google Shape;2657;p40">
            <a:extLst xmlns:a="http://schemas.openxmlformats.org/drawingml/2006/main">
              <a:ext uri="{FF2B5EF4-FFF2-40B4-BE49-F238E27FC236}">
                <a16:creationId xmlns:a16="http://schemas.microsoft.com/office/drawing/2014/main" id="{46FADE53-C6CB-4458-A4A5-BAAB86395A10}"/>
              </a:ext>
            </a:extLst>
          </p:cNvPr>
          <p:cNvSpPr>
            <a:spLocks xmlns:a="http://schemas.openxmlformats.org/drawingml/2006/main" noGrp="1"/>
          </p:cNvSpPr>
          <p:nvPr/>
        </p:nvSpPr>
        <p:spPr>
          <a:xfrm xmlns:a="http://schemas.openxmlformats.org/drawingml/2006/main">
            <a:off x="374904" y="4437888"/>
            <a:ext cx="7223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Version</a:t>
            </a:r>
            <a:endParaRPr sz="850" b="0" i="0" u="none" cap="none">
              <a:solidFill>
                <a:schemeClr val="dk1"/>
              </a:solidFill>
              <a:latin typeface="Arial"/>
              <a:ea typeface="Arial"/>
              <a:cs typeface="Arial"/>
            </a:endParaRPr>
          </a:p>
        </p:txBody>
      </p:sp>
      <p:sp>
        <p:nvSpPr>
          <p:cNvPr id="2658" name="Google Shape;2658;p40">
            <a:extLst xmlns:a="http://schemas.openxmlformats.org/drawingml/2006/main">
              <a:ext uri="{FF2B5EF4-FFF2-40B4-BE49-F238E27FC236}">
                <a16:creationId xmlns:a16="http://schemas.microsoft.com/office/drawing/2014/main" id="{860D3D5C-5DDF-4AE1-9C22-B4B28EEDB96E}"/>
              </a:ext>
            </a:extLst>
          </p:cNvPr>
          <p:cNvSpPr>
            <a:spLocks xmlns:a="http://schemas.openxmlformats.org/drawingml/2006/main" noGrp="1"/>
          </p:cNvSpPr>
          <p:nvPr/>
        </p:nvSpPr>
        <p:spPr>
          <a:xfrm xmlns:a="http://schemas.openxmlformats.org/drawingml/2006/main">
            <a:off x="1152144" y="4437888"/>
            <a:ext cx="108813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2659" name="Google Shape;2659;p40">
            <a:extLst xmlns:a="http://schemas.openxmlformats.org/drawingml/2006/main">
              <a:ext uri="{FF2B5EF4-FFF2-40B4-BE49-F238E27FC236}">
                <a16:creationId xmlns:a16="http://schemas.microsoft.com/office/drawing/2014/main" id="{6AD898C8-2878-4568-901A-DA2AA2F82D73}"/>
              </a:ext>
            </a:extLst>
          </p:cNvPr>
          <p:cNvSpPr>
            <a:spLocks xmlns:a="http://schemas.openxmlformats.org/drawingml/2006/main" noGrp="1"/>
          </p:cNvSpPr>
          <p:nvPr/>
        </p:nvSpPr>
        <p:spPr>
          <a:xfrm xmlns:a="http://schemas.openxmlformats.org/drawingml/2006/main">
            <a:off x="2295144" y="4437888"/>
            <a:ext cx="65288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Change Description</a:t>
            </a:r>
            <a:endParaRPr sz="850" b="0" i="0" u="none" cap="none">
              <a:solidFill>
                <a:schemeClr val="dk1"/>
              </a:solidFill>
              <a:latin typeface="Arial"/>
              <a:ea typeface="Arial"/>
              <a:cs typeface="Arial"/>
            </a:endParaRPr>
          </a:p>
        </p:txBody>
      </p:sp>
      <p:sp>
        <p:nvSpPr>
          <p:cNvPr id="2660" name="Google Shape;2660;p40">
            <a:extLst xmlns:a="http://schemas.openxmlformats.org/drawingml/2006/main">
              <a:ext uri="{FF2B5EF4-FFF2-40B4-BE49-F238E27FC236}">
                <a16:creationId xmlns:a16="http://schemas.microsoft.com/office/drawing/2014/main" id="{A201A84C-59C6-41D2-91BE-EE45B0C9DAD9}"/>
              </a:ext>
            </a:extLst>
          </p:cNvPr>
          <p:cNvSpPr>
            <a:spLocks xmlns:a="http://schemas.openxmlformats.org/drawingml/2006/main" noGrp="1"/>
          </p:cNvSpPr>
          <p:nvPr/>
        </p:nvSpPr>
        <p:spPr>
          <a:xfrm xmlns:a="http://schemas.openxmlformats.org/drawingml/2006/main">
            <a:off x="320040" y="4620768"/>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70" name="Google Shape;2661;p40"/>
          <p:cNvCxnSpPr/>
          <p:nvPr/>
        </p:nvCxnSpPr>
        <p:spPr>
          <a:xfrm xmlns:a="http://schemas.openxmlformats.org/drawingml/2006/main">
            <a:off x="320040" y="47792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62" name="Google Shape;2662;p40">
            <a:extLst xmlns:a="http://schemas.openxmlformats.org/drawingml/2006/main">
              <a:ext uri="{FF2B5EF4-FFF2-40B4-BE49-F238E27FC236}">
                <a16:creationId xmlns:a16="http://schemas.microsoft.com/office/drawing/2014/main" id="{848E097B-8079-45F0-A82C-D8B4C30D10B9}"/>
              </a:ext>
            </a:extLst>
          </p:cNvPr>
          <p:cNvSpPr>
            <a:spLocks xmlns:a="http://schemas.openxmlformats.org/drawingml/2006/main" noGrp="1"/>
          </p:cNvSpPr>
          <p:nvPr/>
        </p:nvSpPr>
        <p:spPr>
          <a:xfrm xmlns:a="http://schemas.openxmlformats.org/drawingml/2006/main">
            <a:off x="374904" y="4620768"/>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v0.1</a:t>
            </a:r>
            <a:endParaRPr sz="800" b="0" i="0" u="none" cap="none">
              <a:solidFill>
                <a:schemeClr val="dk1"/>
              </a:solidFill>
              <a:latin typeface="Arial"/>
              <a:ea typeface="Arial"/>
              <a:cs typeface="Arial"/>
            </a:endParaRPr>
          </a:p>
        </p:txBody>
      </p:sp>
      <p:sp>
        <p:nvSpPr>
          <p:cNvPr id="2663" name="Google Shape;2663;p40">
            <a:extLst xmlns:a="http://schemas.openxmlformats.org/drawingml/2006/main">
              <a:ext uri="{FF2B5EF4-FFF2-40B4-BE49-F238E27FC236}">
                <a16:creationId xmlns:a16="http://schemas.microsoft.com/office/drawing/2014/main" id="{D6D523E4-A499-4EC7-BD30-D85DD40D8F9C}"/>
              </a:ext>
            </a:extLst>
          </p:cNvPr>
          <p:cNvSpPr>
            <a:spLocks xmlns:a="http://schemas.openxmlformats.org/drawingml/2006/main" noGrp="1"/>
          </p:cNvSpPr>
          <p:nvPr/>
        </p:nvSpPr>
        <p:spPr>
          <a:xfrm xmlns:a="http://schemas.openxmlformats.org/drawingml/2006/main">
            <a:off x="1152144" y="4620768"/>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664" name="Google Shape;2664;p40">
            <a:extLst xmlns:a="http://schemas.openxmlformats.org/drawingml/2006/main">
              <a:ext uri="{FF2B5EF4-FFF2-40B4-BE49-F238E27FC236}">
                <a16:creationId xmlns:a16="http://schemas.microsoft.com/office/drawing/2014/main" id="{B550D50F-E01D-4FA1-B78E-A4196A2F18C0}"/>
              </a:ext>
            </a:extLst>
          </p:cNvPr>
          <p:cNvSpPr>
            <a:spLocks xmlns:a="http://schemas.openxmlformats.org/drawingml/2006/main" noGrp="1"/>
          </p:cNvSpPr>
          <p:nvPr/>
        </p:nvSpPr>
        <p:spPr>
          <a:xfrm xmlns:a="http://schemas.openxmlformats.org/drawingml/2006/main">
            <a:off x="2295144" y="4620768"/>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cxnSp>
        <p:nvCxnSpPr>
          <p:cNvPr id="2874" name="Google Shape;2665;p40"/>
          <p:cNvCxnSpPr/>
          <p:nvPr/>
        </p:nvCxnSpPr>
        <p:spPr>
          <a:xfrm xmlns:a="http://schemas.openxmlformats.org/drawingml/2006/main">
            <a:off x="320040" y="49377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66" name="Google Shape;2666;p40">
            <a:extLst xmlns:a="http://schemas.openxmlformats.org/drawingml/2006/main">
              <a:ext uri="{FF2B5EF4-FFF2-40B4-BE49-F238E27FC236}">
                <a16:creationId xmlns:a16="http://schemas.microsoft.com/office/drawing/2014/main" id="{ED348F71-4FE5-4437-97EC-8A9A91BB9A78}"/>
              </a:ext>
            </a:extLst>
          </p:cNvPr>
          <p:cNvSpPr>
            <a:spLocks xmlns:a="http://schemas.openxmlformats.org/drawingml/2006/main" noGrp="1"/>
          </p:cNvSpPr>
          <p:nvPr/>
        </p:nvSpPr>
        <p:spPr>
          <a:xfrm xmlns:a="http://schemas.openxmlformats.org/drawingml/2006/main">
            <a:off x="374904" y="4779264"/>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v0.2</a:t>
            </a:r>
            <a:endParaRPr sz="800" b="0" i="0" u="none" cap="none">
              <a:solidFill>
                <a:schemeClr val="dk1"/>
              </a:solidFill>
              <a:latin typeface="Arial"/>
              <a:ea typeface="Arial"/>
              <a:cs typeface="Arial"/>
            </a:endParaRPr>
          </a:p>
        </p:txBody>
      </p:sp>
      <p:sp>
        <p:nvSpPr>
          <p:cNvPr id="2667" name="Google Shape;2667;p40">
            <a:extLst xmlns:a="http://schemas.openxmlformats.org/drawingml/2006/main">
              <a:ext uri="{FF2B5EF4-FFF2-40B4-BE49-F238E27FC236}">
                <a16:creationId xmlns:a16="http://schemas.microsoft.com/office/drawing/2014/main" id="{40570C52-D36D-4162-8B41-5AD0DD2F9795}"/>
              </a:ext>
            </a:extLst>
          </p:cNvPr>
          <p:cNvSpPr>
            <a:spLocks xmlns:a="http://schemas.openxmlformats.org/drawingml/2006/main" noGrp="1"/>
          </p:cNvSpPr>
          <p:nvPr/>
        </p:nvSpPr>
        <p:spPr>
          <a:xfrm xmlns:a="http://schemas.openxmlformats.org/drawingml/2006/main">
            <a:off x="1152144" y="4779264"/>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668" name="Google Shape;2668;p40">
            <a:extLst xmlns:a="http://schemas.openxmlformats.org/drawingml/2006/main">
              <a:ext uri="{FF2B5EF4-FFF2-40B4-BE49-F238E27FC236}">
                <a16:creationId xmlns:a16="http://schemas.microsoft.com/office/drawing/2014/main" id="{D8F8447C-4539-4697-AF74-F9E6A6E430D2}"/>
              </a:ext>
            </a:extLst>
          </p:cNvPr>
          <p:cNvSpPr>
            <a:spLocks xmlns:a="http://schemas.openxmlformats.org/drawingml/2006/main" noGrp="1"/>
          </p:cNvSpPr>
          <p:nvPr/>
        </p:nvSpPr>
        <p:spPr>
          <a:xfrm xmlns:a="http://schemas.openxmlformats.org/drawingml/2006/main">
            <a:off x="2295144" y="4779264"/>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669" name="Google Shape;2669;p40">
            <a:extLst xmlns:a="http://schemas.openxmlformats.org/drawingml/2006/main">
              <a:ext uri="{FF2B5EF4-FFF2-40B4-BE49-F238E27FC236}">
                <a16:creationId xmlns:a16="http://schemas.microsoft.com/office/drawing/2014/main" id="{A190AC39-E539-497F-809F-99E885EAE41E}"/>
              </a:ext>
            </a:extLst>
          </p:cNvPr>
          <p:cNvSpPr>
            <a:spLocks xmlns:a="http://schemas.openxmlformats.org/drawingml/2006/main" noGrp="1"/>
          </p:cNvSpPr>
          <p:nvPr/>
        </p:nvSpPr>
        <p:spPr>
          <a:xfrm xmlns:a="http://schemas.openxmlformats.org/drawingml/2006/main">
            <a:off x="320040" y="4937760"/>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879" name="Google Shape;2670;p40"/>
          <p:cNvCxnSpPr/>
          <p:nvPr/>
        </p:nvCxnSpPr>
        <p:spPr>
          <a:xfrm xmlns:a="http://schemas.openxmlformats.org/drawingml/2006/main">
            <a:off x="320040" y="50962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71" name="Google Shape;2671;p40">
            <a:extLst xmlns:a="http://schemas.openxmlformats.org/drawingml/2006/main">
              <a:ext uri="{FF2B5EF4-FFF2-40B4-BE49-F238E27FC236}">
                <a16:creationId xmlns:a16="http://schemas.microsoft.com/office/drawing/2014/main" id="{6B61BB31-823F-4F4D-8422-EF0C8C69097C}"/>
              </a:ext>
            </a:extLst>
          </p:cNvPr>
          <p:cNvSpPr>
            <a:spLocks xmlns:a="http://schemas.openxmlformats.org/drawingml/2006/main" noGrp="1"/>
          </p:cNvSpPr>
          <p:nvPr/>
        </p:nvSpPr>
        <p:spPr>
          <a:xfrm xmlns:a="http://schemas.openxmlformats.org/drawingml/2006/main">
            <a:off x="374904" y="4937760"/>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v0.3</a:t>
            </a:r>
            <a:endParaRPr sz="800" b="0" i="0" u="none" cap="none">
              <a:solidFill>
                <a:schemeClr val="dk1"/>
              </a:solidFill>
              <a:latin typeface="Arial"/>
              <a:ea typeface="Arial"/>
              <a:cs typeface="Arial"/>
            </a:endParaRPr>
          </a:p>
        </p:txBody>
      </p:sp>
      <p:sp>
        <p:nvSpPr>
          <p:cNvPr id="2672" name="Google Shape;2672;p40">
            <a:extLst xmlns:a="http://schemas.openxmlformats.org/drawingml/2006/main">
              <a:ext uri="{FF2B5EF4-FFF2-40B4-BE49-F238E27FC236}">
                <a16:creationId xmlns:a16="http://schemas.microsoft.com/office/drawing/2014/main" id="{C7B9C804-DCD2-4DA0-AA3C-41FEC83515BA}"/>
              </a:ext>
            </a:extLst>
          </p:cNvPr>
          <p:cNvSpPr>
            <a:spLocks xmlns:a="http://schemas.openxmlformats.org/drawingml/2006/main" noGrp="1"/>
          </p:cNvSpPr>
          <p:nvPr/>
        </p:nvSpPr>
        <p:spPr>
          <a:xfrm xmlns:a="http://schemas.openxmlformats.org/drawingml/2006/main">
            <a:off x="1152144" y="4937760"/>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673" name="Google Shape;2673;p40">
            <a:extLst xmlns:a="http://schemas.openxmlformats.org/drawingml/2006/main">
              <a:ext uri="{FF2B5EF4-FFF2-40B4-BE49-F238E27FC236}">
                <a16:creationId xmlns:a16="http://schemas.microsoft.com/office/drawing/2014/main" id="{B0559E75-49D3-4A5E-8C14-C279B75ADA2F}"/>
              </a:ext>
            </a:extLst>
          </p:cNvPr>
          <p:cNvSpPr>
            <a:spLocks xmlns:a="http://schemas.openxmlformats.org/drawingml/2006/main" noGrp="1"/>
          </p:cNvSpPr>
          <p:nvPr/>
        </p:nvSpPr>
        <p:spPr>
          <a:xfrm xmlns:a="http://schemas.openxmlformats.org/drawingml/2006/main">
            <a:off x="2295144" y="4937760"/>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674" name="Google Shape;2674;p40">
            <a:extLst xmlns:a="http://schemas.openxmlformats.org/drawingml/2006/main">
              <a:ext uri="{FF2B5EF4-FFF2-40B4-BE49-F238E27FC236}">
                <a16:creationId xmlns:a16="http://schemas.microsoft.com/office/drawing/2014/main" id="{3BA605EF-9B7A-48AB-938B-4D7698DDF961}"/>
              </a:ext>
            </a:extLst>
          </p:cNvPr>
          <p:cNvSpPr>
            <a:spLocks xmlns:a="http://schemas.openxmlformats.org/drawingml/2006/main" noGrp="1"/>
          </p:cNvSpPr>
          <p:nvPr/>
        </p:nvSpPr>
        <p:spPr>
          <a:xfrm xmlns:a="http://schemas.openxmlformats.org/drawingml/2006/main">
            <a:off x="320040" y="4437888"/>
            <a:ext cx="8503920" cy="658368"/>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75" name="Google Shape;2675;p40">
            <a:extLst xmlns:a="http://schemas.openxmlformats.org/drawingml/2006/main">
              <a:ext uri="{FF2B5EF4-FFF2-40B4-BE49-F238E27FC236}">
                <a16:creationId xmlns:a16="http://schemas.microsoft.com/office/drawing/2014/main" id="{B56A7EBB-B124-4919-8F64-337D69BA190D}"/>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06389bbea7b74a8d"/>
              </a:rPr>
              <a:t>onshape-mechanism</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bea5739f5b644bbf"/>
              </a:rPr>
              <a:t>onshape-drawings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39ee0123f81542fe"/>
              </a:rPr>
              <a:t>custom-parts-fab</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ce5983f9f8ee4ccf"/>
              </a:rPr>
              <a:t>onshape-to-build</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285910218"/>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681" name="Google Shape;2681;p41">
            <a:extLst xmlns:a="http://schemas.openxmlformats.org/drawingml/2006/main">
              <a:ext uri="{FF2B5EF4-FFF2-40B4-BE49-F238E27FC236}">
                <a16:creationId xmlns:a16="http://schemas.microsoft.com/office/drawing/2014/main" id="{E38227AD-114B-4C69-B943-C922C70D9D96}"/>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82" name="Google Shape;2682;p41">
            <a:extLst xmlns:a="http://schemas.openxmlformats.org/drawingml/2006/main">
              <a:ext uri="{FF2B5EF4-FFF2-40B4-BE49-F238E27FC236}">
                <a16:creationId xmlns:a16="http://schemas.microsoft.com/office/drawing/2014/main" id="{096818DD-E2CD-4405-98FF-BE542148B59E}"/>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VEX IQ DESIGN</a:t>
            </a:r>
            <a:endParaRPr sz="1050" b="0" i="0" u="none" cap="none">
              <a:solidFill>
                <a:schemeClr val="dk1"/>
              </a:solidFill>
              <a:latin typeface="Arial"/>
              <a:ea typeface="Arial"/>
              <a:cs typeface="Arial"/>
            </a:endParaRPr>
          </a:p>
        </p:txBody>
      </p:sp>
      <p:sp>
        <p:nvSpPr>
          <p:cNvPr id="2683" name="Google Shape;2683;p41">
            <a:extLst xmlns:a="http://schemas.openxmlformats.org/drawingml/2006/main">
              <a:ext uri="{FF2B5EF4-FFF2-40B4-BE49-F238E27FC236}">
                <a16:creationId xmlns:a16="http://schemas.microsoft.com/office/drawing/2014/main" id="{CB1F1D66-6643-4169-AB5C-51FF4F5FF69D}"/>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684" name="Google Shape;2684;p41">
            <a:extLst xmlns:a="http://schemas.openxmlformats.org/drawingml/2006/main">
              <a:ext uri="{FF2B5EF4-FFF2-40B4-BE49-F238E27FC236}">
                <a16:creationId xmlns:a16="http://schemas.microsoft.com/office/drawing/2014/main" id="{515507CB-6640-49E5-8BC2-58CACA91BF4D}"/>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CAD / Design Drawing — Scoring</a:t>
            </a:r>
            <a:endParaRPr sz="2200" b="0" i="0" u="none" cap="none">
              <a:solidFill>
                <a:schemeClr val="dk1"/>
              </a:solidFill>
              <a:latin typeface="Arial"/>
              <a:ea typeface="Arial"/>
              <a:cs typeface="Arial"/>
            </a:endParaRPr>
          </a:p>
        </p:txBody>
      </p:sp>
      <p:sp>
        <p:nvSpPr>
          <p:cNvPr id="2685" name="Google Shape;2685;p41">
            <a:extLst xmlns:a="http://schemas.openxmlformats.org/drawingml/2006/main">
              <a:ext uri="{FF2B5EF4-FFF2-40B4-BE49-F238E27FC236}">
                <a16:creationId xmlns:a16="http://schemas.microsoft.com/office/drawing/2014/main" id="{AFC0752A-2AA6-49BB-88A0-42209F6E3696}"/>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Show a labeled sketch or optional CAD view, key dimensions, VEX IQ parts and connections, and each revision made from test evidence.</a:t>
            </a:r>
            <a:endParaRPr sz="900" b="0" i="0" u="none" cap="none">
              <a:solidFill>
                <a:schemeClr val="dk1"/>
              </a:solidFill>
              <a:latin typeface="Arial"/>
              <a:ea typeface="Arial"/>
              <a:cs typeface="Arial"/>
            </a:endParaRPr>
          </a:p>
        </p:txBody>
      </p:sp>
      <p:sp>
        <p:nvSpPr>
          <p:cNvPr id="2686" name="Google Shape;2686;p41">
            <a:extLst xmlns:a="http://schemas.openxmlformats.org/drawingml/2006/main">
              <a:ext uri="{FF2B5EF4-FFF2-40B4-BE49-F238E27FC236}">
                <a16:creationId xmlns:a16="http://schemas.microsoft.com/office/drawing/2014/main" id="{B41216E4-B3AC-4FBB-9220-B58820845A57}"/>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87" name="Google Shape;2687;p41">
            <a:extLst xmlns:a="http://schemas.openxmlformats.org/drawingml/2006/main">
              <a:ext uri="{FF2B5EF4-FFF2-40B4-BE49-F238E27FC236}">
                <a16:creationId xmlns:a16="http://schemas.microsoft.com/office/drawing/2014/main" id="{E43D9A99-FB4E-491A-A497-B5F7389C1862}"/>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39 / 61</a:t>
            </a:r>
            <a:endParaRPr sz="900" b="0" i="0" u="none" cap="none">
              <a:solidFill>
                <a:schemeClr val="dk1"/>
              </a:solidFill>
              <a:latin typeface="Arial"/>
              <a:ea typeface="Arial"/>
              <a:cs typeface="Arial"/>
            </a:endParaRPr>
          </a:p>
        </p:txBody>
      </p:sp>
      <p:sp>
        <p:nvSpPr>
          <p:cNvPr id="2688" name="Google Shape;2688;p41">
            <a:extLst xmlns:a="http://schemas.openxmlformats.org/drawingml/2006/main">
              <a:ext uri="{FF2B5EF4-FFF2-40B4-BE49-F238E27FC236}">
                <a16:creationId xmlns:a16="http://schemas.microsoft.com/office/drawing/2014/main" id="{B7C43B56-2C21-4C67-B978-0F95E322D5B1}"/>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689" name="Google Shape;2689;p41">
            <a:extLst xmlns:a="http://schemas.openxmlformats.org/drawingml/2006/main">
              <a:ext uri="{FF2B5EF4-FFF2-40B4-BE49-F238E27FC236}">
                <a16:creationId xmlns:a16="http://schemas.microsoft.com/office/drawing/2014/main" id="{AB3C609F-0EA9-475D-9AF5-F56D94C0B97C}"/>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90" name="Google Shape;2690;p41">
            <a:extLst xmlns:a="http://schemas.openxmlformats.org/drawingml/2006/main">
              <a:ext uri="{FF2B5EF4-FFF2-40B4-BE49-F238E27FC236}">
                <a16:creationId xmlns:a16="http://schemas.microsoft.com/office/drawing/2014/main" id="{1D728546-E49B-4B83-A337-D4CA9EA268DF}"/>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[Labeled sketch or optional CAD view — annotate dimensions, ports, motion, and key connections]</a:t>
            </a:r>
            <a:endParaRPr sz="1000" b="0" i="0" u="none" cap="none">
              <a:solidFill>
                <a:schemeClr val="dk1"/>
              </a:solidFill>
              <a:latin typeface="Arial"/>
              <a:ea typeface="Arial"/>
              <a:cs typeface="Arial"/>
            </a:endParaRPr>
          </a:p>
        </p:txBody>
      </p:sp>
      <p:sp>
        <p:nvSpPr>
          <p:cNvPr id="2691" name="Google Shape;2691;p41">
            <a:extLst xmlns:a="http://schemas.openxmlformats.org/drawingml/2006/main">
              <a:ext uri="{FF2B5EF4-FFF2-40B4-BE49-F238E27FC236}">
                <a16:creationId xmlns:a16="http://schemas.microsoft.com/office/drawing/2014/main" id="{C7E30583-BAD9-49E3-9DEE-CAD1B5A2D7AA}"/>
              </a:ext>
            </a:extLst>
          </p:cNvPr>
          <p:cNvSpPr>
            <a:spLocks xmlns:a="http://schemas.openxmlformats.org/drawingml/2006/main" noGrp="1"/>
          </p:cNvSpPr>
          <p:nvPr/>
        </p:nvSpPr>
        <p:spPr>
          <a:xfrm xmlns:a="http://schemas.openxmlformats.org/drawingml/2006/main">
            <a:off x="2743200" y="107899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KEY SPECIFICATIONS</a:t>
            </a:r>
            <a:endParaRPr sz="900" b="0" i="0" u="none" cap="none">
              <a:solidFill>
                <a:schemeClr val="dk1"/>
              </a:solidFill>
              <a:latin typeface="Arial"/>
              <a:ea typeface="Arial"/>
              <a:cs typeface="Arial"/>
            </a:endParaRPr>
          </a:p>
        </p:txBody>
      </p:sp>
      <p:sp>
        <p:nvSpPr>
          <p:cNvPr id="2692" name="Google Shape;2692;p41">
            <a:extLst xmlns:a="http://schemas.openxmlformats.org/drawingml/2006/main">
              <a:ext uri="{FF2B5EF4-FFF2-40B4-BE49-F238E27FC236}">
                <a16:creationId xmlns:a16="http://schemas.microsoft.com/office/drawing/2014/main" id="{AE64524E-880C-4E87-8033-4C9D0F117092}"/>
              </a:ext>
            </a:extLst>
          </p:cNvPr>
          <p:cNvSpPr>
            <a:spLocks xmlns:a="http://schemas.openxmlformats.org/drawingml/2006/main" noGrp="1"/>
          </p:cNvSpPr>
          <p:nvPr/>
        </p:nvSpPr>
        <p:spPr>
          <a:xfrm xmlns:a="http://schemas.openxmlformats.org/drawingml/2006/main">
            <a:off x="2743200" y="1298448"/>
            <a:ext cx="6080760" cy="20116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693" name="Google Shape;2693;p41">
            <a:extLst xmlns:a="http://schemas.openxmlformats.org/drawingml/2006/main">
              <a:ext uri="{FF2B5EF4-FFF2-40B4-BE49-F238E27FC236}">
                <a16:creationId xmlns:a16="http://schemas.microsoft.com/office/drawing/2014/main" id="{80A7DE70-C37A-4366-A741-DB9A883F0933}"/>
              </a:ext>
            </a:extLst>
          </p:cNvPr>
          <p:cNvSpPr>
            <a:spLocks xmlns:a="http://schemas.openxmlformats.org/drawingml/2006/main" noGrp="1"/>
          </p:cNvSpPr>
          <p:nvPr/>
        </p:nvSpPr>
        <p:spPr>
          <a:xfrm xmlns:a="http://schemas.openxmlformats.org/drawingml/2006/main">
            <a:off x="2798064" y="1298448"/>
            <a:ext cx="1499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Spec</a:t>
            </a:r>
            <a:endParaRPr sz="850" b="0" i="0" u="none" cap="none">
              <a:solidFill>
                <a:schemeClr val="dk1"/>
              </a:solidFill>
              <a:latin typeface="Arial"/>
              <a:ea typeface="Arial"/>
              <a:cs typeface="Arial"/>
            </a:endParaRPr>
          </a:p>
        </p:txBody>
      </p:sp>
      <p:sp>
        <p:nvSpPr>
          <p:cNvPr id="2694" name="Google Shape;2694;p41">
            <a:extLst xmlns:a="http://schemas.openxmlformats.org/drawingml/2006/main">
              <a:ext uri="{FF2B5EF4-FFF2-40B4-BE49-F238E27FC236}">
                <a16:creationId xmlns:a16="http://schemas.microsoft.com/office/drawing/2014/main" id="{B68F9264-A0BE-4F3A-8E96-37943F5B0232}"/>
              </a:ext>
            </a:extLst>
          </p:cNvPr>
          <p:cNvSpPr>
            <a:spLocks xmlns:a="http://schemas.openxmlformats.org/drawingml/2006/main" noGrp="1"/>
          </p:cNvSpPr>
          <p:nvPr/>
        </p:nvSpPr>
        <p:spPr>
          <a:xfrm xmlns:a="http://schemas.openxmlformats.org/drawingml/2006/main">
            <a:off x="4352544" y="1298448"/>
            <a:ext cx="44714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Value</a:t>
            </a:r>
            <a:endParaRPr sz="850" b="0" i="0" u="none" cap="none">
              <a:solidFill>
                <a:schemeClr val="dk1"/>
              </a:solidFill>
              <a:latin typeface="Arial"/>
              <a:ea typeface="Arial"/>
              <a:cs typeface="Arial"/>
            </a:endParaRPr>
          </a:p>
        </p:txBody>
      </p:sp>
      <p:sp>
        <p:nvSpPr>
          <p:cNvPr id="2695" name="Google Shape;2695;p41">
            <a:extLst xmlns:a="http://schemas.openxmlformats.org/drawingml/2006/main">
              <a:ext uri="{FF2B5EF4-FFF2-40B4-BE49-F238E27FC236}">
                <a16:creationId xmlns:a16="http://schemas.microsoft.com/office/drawing/2014/main" id="{C236A65F-AFDF-48C7-A3D1-4108031C5962}"/>
              </a:ext>
            </a:extLst>
          </p:cNvPr>
          <p:cNvSpPr>
            <a:spLocks xmlns:a="http://schemas.openxmlformats.org/drawingml/2006/main" noGrp="1"/>
          </p:cNvSpPr>
          <p:nvPr/>
        </p:nvSpPr>
        <p:spPr>
          <a:xfrm xmlns:a="http://schemas.openxmlformats.org/drawingml/2006/main">
            <a:off x="2743200" y="1499616"/>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05" name="Google Shape;2696;p41"/>
          <p:cNvCxnSpPr/>
          <p:nvPr/>
        </p:nvCxnSpPr>
        <p:spPr>
          <a:xfrm xmlns:a="http://schemas.openxmlformats.org/drawingml/2006/main">
            <a:off x="2743200" y="169712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697" name="Google Shape;2697;p41">
            <a:extLst xmlns:a="http://schemas.openxmlformats.org/drawingml/2006/main">
              <a:ext uri="{FF2B5EF4-FFF2-40B4-BE49-F238E27FC236}">
                <a16:creationId xmlns:a16="http://schemas.microsoft.com/office/drawing/2014/main" id="{478D855A-111A-43EA-B33E-72B9BEAA29CF}"/>
              </a:ext>
            </a:extLst>
          </p:cNvPr>
          <p:cNvSpPr>
            <a:spLocks xmlns:a="http://schemas.openxmlformats.org/drawingml/2006/main" noGrp="1"/>
          </p:cNvSpPr>
          <p:nvPr/>
        </p:nvSpPr>
        <p:spPr>
          <a:xfrm xmlns:a="http://schemas.openxmlformats.org/drawingml/2006/main">
            <a:off x="2798064" y="149961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Dimensions</a:t>
            </a:r>
            <a:endParaRPr sz="850" b="0" i="0" u="none" cap="none">
              <a:solidFill>
                <a:schemeClr val="dk1"/>
              </a:solidFill>
              <a:latin typeface="Arial"/>
              <a:ea typeface="Arial"/>
              <a:cs typeface="Arial"/>
            </a:endParaRPr>
          </a:p>
        </p:txBody>
      </p:sp>
      <p:sp>
        <p:nvSpPr>
          <p:cNvPr id="2698" name="Google Shape;2698;p41">
            <a:extLst xmlns:a="http://schemas.openxmlformats.org/drawingml/2006/main">
              <a:ext uri="{FF2B5EF4-FFF2-40B4-BE49-F238E27FC236}">
                <a16:creationId xmlns:a16="http://schemas.microsoft.com/office/drawing/2014/main" id="{6D8D24C0-C7E4-4E1E-BB02-AD3AE481DA50}"/>
              </a:ext>
            </a:extLst>
          </p:cNvPr>
          <p:cNvSpPr>
            <a:spLocks xmlns:a="http://schemas.openxmlformats.org/drawingml/2006/main" noGrp="1"/>
          </p:cNvSpPr>
          <p:nvPr/>
        </p:nvSpPr>
        <p:spPr>
          <a:xfrm xmlns:a="http://schemas.openxmlformats.org/drawingml/2006/main">
            <a:off x="4352544" y="149961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 × W × H]</a:t>
            </a:r>
            <a:endParaRPr sz="850" b="0" i="0" u="none" cap="none">
              <a:solidFill>
                <a:schemeClr val="dk1"/>
              </a:solidFill>
              <a:latin typeface="Arial"/>
              <a:ea typeface="Arial"/>
              <a:cs typeface="Arial"/>
            </a:endParaRPr>
          </a:p>
        </p:txBody>
      </p:sp>
      <p:cxnSp>
        <p:nvCxnSpPr>
          <p:cNvPr id="2908" name="Google Shape;2699;p41"/>
          <p:cNvCxnSpPr/>
          <p:nvPr/>
        </p:nvCxnSpPr>
        <p:spPr>
          <a:xfrm xmlns:a="http://schemas.openxmlformats.org/drawingml/2006/main">
            <a:off x="2743200" y="189463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00" name="Google Shape;2700;p41">
            <a:extLst xmlns:a="http://schemas.openxmlformats.org/drawingml/2006/main">
              <a:ext uri="{FF2B5EF4-FFF2-40B4-BE49-F238E27FC236}">
                <a16:creationId xmlns:a16="http://schemas.microsoft.com/office/drawing/2014/main" id="{2483AA95-CFE3-40E0-9555-AD16534FE245}"/>
              </a:ext>
            </a:extLst>
          </p:cNvPr>
          <p:cNvSpPr>
            <a:spLocks xmlns:a="http://schemas.openxmlformats.org/drawingml/2006/main" noGrp="1"/>
          </p:cNvSpPr>
          <p:nvPr/>
        </p:nvSpPr>
        <p:spPr>
          <a:xfrm xmlns:a="http://schemas.openxmlformats.org/drawingml/2006/main">
            <a:off x="2798064" y="169712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 estimate</a:t>
            </a:r>
            <a:endParaRPr sz="850" b="0" i="0" u="none" cap="none">
              <a:solidFill>
                <a:schemeClr val="dk1"/>
              </a:solidFill>
              <a:latin typeface="Arial"/>
              <a:ea typeface="Arial"/>
              <a:cs typeface="Arial"/>
            </a:endParaRPr>
          </a:p>
        </p:txBody>
      </p:sp>
      <p:sp>
        <p:nvSpPr>
          <p:cNvPr id="2701" name="Google Shape;2701;p41">
            <a:extLst xmlns:a="http://schemas.openxmlformats.org/drawingml/2006/main">
              <a:ext uri="{FF2B5EF4-FFF2-40B4-BE49-F238E27FC236}">
                <a16:creationId xmlns:a16="http://schemas.microsoft.com/office/drawing/2014/main" id="{9DB41EA2-3C74-4DAC-9BFA-7617CCF8DF05}"/>
              </a:ext>
            </a:extLst>
          </p:cNvPr>
          <p:cNvSpPr>
            <a:spLocks xmlns:a="http://schemas.openxmlformats.org/drawingml/2006/main" noGrp="1"/>
          </p:cNvSpPr>
          <p:nvPr/>
        </p:nvSpPr>
        <p:spPr>
          <a:xfrm xmlns:a="http://schemas.openxmlformats.org/drawingml/2006/main">
            <a:off x="4352544" y="169712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[g]</a:t>
            </a:r>
            <a:endParaRPr sz="850" b="0" i="0" u="none" cap="none">
              <a:solidFill>
                <a:schemeClr val="dk1"/>
              </a:solidFill>
              <a:latin typeface="Arial"/>
              <a:ea typeface="Arial"/>
              <a:cs typeface="Arial"/>
            </a:endParaRPr>
          </a:p>
        </p:txBody>
      </p:sp>
      <p:sp>
        <p:nvSpPr>
          <p:cNvPr id="2702" name="Google Shape;2702;p41">
            <a:extLst xmlns:a="http://schemas.openxmlformats.org/drawingml/2006/main">
              <a:ext uri="{FF2B5EF4-FFF2-40B4-BE49-F238E27FC236}">
                <a16:creationId xmlns:a16="http://schemas.microsoft.com/office/drawing/2014/main" id="{018D41F8-D77D-4419-A1B7-39870CDEAC59}"/>
              </a:ext>
            </a:extLst>
          </p:cNvPr>
          <p:cNvSpPr>
            <a:spLocks xmlns:a="http://schemas.openxmlformats.org/drawingml/2006/main" noGrp="1"/>
          </p:cNvSpPr>
          <p:nvPr/>
        </p:nvSpPr>
        <p:spPr>
          <a:xfrm xmlns:a="http://schemas.openxmlformats.org/drawingml/2006/main">
            <a:off x="2743200" y="1894637"/>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12" name="Google Shape;2703;p41"/>
          <p:cNvCxnSpPr/>
          <p:nvPr/>
        </p:nvCxnSpPr>
        <p:spPr>
          <a:xfrm xmlns:a="http://schemas.openxmlformats.org/drawingml/2006/main">
            <a:off x="2743200" y="209214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04" name="Google Shape;2704;p41">
            <a:extLst xmlns:a="http://schemas.openxmlformats.org/drawingml/2006/main">
              <a:ext uri="{FF2B5EF4-FFF2-40B4-BE49-F238E27FC236}">
                <a16:creationId xmlns:a16="http://schemas.microsoft.com/office/drawing/2014/main" id="{C692D1EB-3381-4A35-85F8-EBE237788E5C}"/>
              </a:ext>
            </a:extLst>
          </p:cNvPr>
          <p:cNvSpPr>
            <a:spLocks xmlns:a="http://schemas.openxmlformats.org/drawingml/2006/main" noGrp="1"/>
          </p:cNvSpPr>
          <p:nvPr/>
        </p:nvSpPr>
        <p:spPr>
          <a:xfrm xmlns:a="http://schemas.openxmlformats.org/drawingml/2006/main">
            <a:off x="2798064" y="189463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 count</a:t>
            </a:r>
            <a:endParaRPr sz="850" b="0" i="0" u="none" cap="none">
              <a:solidFill>
                <a:schemeClr val="dk1"/>
              </a:solidFill>
              <a:latin typeface="Arial"/>
              <a:ea typeface="Arial"/>
              <a:cs typeface="Arial"/>
            </a:endParaRPr>
          </a:p>
        </p:txBody>
      </p:sp>
      <p:sp>
        <p:nvSpPr>
          <p:cNvPr id="2705" name="Google Shape;2705;p41">
            <a:extLst xmlns:a="http://schemas.openxmlformats.org/drawingml/2006/main">
              <a:ext uri="{FF2B5EF4-FFF2-40B4-BE49-F238E27FC236}">
                <a16:creationId xmlns:a16="http://schemas.microsoft.com/office/drawing/2014/main" id="{CF02C462-473D-44FD-BF74-B4F6DA9DFC5E}"/>
              </a:ext>
            </a:extLst>
          </p:cNvPr>
          <p:cNvSpPr>
            <a:spLocks xmlns:a="http://schemas.openxmlformats.org/drawingml/2006/main" noGrp="1"/>
          </p:cNvSpPr>
          <p:nvPr/>
        </p:nvSpPr>
        <p:spPr>
          <a:xfrm xmlns:a="http://schemas.openxmlformats.org/drawingml/2006/main">
            <a:off x="4352544" y="189463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  @ [ratio]</a:t>
            </a:r>
            <a:endParaRPr sz="850" b="0" i="0" u="none" cap="none">
              <a:solidFill>
                <a:schemeClr val="dk1"/>
              </a:solidFill>
              <a:latin typeface="Arial"/>
              <a:ea typeface="Arial"/>
              <a:cs typeface="Arial"/>
            </a:endParaRPr>
          </a:p>
        </p:txBody>
      </p:sp>
      <p:cxnSp>
        <p:nvCxnSpPr>
          <p:cNvPr id="2915" name="Google Shape;2706;p41"/>
          <p:cNvCxnSpPr/>
          <p:nvPr/>
        </p:nvCxnSpPr>
        <p:spPr>
          <a:xfrm xmlns:a="http://schemas.openxmlformats.org/drawingml/2006/main">
            <a:off x="2743200" y="228965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07" name="Google Shape;2707;p41">
            <a:extLst xmlns:a="http://schemas.openxmlformats.org/drawingml/2006/main">
              <a:ext uri="{FF2B5EF4-FFF2-40B4-BE49-F238E27FC236}">
                <a16:creationId xmlns:a16="http://schemas.microsoft.com/office/drawing/2014/main" id="{AFBD54AE-FA5E-41FD-93F3-87E0D1D25DF3}"/>
              </a:ext>
            </a:extLst>
          </p:cNvPr>
          <p:cNvSpPr>
            <a:spLocks xmlns:a="http://schemas.openxmlformats.org/drawingml/2006/main" noGrp="1"/>
          </p:cNvSpPr>
          <p:nvPr/>
        </p:nvSpPr>
        <p:spPr>
          <a:xfrm xmlns:a="http://schemas.openxmlformats.org/drawingml/2006/main">
            <a:off x="2798064" y="209214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Motion type</a:t>
            </a:r>
            <a:endParaRPr sz="850" b="0" i="0" u="none" cap="none">
              <a:solidFill>
                <a:schemeClr val="dk1"/>
              </a:solidFill>
              <a:latin typeface="Arial"/>
              <a:ea typeface="Arial"/>
              <a:cs typeface="Arial"/>
            </a:endParaRPr>
          </a:p>
        </p:txBody>
      </p:sp>
      <p:sp>
        <p:nvSpPr>
          <p:cNvPr id="2708" name="Google Shape;2708;p41">
            <a:extLst xmlns:a="http://schemas.openxmlformats.org/drawingml/2006/main">
              <a:ext uri="{FF2B5EF4-FFF2-40B4-BE49-F238E27FC236}">
                <a16:creationId xmlns:a16="http://schemas.microsoft.com/office/drawing/2014/main" id="{8DE64F2F-E04A-426F-854F-EEEEE291065E}"/>
              </a:ext>
            </a:extLst>
          </p:cNvPr>
          <p:cNvSpPr>
            <a:spLocks xmlns:a="http://schemas.openxmlformats.org/drawingml/2006/main" noGrp="1"/>
          </p:cNvSpPr>
          <p:nvPr/>
        </p:nvSpPr>
        <p:spPr>
          <a:xfrm xmlns:a="http://schemas.openxmlformats.org/drawingml/2006/main">
            <a:off x="4352544" y="209214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rotational lift]</a:t>
            </a:r>
            <a:endParaRPr sz="850" b="0" i="0" u="none" cap="none">
              <a:solidFill>
                <a:schemeClr val="dk1"/>
              </a:solidFill>
              <a:latin typeface="Arial"/>
              <a:ea typeface="Arial"/>
              <a:cs typeface="Arial"/>
            </a:endParaRPr>
          </a:p>
        </p:txBody>
      </p:sp>
      <p:sp>
        <p:nvSpPr>
          <p:cNvPr id="2709" name="Google Shape;2709;p41">
            <a:extLst xmlns:a="http://schemas.openxmlformats.org/drawingml/2006/main">
              <a:ext uri="{FF2B5EF4-FFF2-40B4-BE49-F238E27FC236}">
                <a16:creationId xmlns:a16="http://schemas.microsoft.com/office/drawing/2014/main" id="{2C1BB709-BE59-4F6F-9BC5-4A265C76F3D1}"/>
              </a:ext>
            </a:extLst>
          </p:cNvPr>
          <p:cNvSpPr>
            <a:spLocks xmlns:a="http://schemas.openxmlformats.org/drawingml/2006/main" noGrp="1"/>
          </p:cNvSpPr>
          <p:nvPr/>
        </p:nvSpPr>
        <p:spPr>
          <a:xfrm xmlns:a="http://schemas.openxmlformats.org/drawingml/2006/main">
            <a:off x="2743200" y="2289658"/>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19" name="Google Shape;2710;p41"/>
          <p:cNvCxnSpPr/>
          <p:nvPr/>
        </p:nvCxnSpPr>
        <p:spPr>
          <a:xfrm xmlns:a="http://schemas.openxmlformats.org/drawingml/2006/main">
            <a:off x="2743200" y="248716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11" name="Google Shape;2711;p41">
            <a:extLst xmlns:a="http://schemas.openxmlformats.org/drawingml/2006/main">
              <a:ext uri="{FF2B5EF4-FFF2-40B4-BE49-F238E27FC236}">
                <a16:creationId xmlns:a16="http://schemas.microsoft.com/office/drawing/2014/main" id="{DB3E8F58-B33D-4C5A-8447-7F219A10CB19}"/>
              </a:ext>
            </a:extLst>
          </p:cNvPr>
          <p:cNvSpPr>
            <a:spLocks xmlns:a="http://schemas.openxmlformats.org/drawingml/2006/main" noGrp="1"/>
          </p:cNvSpPr>
          <p:nvPr/>
        </p:nvSpPr>
        <p:spPr>
          <a:xfrm xmlns:a="http://schemas.openxmlformats.org/drawingml/2006/main">
            <a:off x="2798064" y="2289658"/>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Mount point</a:t>
            </a:r>
            <a:endParaRPr sz="850" b="0" i="0" u="none" cap="none">
              <a:solidFill>
                <a:schemeClr val="dk1"/>
              </a:solidFill>
              <a:latin typeface="Arial"/>
              <a:ea typeface="Arial"/>
              <a:cs typeface="Arial"/>
            </a:endParaRPr>
          </a:p>
        </p:txBody>
      </p:sp>
      <p:sp>
        <p:nvSpPr>
          <p:cNvPr id="2712" name="Google Shape;2712;p41">
            <a:extLst xmlns:a="http://schemas.openxmlformats.org/drawingml/2006/main">
              <a:ext uri="{FF2B5EF4-FFF2-40B4-BE49-F238E27FC236}">
                <a16:creationId xmlns:a16="http://schemas.microsoft.com/office/drawing/2014/main" id="{904A57F5-9495-4BE8-BE55-AE5C6DF18EB8}"/>
              </a:ext>
            </a:extLst>
          </p:cNvPr>
          <p:cNvSpPr>
            <a:spLocks xmlns:a="http://schemas.openxmlformats.org/drawingml/2006/main" noGrp="1"/>
          </p:cNvSpPr>
          <p:nvPr/>
        </p:nvSpPr>
        <p:spPr>
          <a:xfrm xmlns:a="http://schemas.openxmlformats.org/drawingml/2006/main">
            <a:off x="4352544" y="2289658"/>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[where on chassis]</a:t>
            </a:r>
            <a:endParaRPr sz="850" b="0" i="0" u="none" cap="none">
              <a:solidFill>
                <a:schemeClr val="dk1"/>
              </a:solidFill>
              <a:latin typeface="Arial"/>
              <a:ea typeface="Arial"/>
              <a:cs typeface="Arial"/>
            </a:endParaRPr>
          </a:p>
        </p:txBody>
      </p:sp>
      <p:sp>
        <p:nvSpPr>
          <p:cNvPr id="2713" name="Google Shape;2713;p41">
            <a:extLst xmlns:a="http://schemas.openxmlformats.org/drawingml/2006/main">
              <a:ext uri="{FF2B5EF4-FFF2-40B4-BE49-F238E27FC236}">
                <a16:creationId xmlns:a16="http://schemas.microsoft.com/office/drawing/2014/main" id="{4EE44DF3-F4F1-442F-811B-26B846806E96}"/>
              </a:ext>
            </a:extLst>
          </p:cNvPr>
          <p:cNvSpPr>
            <a:spLocks xmlns:a="http://schemas.openxmlformats.org/drawingml/2006/main" noGrp="1"/>
          </p:cNvSpPr>
          <p:nvPr/>
        </p:nvSpPr>
        <p:spPr>
          <a:xfrm xmlns:a="http://schemas.openxmlformats.org/drawingml/2006/main">
            <a:off x="2743200" y="1298448"/>
            <a:ext cx="608076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14" name="Google Shape;2714;p41">
            <a:extLst xmlns:a="http://schemas.openxmlformats.org/drawingml/2006/main">
              <a:ext uri="{FF2B5EF4-FFF2-40B4-BE49-F238E27FC236}">
                <a16:creationId xmlns:a16="http://schemas.microsoft.com/office/drawing/2014/main" id="{525CA7F7-E592-458A-8C48-C1F68890C287}"/>
              </a:ext>
            </a:extLst>
          </p:cNvPr>
          <p:cNvSpPr>
            <a:spLocks xmlns:a="http://schemas.openxmlformats.org/drawingml/2006/main" noGrp="1"/>
          </p:cNvSpPr>
          <p:nvPr/>
        </p:nvSpPr>
        <p:spPr>
          <a:xfrm xmlns:a="http://schemas.openxmlformats.org/drawingml/2006/main">
            <a:off x="2743200" y="254203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VEX IQ PARTS &amp; CONNECTIONS</a:t>
            </a:r>
            <a:endParaRPr sz="900" b="0" i="0" u="none" cap="none">
              <a:solidFill>
                <a:schemeClr val="dk1"/>
              </a:solidFill>
              <a:latin typeface="Arial"/>
              <a:ea typeface="Arial"/>
              <a:cs typeface="Arial"/>
            </a:endParaRPr>
          </a:p>
        </p:txBody>
      </p:sp>
      <p:sp>
        <p:nvSpPr>
          <p:cNvPr id="2715" name="Google Shape;2715;p41">
            <a:extLst xmlns:a="http://schemas.openxmlformats.org/drawingml/2006/main">
              <a:ext uri="{FF2B5EF4-FFF2-40B4-BE49-F238E27FC236}">
                <a16:creationId xmlns:a16="http://schemas.microsoft.com/office/drawing/2014/main" id="{2D6D5C6D-79B7-43D7-8D3F-465FE81FCC15}"/>
              </a:ext>
            </a:extLst>
          </p:cNvPr>
          <p:cNvSpPr>
            <a:spLocks xmlns:a="http://schemas.openxmlformats.org/drawingml/2006/main" noGrp="1"/>
          </p:cNvSpPr>
          <p:nvPr/>
        </p:nvSpPr>
        <p:spPr>
          <a:xfrm xmlns:a="http://schemas.openxmlformats.org/drawingml/2006/main">
            <a:off x="2743200" y="2761488"/>
            <a:ext cx="6080760" cy="237744"/>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16" name="Google Shape;2716;p41">
            <a:extLst xmlns:a="http://schemas.openxmlformats.org/drawingml/2006/main">
              <a:ext uri="{FF2B5EF4-FFF2-40B4-BE49-F238E27FC236}">
                <a16:creationId xmlns:a16="http://schemas.microsoft.com/office/drawing/2014/main" id="{094ECCB1-9C24-45E9-AE0D-7C654BD95CBA}"/>
              </a:ext>
            </a:extLst>
          </p:cNvPr>
          <p:cNvSpPr>
            <a:spLocks xmlns:a="http://schemas.openxmlformats.org/drawingml/2006/main" noGrp="1"/>
          </p:cNvSpPr>
          <p:nvPr/>
        </p:nvSpPr>
        <p:spPr>
          <a:xfrm xmlns:a="http://schemas.openxmlformats.org/drawingml/2006/main">
            <a:off x="2798064" y="2761488"/>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717" name="Google Shape;2717;p41">
            <a:extLst xmlns:a="http://schemas.openxmlformats.org/drawingml/2006/main">
              <a:ext uri="{FF2B5EF4-FFF2-40B4-BE49-F238E27FC236}">
                <a16:creationId xmlns:a16="http://schemas.microsoft.com/office/drawing/2014/main" id="{7BF16418-BC00-4437-92E1-E7738EF6EB26}"/>
              </a:ext>
            </a:extLst>
          </p:cNvPr>
          <p:cNvSpPr>
            <a:spLocks xmlns:a="http://schemas.openxmlformats.org/drawingml/2006/main" noGrp="1"/>
          </p:cNvSpPr>
          <p:nvPr/>
        </p:nvSpPr>
        <p:spPr>
          <a:xfrm xmlns:a="http://schemas.openxmlformats.org/drawingml/2006/main">
            <a:off x="4352544" y="2761488"/>
            <a:ext cx="44714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718" name="Google Shape;2718;p41">
            <a:extLst xmlns:a="http://schemas.openxmlformats.org/drawingml/2006/main">
              <a:ext uri="{FF2B5EF4-FFF2-40B4-BE49-F238E27FC236}">
                <a16:creationId xmlns:a16="http://schemas.microsoft.com/office/drawing/2014/main" id="{E9631956-3F28-43D6-810F-C70CED4E86AC}"/>
              </a:ext>
            </a:extLst>
          </p:cNvPr>
          <p:cNvSpPr>
            <a:spLocks xmlns:a="http://schemas.openxmlformats.org/drawingml/2006/main" noGrp="1"/>
          </p:cNvSpPr>
          <p:nvPr/>
        </p:nvSpPr>
        <p:spPr>
          <a:xfrm xmlns:a="http://schemas.openxmlformats.org/drawingml/2006/main">
            <a:off x="2743200" y="2999232"/>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28" name="Google Shape;2719;p41"/>
          <p:cNvCxnSpPr/>
          <p:nvPr/>
        </p:nvCxnSpPr>
        <p:spPr>
          <a:xfrm xmlns:a="http://schemas.openxmlformats.org/drawingml/2006/main">
            <a:off x="2743200" y="316839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20" name="Google Shape;2720;p41">
            <a:extLst xmlns:a="http://schemas.openxmlformats.org/drawingml/2006/main">
              <a:ext uri="{FF2B5EF4-FFF2-40B4-BE49-F238E27FC236}">
                <a16:creationId xmlns:a16="http://schemas.microsoft.com/office/drawing/2014/main" id="{D5FD013B-E12E-49A9-BD8E-DDDEFD3B0AB9}"/>
              </a:ext>
            </a:extLst>
          </p:cNvPr>
          <p:cNvSpPr>
            <a:spLocks xmlns:a="http://schemas.openxmlformats.org/drawingml/2006/main" noGrp="1"/>
          </p:cNvSpPr>
          <p:nvPr/>
        </p:nvSpPr>
        <p:spPr>
          <a:xfrm xmlns:a="http://schemas.openxmlformats.org/drawingml/2006/main">
            <a:off x="2798064" y="2999232"/>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Primary parts</a:t>
            </a:r>
            <a:endParaRPr sz="850" b="0" i="0" u="none" cap="none">
              <a:solidFill>
                <a:schemeClr val="dk1"/>
              </a:solidFill>
              <a:latin typeface="Arial"/>
              <a:ea typeface="Arial"/>
              <a:cs typeface="Arial"/>
            </a:endParaRPr>
          </a:p>
        </p:txBody>
      </p:sp>
      <p:sp>
        <p:nvSpPr>
          <p:cNvPr id="2721" name="Google Shape;2721;p41">
            <a:extLst xmlns:a="http://schemas.openxmlformats.org/drawingml/2006/main">
              <a:ext uri="{FF2B5EF4-FFF2-40B4-BE49-F238E27FC236}">
                <a16:creationId xmlns:a16="http://schemas.microsoft.com/office/drawing/2014/main" id="{F960399C-A253-4C79-89AA-DA53216CC70C}"/>
              </a:ext>
            </a:extLst>
          </p:cNvPr>
          <p:cNvSpPr>
            <a:spLocks xmlns:a="http://schemas.openxmlformats.org/drawingml/2006/main" noGrp="1"/>
          </p:cNvSpPr>
          <p:nvPr/>
        </p:nvSpPr>
        <p:spPr>
          <a:xfrm xmlns:a="http://schemas.openxmlformats.org/drawingml/2006/main">
            <a:off x="4352544" y="2999232"/>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[beams / plates / gears / shafts / sensors]</a:t>
            </a:r>
            <a:endParaRPr sz="850" b="0" i="0" u="none" cap="none">
              <a:solidFill>
                <a:schemeClr val="dk1"/>
              </a:solidFill>
              <a:latin typeface="Arial"/>
              <a:ea typeface="Arial"/>
              <a:cs typeface="Arial"/>
            </a:endParaRPr>
          </a:p>
        </p:txBody>
      </p:sp>
      <p:cxnSp>
        <p:nvCxnSpPr>
          <p:cNvPr id="2931" name="Google Shape;2722;p41"/>
          <p:cNvCxnSpPr/>
          <p:nvPr/>
        </p:nvCxnSpPr>
        <p:spPr>
          <a:xfrm xmlns:a="http://schemas.openxmlformats.org/drawingml/2006/main">
            <a:off x="2743200" y="3337560"/>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23" name="Google Shape;2723;p41">
            <a:extLst xmlns:a="http://schemas.openxmlformats.org/drawingml/2006/main">
              <a:ext uri="{FF2B5EF4-FFF2-40B4-BE49-F238E27FC236}">
                <a16:creationId xmlns:a16="http://schemas.microsoft.com/office/drawing/2014/main" id="{D9C318AD-A71D-43DF-9B87-688CFBD40988}"/>
              </a:ext>
            </a:extLst>
          </p:cNvPr>
          <p:cNvSpPr>
            <a:spLocks xmlns:a="http://schemas.openxmlformats.org/drawingml/2006/main" noGrp="1"/>
          </p:cNvSpPr>
          <p:nvPr/>
        </p:nvSpPr>
        <p:spPr>
          <a:xfrm xmlns:a="http://schemas.openxmlformats.org/drawingml/2006/main">
            <a:off x="2798064" y="3168396"/>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Assembly method</a:t>
            </a:r>
            <a:endParaRPr sz="850" b="0" i="0" u="none" cap="none">
              <a:solidFill>
                <a:schemeClr val="dk1"/>
              </a:solidFill>
              <a:latin typeface="Arial"/>
              <a:ea typeface="Arial"/>
              <a:cs typeface="Arial"/>
            </a:endParaRPr>
          </a:p>
        </p:txBody>
      </p:sp>
      <p:sp>
        <p:nvSpPr>
          <p:cNvPr id="2724" name="Google Shape;2724;p41">
            <a:extLst xmlns:a="http://schemas.openxmlformats.org/drawingml/2006/main">
              <a:ext uri="{FF2B5EF4-FFF2-40B4-BE49-F238E27FC236}">
                <a16:creationId xmlns:a16="http://schemas.microsoft.com/office/drawing/2014/main" id="{89151F63-E2A8-4814-870C-50130FCDE4CB}"/>
              </a:ext>
            </a:extLst>
          </p:cNvPr>
          <p:cNvSpPr>
            <a:spLocks xmlns:a="http://schemas.openxmlformats.org/drawingml/2006/main" noGrp="1"/>
          </p:cNvSpPr>
          <p:nvPr/>
        </p:nvSpPr>
        <p:spPr>
          <a:xfrm xmlns:a="http://schemas.openxmlformats.org/drawingml/2006/main">
            <a:off x="4352544" y="3168396"/>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[pins / connectors / shaft collars / bracing]</a:t>
            </a:r>
            <a:endParaRPr sz="850" b="0" i="0" u="none" cap="none">
              <a:solidFill>
                <a:schemeClr val="dk1"/>
              </a:solidFill>
              <a:latin typeface="Arial"/>
              <a:ea typeface="Arial"/>
              <a:cs typeface="Arial"/>
            </a:endParaRPr>
          </a:p>
        </p:txBody>
      </p:sp>
      <p:sp>
        <p:nvSpPr>
          <p:cNvPr id="2725" name="Google Shape;2725;p41">
            <a:extLst xmlns:a="http://schemas.openxmlformats.org/drawingml/2006/main">
              <a:ext uri="{FF2B5EF4-FFF2-40B4-BE49-F238E27FC236}">
                <a16:creationId xmlns:a16="http://schemas.microsoft.com/office/drawing/2014/main" id="{CCCB6715-8420-4D75-9327-BC95C0491B6B}"/>
              </a:ext>
            </a:extLst>
          </p:cNvPr>
          <p:cNvSpPr>
            <a:spLocks xmlns:a="http://schemas.openxmlformats.org/drawingml/2006/main" noGrp="1"/>
          </p:cNvSpPr>
          <p:nvPr/>
        </p:nvSpPr>
        <p:spPr>
          <a:xfrm xmlns:a="http://schemas.openxmlformats.org/drawingml/2006/main">
            <a:off x="2743200" y="3337560"/>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35" name="Google Shape;2726;p41"/>
          <p:cNvCxnSpPr/>
          <p:nvPr/>
        </p:nvCxnSpPr>
        <p:spPr>
          <a:xfrm xmlns:a="http://schemas.openxmlformats.org/drawingml/2006/main">
            <a:off x="2743200" y="3506724"/>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27" name="Google Shape;2727;p41">
            <a:extLst xmlns:a="http://schemas.openxmlformats.org/drawingml/2006/main">
              <a:ext uri="{FF2B5EF4-FFF2-40B4-BE49-F238E27FC236}">
                <a16:creationId xmlns:a16="http://schemas.microsoft.com/office/drawing/2014/main" id="{41A8C507-9C1E-442C-B254-0585069C6C96}"/>
              </a:ext>
            </a:extLst>
          </p:cNvPr>
          <p:cNvSpPr>
            <a:spLocks xmlns:a="http://schemas.openxmlformats.org/drawingml/2006/main" noGrp="1"/>
          </p:cNvSpPr>
          <p:nvPr/>
        </p:nvSpPr>
        <p:spPr>
          <a:xfrm xmlns:a="http://schemas.openxmlformats.org/drawingml/2006/main">
            <a:off x="2798064" y="3337560"/>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Connection details</a:t>
            </a:r>
            <a:endParaRPr sz="850" b="0" i="0" u="none" cap="none">
              <a:solidFill>
                <a:schemeClr val="dk1"/>
              </a:solidFill>
              <a:latin typeface="Arial"/>
              <a:ea typeface="Arial"/>
              <a:cs typeface="Arial"/>
            </a:endParaRPr>
          </a:p>
        </p:txBody>
      </p:sp>
      <p:sp>
        <p:nvSpPr>
          <p:cNvPr id="2728" name="Google Shape;2728;p41">
            <a:extLst xmlns:a="http://schemas.openxmlformats.org/drawingml/2006/main">
              <a:ext uri="{FF2B5EF4-FFF2-40B4-BE49-F238E27FC236}">
                <a16:creationId xmlns:a16="http://schemas.microsoft.com/office/drawing/2014/main" id="{A57FFB88-B0F8-4DB5-AED5-B403D2C4674F}"/>
              </a:ext>
            </a:extLst>
          </p:cNvPr>
          <p:cNvSpPr>
            <a:spLocks xmlns:a="http://schemas.openxmlformats.org/drawingml/2006/main" noGrp="1"/>
          </p:cNvSpPr>
          <p:nvPr/>
        </p:nvSpPr>
        <p:spPr>
          <a:xfrm xmlns:a="http://schemas.openxmlformats.org/drawingml/2006/main">
            <a:off x="4352544" y="3337560"/>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 type / axle support / gear ratio / reinforcement]</a:t>
            </a:r>
            <a:endParaRPr sz="850" b="0" i="0" u="none" cap="none">
              <a:solidFill>
                <a:schemeClr val="dk1"/>
              </a:solidFill>
              <a:latin typeface="Arial"/>
              <a:ea typeface="Arial"/>
              <a:cs typeface="Arial"/>
            </a:endParaRPr>
          </a:p>
        </p:txBody>
      </p:sp>
      <p:cxnSp>
        <p:nvCxnSpPr>
          <p:cNvPr id="2938" name="Google Shape;2729;p41"/>
          <p:cNvCxnSpPr/>
          <p:nvPr/>
        </p:nvCxnSpPr>
        <p:spPr>
          <a:xfrm xmlns:a="http://schemas.openxmlformats.org/drawingml/2006/main">
            <a:off x="2743200" y="367588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30" name="Google Shape;2730;p41">
            <a:extLst xmlns:a="http://schemas.openxmlformats.org/drawingml/2006/main">
              <a:ext uri="{FF2B5EF4-FFF2-40B4-BE49-F238E27FC236}">
                <a16:creationId xmlns:a16="http://schemas.microsoft.com/office/drawing/2014/main" id="{ECC8B35A-F0C6-4BEF-BD37-3A2EE1DEF011}"/>
              </a:ext>
            </a:extLst>
          </p:cNvPr>
          <p:cNvSpPr>
            <a:spLocks xmlns:a="http://schemas.openxmlformats.org/drawingml/2006/main" noGrp="1"/>
          </p:cNvSpPr>
          <p:nvPr/>
        </p:nvSpPr>
        <p:spPr>
          <a:xfrm xmlns:a="http://schemas.openxmlformats.org/drawingml/2006/main">
            <a:off x="2798064" y="3506724"/>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Rules / criteria applied</a:t>
            </a:r>
            <a:endParaRPr sz="850" b="0" i="0" u="none" cap="none">
              <a:solidFill>
                <a:schemeClr val="dk1"/>
              </a:solidFill>
              <a:latin typeface="Arial"/>
              <a:ea typeface="Arial"/>
              <a:cs typeface="Arial"/>
            </a:endParaRPr>
          </a:p>
        </p:txBody>
      </p:sp>
      <p:sp>
        <p:nvSpPr>
          <p:cNvPr id="2731" name="Google Shape;2731;p41">
            <a:extLst xmlns:a="http://schemas.openxmlformats.org/drawingml/2006/main">
              <a:ext uri="{FF2B5EF4-FFF2-40B4-BE49-F238E27FC236}">
                <a16:creationId xmlns:a16="http://schemas.microsoft.com/office/drawing/2014/main" id="{32E92129-7469-479E-BBCE-A50D9A712C97}"/>
              </a:ext>
            </a:extLst>
          </p:cNvPr>
          <p:cNvSpPr>
            <a:spLocks xmlns:a="http://schemas.openxmlformats.org/drawingml/2006/main" noGrp="1"/>
          </p:cNvSpPr>
          <p:nvPr/>
        </p:nvSpPr>
        <p:spPr>
          <a:xfrm xmlns:a="http://schemas.openxmlformats.org/drawingml/2006/main">
            <a:off x="4352544" y="3506724"/>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[rule tags or design criteria]</a:t>
            </a:r>
            <a:endParaRPr sz="850" b="0" i="0" u="none" cap="none">
              <a:solidFill>
                <a:schemeClr val="dk1"/>
              </a:solidFill>
              <a:latin typeface="Arial"/>
              <a:ea typeface="Arial"/>
              <a:cs typeface="Arial"/>
            </a:endParaRPr>
          </a:p>
        </p:txBody>
      </p:sp>
      <p:sp>
        <p:nvSpPr>
          <p:cNvPr id="2732" name="Google Shape;2732;p41">
            <a:extLst xmlns:a="http://schemas.openxmlformats.org/drawingml/2006/main">
              <a:ext uri="{FF2B5EF4-FFF2-40B4-BE49-F238E27FC236}">
                <a16:creationId xmlns:a16="http://schemas.microsoft.com/office/drawing/2014/main" id="{C9DE27E2-E580-43A7-9E9C-9BAF11AED877}"/>
              </a:ext>
            </a:extLst>
          </p:cNvPr>
          <p:cNvSpPr>
            <a:spLocks xmlns:a="http://schemas.openxmlformats.org/drawingml/2006/main" noGrp="1"/>
          </p:cNvSpPr>
          <p:nvPr/>
        </p:nvSpPr>
        <p:spPr>
          <a:xfrm xmlns:a="http://schemas.openxmlformats.org/drawingml/2006/main">
            <a:off x="2743200" y="2761488"/>
            <a:ext cx="6080760" cy="9144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33" name="Google Shape;2733;p41">
            <a:extLst xmlns:a="http://schemas.openxmlformats.org/drawingml/2006/main">
              <a:ext uri="{FF2B5EF4-FFF2-40B4-BE49-F238E27FC236}">
                <a16:creationId xmlns:a16="http://schemas.microsoft.com/office/drawing/2014/main" id="{CD8572D2-AB93-4527-B044-510483EF8EA0}"/>
              </a:ext>
            </a:extLst>
          </p:cNvPr>
          <p:cNvSpPr>
            <a:spLocks xmlns:a="http://schemas.openxmlformats.org/drawingml/2006/main" noGrp="1"/>
          </p:cNvSpPr>
          <p:nvPr/>
        </p:nvSpPr>
        <p:spPr>
          <a:xfrm xmlns:a="http://schemas.openxmlformats.org/drawingml/2006/main">
            <a:off x="320040" y="42184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REVISION LOG</a:t>
            </a:r>
            <a:endParaRPr sz="900" b="0" i="0" u="none" cap="none">
              <a:solidFill>
                <a:schemeClr val="dk1"/>
              </a:solidFill>
              <a:latin typeface="Arial"/>
              <a:ea typeface="Arial"/>
              <a:cs typeface="Arial"/>
            </a:endParaRPr>
          </a:p>
        </p:txBody>
      </p:sp>
      <p:sp>
        <p:nvSpPr>
          <p:cNvPr id="2734" name="Google Shape;2734;p41">
            <a:extLst xmlns:a="http://schemas.openxmlformats.org/drawingml/2006/main">
              <a:ext uri="{FF2B5EF4-FFF2-40B4-BE49-F238E27FC236}">
                <a16:creationId xmlns:a16="http://schemas.microsoft.com/office/drawing/2014/main" id="{C08FD44B-C770-46E1-ABD4-1CD4DE4E7E69}"/>
              </a:ext>
            </a:extLst>
          </p:cNvPr>
          <p:cNvSpPr>
            <a:spLocks xmlns:a="http://schemas.openxmlformats.org/drawingml/2006/main" noGrp="1"/>
          </p:cNvSpPr>
          <p:nvPr/>
        </p:nvSpPr>
        <p:spPr>
          <a:xfrm xmlns:a="http://schemas.openxmlformats.org/drawingml/2006/main">
            <a:off x="320040" y="4437888"/>
            <a:ext cx="850392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35" name="Google Shape;2735;p41">
            <a:extLst xmlns:a="http://schemas.openxmlformats.org/drawingml/2006/main">
              <a:ext uri="{FF2B5EF4-FFF2-40B4-BE49-F238E27FC236}">
                <a16:creationId xmlns:a16="http://schemas.microsoft.com/office/drawing/2014/main" id="{D7CE9601-A33A-451B-9121-ED15082150CC}"/>
              </a:ext>
            </a:extLst>
          </p:cNvPr>
          <p:cNvSpPr>
            <a:spLocks xmlns:a="http://schemas.openxmlformats.org/drawingml/2006/main" noGrp="1"/>
          </p:cNvSpPr>
          <p:nvPr/>
        </p:nvSpPr>
        <p:spPr>
          <a:xfrm xmlns:a="http://schemas.openxmlformats.org/drawingml/2006/main">
            <a:off x="374904" y="4437888"/>
            <a:ext cx="7223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Version</a:t>
            </a:r>
            <a:endParaRPr sz="850" b="0" i="0" u="none" cap="none">
              <a:solidFill>
                <a:schemeClr val="dk1"/>
              </a:solidFill>
              <a:latin typeface="Arial"/>
              <a:ea typeface="Arial"/>
              <a:cs typeface="Arial"/>
            </a:endParaRPr>
          </a:p>
        </p:txBody>
      </p:sp>
      <p:sp>
        <p:nvSpPr>
          <p:cNvPr id="2736" name="Google Shape;2736;p41">
            <a:extLst xmlns:a="http://schemas.openxmlformats.org/drawingml/2006/main">
              <a:ext uri="{FF2B5EF4-FFF2-40B4-BE49-F238E27FC236}">
                <a16:creationId xmlns:a16="http://schemas.microsoft.com/office/drawing/2014/main" id="{B675A77D-E04C-4AAA-AE55-5601E06B8B27}"/>
              </a:ext>
            </a:extLst>
          </p:cNvPr>
          <p:cNvSpPr>
            <a:spLocks xmlns:a="http://schemas.openxmlformats.org/drawingml/2006/main" noGrp="1"/>
          </p:cNvSpPr>
          <p:nvPr/>
        </p:nvSpPr>
        <p:spPr>
          <a:xfrm xmlns:a="http://schemas.openxmlformats.org/drawingml/2006/main">
            <a:off x="1152144" y="4437888"/>
            <a:ext cx="108813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2737" name="Google Shape;2737;p41">
            <a:extLst xmlns:a="http://schemas.openxmlformats.org/drawingml/2006/main">
              <a:ext uri="{FF2B5EF4-FFF2-40B4-BE49-F238E27FC236}">
                <a16:creationId xmlns:a16="http://schemas.microsoft.com/office/drawing/2014/main" id="{04D4F327-A83B-400A-AE78-E655A9361610}"/>
              </a:ext>
            </a:extLst>
          </p:cNvPr>
          <p:cNvSpPr>
            <a:spLocks xmlns:a="http://schemas.openxmlformats.org/drawingml/2006/main" noGrp="1"/>
          </p:cNvSpPr>
          <p:nvPr/>
        </p:nvSpPr>
        <p:spPr>
          <a:xfrm xmlns:a="http://schemas.openxmlformats.org/drawingml/2006/main">
            <a:off x="2295144" y="4437888"/>
            <a:ext cx="65288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Change Description</a:t>
            </a:r>
            <a:endParaRPr sz="850" b="0" i="0" u="none" cap="none">
              <a:solidFill>
                <a:schemeClr val="dk1"/>
              </a:solidFill>
              <a:latin typeface="Arial"/>
              <a:ea typeface="Arial"/>
              <a:cs typeface="Arial"/>
            </a:endParaRPr>
          </a:p>
        </p:txBody>
      </p:sp>
      <p:sp>
        <p:nvSpPr>
          <p:cNvPr id="2738" name="Google Shape;2738;p41">
            <a:extLst xmlns:a="http://schemas.openxmlformats.org/drawingml/2006/main">
              <a:ext uri="{FF2B5EF4-FFF2-40B4-BE49-F238E27FC236}">
                <a16:creationId xmlns:a16="http://schemas.microsoft.com/office/drawing/2014/main" id="{16F54846-5E91-4FE8-B44D-E9229270E8CA}"/>
              </a:ext>
            </a:extLst>
          </p:cNvPr>
          <p:cNvSpPr>
            <a:spLocks xmlns:a="http://schemas.openxmlformats.org/drawingml/2006/main" noGrp="1"/>
          </p:cNvSpPr>
          <p:nvPr/>
        </p:nvSpPr>
        <p:spPr>
          <a:xfrm xmlns:a="http://schemas.openxmlformats.org/drawingml/2006/main">
            <a:off x="320040" y="4620768"/>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48" name="Google Shape;2739;p41"/>
          <p:cNvCxnSpPr/>
          <p:nvPr/>
        </p:nvCxnSpPr>
        <p:spPr>
          <a:xfrm xmlns:a="http://schemas.openxmlformats.org/drawingml/2006/main">
            <a:off x="320040" y="47792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40" name="Google Shape;2740;p41">
            <a:extLst xmlns:a="http://schemas.openxmlformats.org/drawingml/2006/main">
              <a:ext uri="{FF2B5EF4-FFF2-40B4-BE49-F238E27FC236}">
                <a16:creationId xmlns:a16="http://schemas.microsoft.com/office/drawing/2014/main" id="{0A7466AA-2122-49D3-B56E-AD3FB4F89C38}"/>
              </a:ext>
            </a:extLst>
          </p:cNvPr>
          <p:cNvSpPr>
            <a:spLocks xmlns:a="http://schemas.openxmlformats.org/drawingml/2006/main" noGrp="1"/>
          </p:cNvSpPr>
          <p:nvPr/>
        </p:nvSpPr>
        <p:spPr>
          <a:xfrm xmlns:a="http://schemas.openxmlformats.org/drawingml/2006/main">
            <a:off x="374904" y="4620768"/>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v0.1</a:t>
            </a:r>
            <a:endParaRPr sz="800" b="0" i="0" u="none" cap="none">
              <a:solidFill>
                <a:schemeClr val="dk1"/>
              </a:solidFill>
              <a:latin typeface="Arial"/>
              <a:ea typeface="Arial"/>
              <a:cs typeface="Arial"/>
            </a:endParaRPr>
          </a:p>
        </p:txBody>
      </p:sp>
      <p:sp>
        <p:nvSpPr>
          <p:cNvPr id="2741" name="Google Shape;2741;p41">
            <a:extLst xmlns:a="http://schemas.openxmlformats.org/drawingml/2006/main">
              <a:ext uri="{FF2B5EF4-FFF2-40B4-BE49-F238E27FC236}">
                <a16:creationId xmlns:a16="http://schemas.microsoft.com/office/drawing/2014/main" id="{E9DADBA2-3F7B-49FA-87D2-0B62838AC2D9}"/>
              </a:ext>
            </a:extLst>
          </p:cNvPr>
          <p:cNvSpPr>
            <a:spLocks xmlns:a="http://schemas.openxmlformats.org/drawingml/2006/main" noGrp="1"/>
          </p:cNvSpPr>
          <p:nvPr/>
        </p:nvSpPr>
        <p:spPr>
          <a:xfrm xmlns:a="http://schemas.openxmlformats.org/drawingml/2006/main">
            <a:off x="1152144" y="4620768"/>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742" name="Google Shape;2742;p41">
            <a:extLst xmlns:a="http://schemas.openxmlformats.org/drawingml/2006/main">
              <a:ext uri="{FF2B5EF4-FFF2-40B4-BE49-F238E27FC236}">
                <a16:creationId xmlns:a16="http://schemas.microsoft.com/office/drawing/2014/main" id="{EF1FA379-788F-427D-A297-DDEDE908959D}"/>
              </a:ext>
            </a:extLst>
          </p:cNvPr>
          <p:cNvSpPr>
            <a:spLocks xmlns:a="http://schemas.openxmlformats.org/drawingml/2006/main" noGrp="1"/>
          </p:cNvSpPr>
          <p:nvPr/>
        </p:nvSpPr>
        <p:spPr>
          <a:xfrm xmlns:a="http://schemas.openxmlformats.org/drawingml/2006/main">
            <a:off x="2295144" y="4620768"/>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cxnSp>
        <p:nvCxnSpPr>
          <p:cNvPr id="2952" name="Google Shape;2743;p41"/>
          <p:cNvCxnSpPr/>
          <p:nvPr/>
        </p:nvCxnSpPr>
        <p:spPr>
          <a:xfrm xmlns:a="http://schemas.openxmlformats.org/drawingml/2006/main">
            <a:off x="320040" y="49377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44" name="Google Shape;2744;p41">
            <a:extLst xmlns:a="http://schemas.openxmlformats.org/drawingml/2006/main">
              <a:ext uri="{FF2B5EF4-FFF2-40B4-BE49-F238E27FC236}">
                <a16:creationId xmlns:a16="http://schemas.microsoft.com/office/drawing/2014/main" id="{49F9C96C-071E-499C-929D-48EC42CCE362}"/>
              </a:ext>
            </a:extLst>
          </p:cNvPr>
          <p:cNvSpPr>
            <a:spLocks xmlns:a="http://schemas.openxmlformats.org/drawingml/2006/main" noGrp="1"/>
          </p:cNvSpPr>
          <p:nvPr/>
        </p:nvSpPr>
        <p:spPr>
          <a:xfrm xmlns:a="http://schemas.openxmlformats.org/drawingml/2006/main">
            <a:off x="374904" y="4779264"/>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v0.2</a:t>
            </a:r>
            <a:endParaRPr sz="800" b="0" i="0" u="none" cap="none">
              <a:solidFill>
                <a:schemeClr val="dk1"/>
              </a:solidFill>
              <a:latin typeface="Arial"/>
              <a:ea typeface="Arial"/>
              <a:cs typeface="Arial"/>
            </a:endParaRPr>
          </a:p>
        </p:txBody>
      </p:sp>
      <p:sp>
        <p:nvSpPr>
          <p:cNvPr id="2745" name="Google Shape;2745;p41">
            <a:extLst xmlns:a="http://schemas.openxmlformats.org/drawingml/2006/main">
              <a:ext uri="{FF2B5EF4-FFF2-40B4-BE49-F238E27FC236}">
                <a16:creationId xmlns:a16="http://schemas.microsoft.com/office/drawing/2014/main" id="{28CA5503-F497-4FE8-A747-EA7EB24A427B}"/>
              </a:ext>
            </a:extLst>
          </p:cNvPr>
          <p:cNvSpPr>
            <a:spLocks xmlns:a="http://schemas.openxmlformats.org/drawingml/2006/main" noGrp="1"/>
          </p:cNvSpPr>
          <p:nvPr/>
        </p:nvSpPr>
        <p:spPr>
          <a:xfrm xmlns:a="http://schemas.openxmlformats.org/drawingml/2006/main">
            <a:off x="1152144" y="4779264"/>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746" name="Google Shape;2746;p41">
            <a:extLst xmlns:a="http://schemas.openxmlformats.org/drawingml/2006/main">
              <a:ext uri="{FF2B5EF4-FFF2-40B4-BE49-F238E27FC236}">
                <a16:creationId xmlns:a16="http://schemas.microsoft.com/office/drawing/2014/main" id="{14DFEC3F-56AD-4508-9E78-A4E4F6F0E7CC}"/>
              </a:ext>
            </a:extLst>
          </p:cNvPr>
          <p:cNvSpPr>
            <a:spLocks xmlns:a="http://schemas.openxmlformats.org/drawingml/2006/main" noGrp="1"/>
          </p:cNvSpPr>
          <p:nvPr/>
        </p:nvSpPr>
        <p:spPr>
          <a:xfrm xmlns:a="http://schemas.openxmlformats.org/drawingml/2006/main">
            <a:off x="2295144" y="4779264"/>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747" name="Google Shape;2747;p41">
            <a:extLst xmlns:a="http://schemas.openxmlformats.org/drawingml/2006/main">
              <a:ext uri="{FF2B5EF4-FFF2-40B4-BE49-F238E27FC236}">
                <a16:creationId xmlns:a16="http://schemas.microsoft.com/office/drawing/2014/main" id="{3845B4E6-2FB9-425C-994D-C64A80A1BA41}"/>
              </a:ext>
            </a:extLst>
          </p:cNvPr>
          <p:cNvSpPr>
            <a:spLocks xmlns:a="http://schemas.openxmlformats.org/drawingml/2006/main" noGrp="1"/>
          </p:cNvSpPr>
          <p:nvPr/>
        </p:nvSpPr>
        <p:spPr>
          <a:xfrm xmlns:a="http://schemas.openxmlformats.org/drawingml/2006/main">
            <a:off x="320040" y="4937760"/>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57" name="Google Shape;2748;p41"/>
          <p:cNvCxnSpPr/>
          <p:nvPr/>
        </p:nvCxnSpPr>
        <p:spPr>
          <a:xfrm xmlns:a="http://schemas.openxmlformats.org/drawingml/2006/main">
            <a:off x="320040" y="50962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49" name="Google Shape;2749;p41">
            <a:extLst xmlns:a="http://schemas.openxmlformats.org/drawingml/2006/main">
              <a:ext uri="{FF2B5EF4-FFF2-40B4-BE49-F238E27FC236}">
                <a16:creationId xmlns:a16="http://schemas.microsoft.com/office/drawing/2014/main" id="{C840F311-109D-4E0D-AB23-9CA5B688F292}"/>
              </a:ext>
            </a:extLst>
          </p:cNvPr>
          <p:cNvSpPr>
            <a:spLocks xmlns:a="http://schemas.openxmlformats.org/drawingml/2006/main" noGrp="1"/>
          </p:cNvSpPr>
          <p:nvPr/>
        </p:nvSpPr>
        <p:spPr>
          <a:xfrm xmlns:a="http://schemas.openxmlformats.org/drawingml/2006/main">
            <a:off x="374904" y="4937760"/>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v0.3</a:t>
            </a:r>
            <a:endParaRPr sz="800" b="0" i="0" u="none" cap="none">
              <a:solidFill>
                <a:schemeClr val="dk1"/>
              </a:solidFill>
              <a:latin typeface="Arial"/>
              <a:ea typeface="Arial"/>
              <a:cs typeface="Arial"/>
            </a:endParaRPr>
          </a:p>
        </p:txBody>
      </p:sp>
      <p:sp>
        <p:nvSpPr>
          <p:cNvPr id="2750" name="Google Shape;2750;p41">
            <a:extLst xmlns:a="http://schemas.openxmlformats.org/drawingml/2006/main">
              <a:ext uri="{FF2B5EF4-FFF2-40B4-BE49-F238E27FC236}">
                <a16:creationId xmlns:a16="http://schemas.microsoft.com/office/drawing/2014/main" id="{EE481111-59D7-4A3C-974D-773A8B345AEA}"/>
              </a:ext>
            </a:extLst>
          </p:cNvPr>
          <p:cNvSpPr>
            <a:spLocks xmlns:a="http://schemas.openxmlformats.org/drawingml/2006/main" noGrp="1"/>
          </p:cNvSpPr>
          <p:nvPr/>
        </p:nvSpPr>
        <p:spPr>
          <a:xfrm xmlns:a="http://schemas.openxmlformats.org/drawingml/2006/main">
            <a:off x="1152144" y="4937760"/>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751" name="Google Shape;2751;p41">
            <a:extLst xmlns:a="http://schemas.openxmlformats.org/drawingml/2006/main">
              <a:ext uri="{FF2B5EF4-FFF2-40B4-BE49-F238E27FC236}">
                <a16:creationId xmlns:a16="http://schemas.microsoft.com/office/drawing/2014/main" id="{FE07328C-C45C-4559-BDC9-D5188C62863E}"/>
              </a:ext>
            </a:extLst>
          </p:cNvPr>
          <p:cNvSpPr>
            <a:spLocks xmlns:a="http://schemas.openxmlformats.org/drawingml/2006/main" noGrp="1"/>
          </p:cNvSpPr>
          <p:nvPr/>
        </p:nvSpPr>
        <p:spPr>
          <a:xfrm xmlns:a="http://schemas.openxmlformats.org/drawingml/2006/main">
            <a:off x="2295144" y="4937760"/>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752" name="Google Shape;2752;p41">
            <a:extLst xmlns:a="http://schemas.openxmlformats.org/drawingml/2006/main">
              <a:ext uri="{FF2B5EF4-FFF2-40B4-BE49-F238E27FC236}">
                <a16:creationId xmlns:a16="http://schemas.microsoft.com/office/drawing/2014/main" id="{3B25E579-AB4A-492A-9B05-AE5B651BF2E2}"/>
              </a:ext>
            </a:extLst>
          </p:cNvPr>
          <p:cNvSpPr>
            <a:spLocks xmlns:a="http://schemas.openxmlformats.org/drawingml/2006/main" noGrp="1"/>
          </p:cNvSpPr>
          <p:nvPr/>
        </p:nvSpPr>
        <p:spPr>
          <a:xfrm xmlns:a="http://schemas.openxmlformats.org/drawingml/2006/main">
            <a:off x="320040" y="4437888"/>
            <a:ext cx="8503920" cy="658368"/>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53" name="Google Shape;2753;p41">
            <a:extLst xmlns:a="http://schemas.openxmlformats.org/drawingml/2006/main">
              <a:ext uri="{FF2B5EF4-FFF2-40B4-BE49-F238E27FC236}">
                <a16:creationId xmlns:a16="http://schemas.microsoft.com/office/drawing/2014/main" id="{603A8EBA-0FBE-414F-BE71-F0381CB86867}"/>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66d7b83f17ec4dd6"/>
              </a:rPr>
              <a:t>onshape-mechanism</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dfabbc00ebb849a0"/>
              </a:rPr>
              <a:t>onshape-drawings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eb4a0faee1df4676"/>
              </a:rPr>
              <a:t>custom-parts-fab</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9eb86bada4554896"/>
              </a:rPr>
              <a:t>onshape-to-build</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617442474"/>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759" name="Google Shape;2759;p42">
            <a:extLst xmlns:a="http://schemas.openxmlformats.org/drawingml/2006/main">
              <a:ext uri="{FF2B5EF4-FFF2-40B4-BE49-F238E27FC236}">
                <a16:creationId xmlns:a16="http://schemas.microsoft.com/office/drawing/2014/main" id="{5A4774DE-5D9C-4503-9689-E982F2AE0626}"/>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60" name="Google Shape;2760;p42">
            <a:extLst xmlns:a="http://schemas.openxmlformats.org/drawingml/2006/main">
              <a:ext uri="{FF2B5EF4-FFF2-40B4-BE49-F238E27FC236}">
                <a16:creationId xmlns:a16="http://schemas.microsoft.com/office/drawing/2014/main" id="{0D84810C-680E-4B7B-BE58-95A4FDF0DDBC}"/>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VEX IQ DESIGN</a:t>
            </a:r>
            <a:endParaRPr sz="1050" b="0" i="0" u="none" cap="none">
              <a:solidFill>
                <a:schemeClr val="dk1"/>
              </a:solidFill>
              <a:latin typeface="Arial"/>
              <a:ea typeface="Arial"/>
              <a:cs typeface="Arial"/>
            </a:endParaRPr>
          </a:p>
        </p:txBody>
      </p:sp>
      <p:sp>
        <p:nvSpPr>
          <p:cNvPr id="2761" name="Google Shape;2761;p42">
            <a:extLst xmlns:a="http://schemas.openxmlformats.org/drawingml/2006/main">
              <a:ext uri="{FF2B5EF4-FFF2-40B4-BE49-F238E27FC236}">
                <a16:creationId xmlns:a16="http://schemas.microsoft.com/office/drawing/2014/main" id="{786A2E48-B4A3-4668-A868-7BBAD6D5E717}"/>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762" name="Google Shape;2762;p42">
            <a:extLst xmlns:a="http://schemas.openxmlformats.org/drawingml/2006/main">
              <a:ext uri="{FF2B5EF4-FFF2-40B4-BE49-F238E27FC236}">
                <a16:creationId xmlns:a16="http://schemas.microsoft.com/office/drawing/2014/main" id="{C6930EF3-F4A0-4956-B97F-652FAB1C1EA8}"/>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CAD / Design Drawing — Full Robot</a:t>
            </a:r>
            <a:endParaRPr sz="2200" b="0" i="0" u="none" cap="none">
              <a:solidFill>
                <a:schemeClr val="dk1"/>
              </a:solidFill>
              <a:latin typeface="Arial"/>
              <a:ea typeface="Arial"/>
              <a:cs typeface="Arial"/>
            </a:endParaRPr>
          </a:p>
        </p:txBody>
      </p:sp>
      <p:sp>
        <p:nvSpPr>
          <p:cNvPr id="2763" name="Google Shape;2763;p42">
            <a:extLst xmlns:a="http://schemas.openxmlformats.org/drawingml/2006/main">
              <a:ext uri="{FF2B5EF4-FFF2-40B4-BE49-F238E27FC236}">
                <a16:creationId xmlns:a16="http://schemas.microsoft.com/office/drawing/2014/main" id="{B62B6DAD-7867-41AD-A5C1-38D6A29186AF}"/>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Show a labeled sketch or optional CAD view, key dimensions, VEX IQ parts and connections, and each revision made from test evidence.</a:t>
            </a:r>
            <a:endParaRPr sz="900" b="0" i="0" u="none" cap="none">
              <a:solidFill>
                <a:schemeClr val="dk1"/>
              </a:solidFill>
              <a:latin typeface="Arial"/>
              <a:ea typeface="Arial"/>
              <a:cs typeface="Arial"/>
            </a:endParaRPr>
          </a:p>
        </p:txBody>
      </p:sp>
      <p:sp>
        <p:nvSpPr>
          <p:cNvPr id="2764" name="Google Shape;2764;p42">
            <a:extLst xmlns:a="http://schemas.openxmlformats.org/drawingml/2006/main">
              <a:ext uri="{FF2B5EF4-FFF2-40B4-BE49-F238E27FC236}">
                <a16:creationId xmlns:a16="http://schemas.microsoft.com/office/drawing/2014/main" id="{A6893BEC-BB3C-4687-A15A-21C454D5F62E}"/>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65" name="Google Shape;2765;p42">
            <a:extLst xmlns:a="http://schemas.openxmlformats.org/drawingml/2006/main">
              <a:ext uri="{FF2B5EF4-FFF2-40B4-BE49-F238E27FC236}">
                <a16:creationId xmlns:a16="http://schemas.microsoft.com/office/drawing/2014/main" id="{8CEE7869-2DF6-4AF0-9A54-33068FE0DC2E}"/>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40 / 61</a:t>
            </a:r>
            <a:endParaRPr sz="900" b="0" i="0" u="none" cap="none">
              <a:solidFill>
                <a:schemeClr val="dk1"/>
              </a:solidFill>
              <a:latin typeface="Arial"/>
              <a:ea typeface="Arial"/>
              <a:cs typeface="Arial"/>
            </a:endParaRPr>
          </a:p>
        </p:txBody>
      </p:sp>
      <p:sp>
        <p:nvSpPr>
          <p:cNvPr id="2766" name="Google Shape;2766;p42">
            <a:extLst xmlns:a="http://schemas.openxmlformats.org/drawingml/2006/main">
              <a:ext uri="{FF2B5EF4-FFF2-40B4-BE49-F238E27FC236}">
                <a16:creationId xmlns:a16="http://schemas.microsoft.com/office/drawing/2014/main" id="{9547B7CF-AA84-43E6-A116-02B2F299E5CD}"/>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767" name="Google Shape;2767;p42">
            <a:extLst xmlns:a="http://schemas.openxmlformats.org/drawingml/2006/main">
              <a:ext uri="{FF2B5EF4-FFF2-40B4-BE49-F238E27FC236}">
                <a16:creationId xmlns:a16="http://schemas.microsoft.com/office/drawing/2014/main" id="{697EC328-8842-496F-9529-C053948F956F}"/>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68" name="Google Shape;2768;p42">
            <a:extLst xmlns:a="http://schemas.openxmlformats.org/drawingml/2006/main">
              <a:ext uri="{FF2B5EF4-FFF2-40B4-BE49-F238E27FC236}">
                <a16:creationId xmlns:a16="http://schemas.microsoft.com/office/drawing/2014/main" id="{79973507-0E8E-401B-9CDA-571F629B7D91}"/>
              </a:ext>
            </a:extLst>
          </p:cNvPr>
          <p:cNvSpPr>
            <a:spLocks xmlns:a="http://schemas.openxmlformats.org/drawingml/2006/main" noGrp="1"/>
          </p:cNvSpPr>
          <p:nvPr/>
        </p:nvSpPr>
        <p:spPr>
          <a:xfrm xmlns:a="http://schemas.openxmlformats.org/drawingml/2006/main">
            <a:off x="320040" y="1078992"/>
            <a:ext cx="2286000" cy="30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[Labeled sketch or optional CAD view — annotate dimensions, ports, motion, and key connections]</a:t>
            </a:r>
            <a:endParaRPr sz="1000" b="0" i="0" u="none" cap="none">
              <a:solidFill>
                <a:schemeClr val="dk1"/>
              </a:solidFill>
              <a:latin typeface="Arial"/>
              <a:ea typeface="Arial"/>
              <a:cs typeface="Arial"/>
            </a:endParaRPr>
          </a:p>
        </p:txBody>
      </p:sp>
      <p:sp>
        <p:nvSpPr>
          <p:cNvPr id="2769" name="Google Shape;2769;p42">
            <a:extLst xmlns:a="http://schemas.openxmlformats.org/drawingml/2006/main">
              <a:ext uri="{FF2B5EF4-FFF2-40B4-BE49-F238E27FC236}">
                <a16:creationId xmlns:a16="http://schemas.microsoft.com/office/drawing/2014/main" id="{C011EE6F-54B0-4CA2-8522-8671C5387F40}"/>
              </a:ext>
            </a:extLst>
          </p:cNvPr>
          <p:cNvSpPr>
            <a:spLocks xmlns:a="http://schemas.openxmlformats.org/drawingml/2006/main" noGrp="1"/>
          </p:cNvSpPr>
          <p:nvPr/>
        </p:nvSpPr>
        <p:spPr>
          <a:xfrm xmlns:a="http://schemas.openxmlformats.org/drawingml/2006/main">
            <a:off x="2743200" y="107899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KEY SPECIFICATIONS</a:t>
            </a:r>
            <a:endParaRPr sz="900" b="0" i="0" u="none" cap="none">
              <a:solidFill>
                <a:schemeClr val="dk1"/>
              </a:solidFill>
              <a:latin typeface="Arial"/>
              <a:ea typeface="Arial"/>
              <a:cs typeface="Arial"/>
            </a:endParaRPr>
          </a:p>
        </p:txBody>
      </p:sp>
      <p:sp>
        <p:nvSpPr>
          <p:cNvPr id="2770" name="Google Shape;2770;p42">
            <a:extLst xmlns:a="http://schemas.openxmlformats.org/drawingml/2006/main">
              <a:ext uri="{FF2B5EF4-FFF2-40B4-BE49-F238E27FC236}">
                <a16:creationId xmlns:a16="http://schemas.microsoft.com/office/drawing/2014/main" id="{0E046AFD-ECBF-4214-B01F-8DD4CD55913B}"/>
              </a:ext>
            </a:extLst>
          </p:cNvPr>
          <p:cNvSpPr>
            <a:spLocks xmlns:a="http://schemas.openxmlformats.org/drawingml/2006/main" noGrp="1"/>
          </p:cNvSpPr>
          <p:nvPr/>
        </p:nvSpPr>
        <p:spPr>
          <a:xfrm xmlns:a="http://schemas.openxmlformats.org/drawingml/2006/main">
            <a:off x="2743200" y="1298448"/>
            <a:ext cx="6080760" cy="20116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71" name="Google Shape;2771;p42">
            <a:extLst xmlns:a="http://schemas.openxmlformats.org/drawingml/2006/main">
              <a:ext uri="{FF2B5EF4-FFF2-40B4-BE49-F238E27FC236}">
                <a16:creationId xmlns:a16="http://schemas.microsoft.com/office/drawing/2014/main" id="{78194C92-9DB0-4890-801C-12472A73ECAA}"/>
              </a:ext>
            </a:extLst>
          </p:cNvPr>
          <p:cNvSpPr>
            <a:spLocks xmlns:a="http://schemas.openxmlformats.org/drawingml/2006/main" noGrp="1"/>
          </p:cNvSpPr>
          <p:nvPr/>
        </p:nvSpPr>
        <p:spPr>
          <a:xfrm xmlns:a="http://schemas.openxmlformats.org/drawingml/2006/main">
            <a:off x="2798064" y="1298448"/>
            <a:ext cx="1499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Spec</a:t>
            </a:r>
            <a:endParaRPr sz="850" b="0" i="0" u="none" cap="none">
              <a:solidFill>
                <a:schemeClr val="dk1"/>
              </a:solidFill>
              <a:latin typeface="Arial"/>
              <a:ea typeface="Arial"/>
              <a:cs typeface="Arial"/>
            </a:endParaRPr>
          </a:p>
        </p:txBody>
      </p:sp>
      <p:sp>
        <p:nvSpPr>
          <p:cNvPr id="2772" name="Google Shape;2772;p42">
            <a:extLst xmlns:a="http://schemas.openxmlformats.org/drawingml/2006/main">
              <a:ext uri="{FF2B5EF4-FFF2-40B4-BE49-F238E27FC236}">
                <a16:creationId xmlns:a16="http://schemas.microsoft.com/office/drawing/2014/main" id="{29F4BFE5-5750-4F1B-93C9-F25D11D09045}"/>
              </a:ext>
            </a:extLst>
          </p:cNvPr>
          <p:cNvSpPr>
            <a:spLocks xmlns:a="http://schemas.openxmlformats.org/drawingml/2006/main" noGrp="1"/>
          </p:cNvSpPr>
          <p:nvPr/>
        </p:nvSpPr>
        <p:spPr>
          <a:xfrm xmlns:a="http://schemas.openxmlformats.org/drawingml/2006/main">
            <a:off x="4352544" y="1298448"/>
            <a:ext cx="44714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Value</a:t>
            </a:r>
            <a:endParaRPr sz="850" b="0" i="0" u="none" cap="none">
              <a:solidFill>
                <a:schemeClr val="dk1"/>
              </a:solidFill>
              <a:latin typeface="Arial"/>
              <a:ea typeface="Arial"/>
              <a:cs typeface="Arial"/>
            </a:endParaRPr>
          </a:p>
        </p:txBody>
      </p:sp>
      <p:sp>
        <p:nvSpPr>
          <p:cNvPr id="2773" name="Google Shape;2773;p42">
            <a:extLst xmlns:a="http://schemas.openxmlformats.org/drawingml/2006/main">
              <a:ext uri="{FF2B5EF4-FFF2-40B4-BE49-F238E27FC236}">
                <a16:creationId xmlns:a16="http://schemas.microsoft.com/office/drawing/2014/main" id="{4CA39596-B7AE-4120-92CC-0638C90D668C}"/>
              </a:ext>
            </a:extLst>
          </p:cNvPr>
          <p:cNvSpPr>
            <a:spLocks xmlns:a="http://schemas.openxmlformats.org/drawingml/2006/main" noGrp="1"/>
          </p:cNvSpPr>
          <p:nvPr/>
        </p:nvSpPr>
        <p:spPr>
          <a:xfrm xmlns:a="http://schemas.openxmlformats.org/drawingml/2006/main">
            <a:off x="2743200" y="1499616"/>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83" name="Google Shape;2774;p42"/>
          <p:cNvCxnSpPr/>
          <p:nvPr/>
        </p:nvCxnSpPr>
        <p:spPr>
          <a:xfrm xmlns:a="http://schemas.openxmlformats.org/drawingml/2006/main">
            <a:off x="2743200" y="169712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75" name="Google Shape;2775;p42">
            <a:extLst xmlns:a="http://schemas.openxmlformats.org/drawingml/2006/main">
              <a:ext uri="{FF2B5EF4-FFF2-40B4-BE49-F238E27FC236}">
                <a16:creationId xmlns:a16="http://schemas.microsoft.com/office/drawing/2014/main" id="{2D2CE556-F51F-47D2-BD60-4BE6B236EAEE}"/>
              </a:ext>
            </a:extLst>
          </p:cNvPr>
          <p:cNvSpPr>
            <a:spLocks xmlns:a="http://schemas.openxmlformats.org/drawingml/2006/main" noGrp="1"/>
          </p:cNvSpPr>
          <p:nvPr/>
        </p:nvSpPr>
        <p:spPr>
          <a:xfrm xmlns:a="http://schemas.openxmlformats.org/drawingml/2006/main">
            <a:off x="2798064" y="149961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Dimensions</a:t>
            </a:r>
            <a:endParaRPr sz="850" b="0" i="0" u="none" cap="none">
              <a:solidFill>
                <a:schemeClr val="dk1"/>
              </a:solidFill>
              <a:latin typeface="Arial"/>
              <a:ea typeface="Arial"/>
              <a:cs typeface="Arial"/>
            </a:endParaRPr>
          </a:p>
        </p:txBody>
      </p:sp>
      <p:sp>
        <p:nvSpPr>
          <p:cNvPr id="2776" name="Google Shape;2776;p42">
            <a:extLst xmlns:a="http://schemas.openxmlformats.org/drawingml/2006/main">
              <a:ext uri="{FF2B5EF4-FFF2-40B4-BE49-F238E27FC236}">
                <a16:creationId xmlns:a16="http://schemas.microsoft.com/office/drawing/2014/main" id="{22D71136-EC4B-4FD7-8EF9-E024FE2460FB}"/>
              </a:ext>
            </a:extLst>
          </p:cNvPr>
          <p:cNvSpPr>
            <a:spLocks xmlns:a="http://schemas.openxmlformats.org/drawingml/2006/main" noGrp="1"/>
          </p:cNvSpPr>
          <p:nvPr/>
        </p:nvSpPr>
        <p:spPr>
          <a:xfrm xmlns:a="http://schemas.openxmlformats.org/drawingml/2006/main">
            <a:off x="4352544" y="149961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[L × W × H]</a:t>
            </a:r>
            <a:endParaRPr sz="850" b="0" i="0" u="none" cap="none">
              <a:solidFill>
                <a:schemeClr val="dk1"/>
              </a:solidFill>
              <a:latin typeface="Arial"/>
              <a:ea typeface="Arial"/>
              <a:cs typeface="Arial"/>
            </a:endParaRPr>
          </a:p>
        </p:txBody>
      </p:sp>
      <p:cxnSp>
        <p:nvCxnSpPr>
          <p:cNvPr id="2986" name="Google Shape;2777;p42"/>
          <p:cNvCxnSpPr/>
          <p:nvPr/>
        </p:nvCxnSpPr>
        <p:spPr>
          <a:xfrm xmlns:a="http://schemas.openxmlformats.org/drawingml/2006/main">
            <a:off x="2743200" y="189463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78" name="Google Shape;2778;p42">
            <a:extLst xmlns:a="http://schemas.openxmlformats.org/drawingml/2006/main">
              <a:ext uri="{FF2B5EF4-FFF2-40B4-BE49-F238E27FC236}">
                <a16:creationId xmlns:a16="http://schemas.microsoft.com/office/drawing/2014/main" id="{3F8119DA-61A0-496B-8AA9-D545E4F2EAAE}"/>
              </a:ext>
            </a:extLst>
          </p:cNvPr>
          <p:cNvSpPr>
            <a:spLocks xmlns:a="http://schemas.openxmlformats.org/drawingml/2006/main" noGrp="1"/>
          </p:cNvSpPr>
          <p:nvPr/>
        </p:nvSpPr>
        <p:spPr>
          <a:xfrm xmlns:a="http://schemas.openxmlformats.org/drawingml/2006/main">
            <a:off x="2798064" y="1697126"/>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Weight estimate</a:t>
            </a:r>
            <a:endParaRPr sz="850" b="0" i="0" u="none" cap="none">
              <a:solidFill>
                <a:schemeClr val="dk1"/>
              </a:solidFill>
              <a:latin typeface="Arial"/>
              <a:ea typeface="Arial"/>
              <a:cs typeface="Arial"/>
            </a:endParaRPr>
          </a:p>
        </p:txBody>
      </p:sp>
      <p:sp>
        <p:nvSpPr>
          <p:cNvPr id="2779" name="Google Shape;2779;p42">
            <a:extLst xmlns:a="http://schemas.openxmlformats.org/drawingml/2006/main">
              <a:ext uri="{FF2B5EF4-FFF2-40B4-BE49-F238E27FC236}">
                <a16:creationId xmlns:a16="http://schemas.microsoft.com/office/drawing/2014/main" id="{D97E20E4-5428-471D-9648-65BEC0C16BE5}"/>
              </a:ext>
            </a:extLst>
          </p:cNvPr>
          <p:cNvSpPr>
            <a:spLocks xmlns:a="http://schemas.openxmlformats.org/drawingml/2006/main" noGrp="1"/>
          </p:cNvSpPr>
          <p:nvPr/>
        </p:nvSpPr>
        <p:spPr>
          <a:xfrm xmlns:a="http://schemas.openxmlformats.org/drawingml/2006/main">
            <a:off x="4352544" y="1697126"/>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[g]</a:t>
            </a:r>
            <a:endParaRPr sz="850" b="0" i="0" u="none" cap="none">
              <a:solidFill>
                <a:schemeClr val="dk1"/>
              </a:solidFill>
              <a:latin typeface="Arial"/>
              <a:ea typeface="Arial"/>
              <a:cs typeface="Arial"/>
            </a:endParaRPr>
          </a:p>
        </p:txBody>
      </p:sp>
      <p:sp>
        <p:nvSpPr>
          <p:cNvPr id="2780" name="Google Shape;2780;p42">
            <a:extLst xmlns:a="http://schemas.openxmlformats.org/drawingml/2006/main">
              <a:ext uri="{FF2B5EF4-FFF2-40B4-BE49-F238E27FC236}">
                <a16:creationId xmlns:a16="http://schemas.microsoft.com/office/drawing/2014/main" id="{CF7BF6A1-8562-4284-8740-071507A60D56}"/>
              </a:ext>
            </a:extLst>
          </p:cNvPr>
          <p:cNvSpPr>
            <a:spLocks xmlns:a="http://schemas.openxmlformats.org/drawingml/2006/main" noGrp="1"/>
          </p:cNvSpPr>
          <p:nvPr/>
        </p:nvSpPr>
        <p:spPr>
          <a:xfrm xmlns:a="http://schemas.openxmlformats.org/drawingml/2006/main">
            <a:off x="2743200" y="1894637"/>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90" name="Google Shape;2781;p42"/>
          <p:cNvCxnSpPr/>
          <p:nvPr/>
        </p:nvCxnSpPr>
        <p:spPr>
          <a:xfrm xmlns:a="http://schemas.openxmlformats.org/drawingml/2006/main">
            <a:off x="2743200" y="2092147"/>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82" name="Google Shape;2782;p42">
            <a:extLst xmlns:a="http://schemas.openxmlformats.org/drawingml/2006/main">
              <a:ext uri="{FF2B5EF4-FFF2-40B4-BE49-F238E27FC236}">
                <a16:creationId xmlns:a16="http://schemas.microsoft.com/office/drawing/2014/main" id="{72EEA1F3-7D25-4578-AA97-2A89712AA7FA}"/>
              </a:ext>
            </a:extLst>
          </p:cNvPr>
          <p:cNvSpPr>
            <a:spLocks xmlns:a="http://schemas.openxmlformats.org/drawingml/2006/main" noGrp="1"/>
          </p:cNvSpPr>
          <p:nvPr/>
        </p:nvSpPr>
        <p:spPr>
          <a:xfrm xmlns:a="http://schemas.openxmlformats.org/drawingml/2006/main">
            <a:off x="2798064" y="189463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Motor count</a:t>
            </a:r>
            <a:endParaRPr sz="850" b="0" i="0" u="none" cap="none">
              <a:solidFill>
                <a:schemeClr val="dk1"/>
              </a:solidFill>
              <a:latin typeface="Arial"/>
              <a:ea typeface="Arial"/>
              <a:cs typeface="Arial"/>
            </a:endParaRPr>
          </a:p>
        </p:txBody>
      </p:sp>
      <p:sp>
        <p:nvSpPr>
          <p:cNvPr id="2783" name="Google Shape;2783;p42">
            <a:extLst xmlns:a="http://schemas.openxmlformats.org/drawingml/2006/main">
              <a:ext uri="{FF2B5EF4-FFF2-40B4-BE49-F238E27FC236}">
                <a16:creationId xmlns:a16="http://schemas.microsoft.com/office/drawing/2014/main" id="{6224D26B-CA54-4C2F-97EB-7A054FD315BF}"/>
              </a:ext>
            </a:extLst>
          </p:cNvPr>
          <p:cNvSpPr>
            <a:spLocks xmlns:a="http://schemas.openxmlformats.org/drawingml/2006/main" noGrp="1"/>
          </p:cNvSpPr>
          <p:nvPr/>
        </p:nvSpPr>
        <p:spPr>
          <a:xfrm xmlns:a="http://schemas.openxmlformats.org/drawingml/2006/main">
            <a:off x="4352544" y="189463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  @ [ratio]</a:t>
            </a:r>
            <a:endParaRPr sz="850" b="0" i="0" u="none" cap="none">
              <a:solidFill>
                <a:schemeClr val="dk1"/>
              </a:solidFill>
              <a:latin typeface="Arial"/>
              <a:ea typeface="Arial"/>
              <a:cs typeface="Arial"/>
            </a:endParaRPr>
          </a:p>
        </p:txBody>
      </p:sp>
      <p:cxnSp>
        <p:nvCxnSpPr>
          <p:cNvPr id="2993" name="Google Shape;2784;p42"/>
          <p:cNvCxnSpPr/>
          <p:nvPr/>
        </p:nvCxnSpPr>
        <p:spPr>
          <a:xfrm xmlns:a="http://schemas.openxmlformats.org/drawingml/2006/main">
            <a:off x="2743200" y="228965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85" name="Google Shape;2785;p42">
            <a:extLst xmlns:a="http://schemas.openxmlformats.org/drawingml/2006/main">
              <a:ext uri="{FF2B5EF4-FFF2-40B4-BE49-F238E27FC236}">
                <a16:creationId xmlns:a16="http://schemas.microsoft.com/office/drawing/2014/main" id="{2411FA02-2D1F-4CDC-84E1-B97CF6FF1132}"/>
              </a:ext>
            </a:extLst>
          </p:cNvPr>
          <p:cNvSpPr>
            <a:spLocks xmlns:a="http://schemas.openxmlformats.org/drawingml/2006/main" noGrp="1"/>
          </p:cNvSpPr>
          <p:nvPr/>
        </p:nvSpPr>
        <p:spPr>
          <a:xfrm xmlns:a="http://schemas.openxmlformats.org/drawingml/2006/main">
            <a:off x="2798064" y="2092147"/>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Motion type</a:t>
            </a:r>
            <a:endParaRPr sz="850" b="0" i="0" u="none" cap="none">
              <a:solidFill>
                <a:schemeClr val="dk1"/>
              </a:solidFill>
              <a:latin typeface="Arial"/>
              <a:ea typeface="Arial"/>
              <a:cs typeface="Arial"/>
            </a:endParaRPr>
          </a:p>
        </p:txBody>
      </p:sp>
      <p:sp>
        <p:nvSpPr>
          <p:cNvPr id="2786" name="Google Shape;2786;p42">
            <a:extLst xmlns:a="http://schemas.openxmlformats.org/drawingml/2006/main">
              <a:ext uri="{FF2B5EF4-FFF2-40B4-BE49-F238E27FC236}">
                <a16:creationId xmlns:a16="http://schemas.microsoft.com/office/drawing/2014/main" id="{61DD078E-548B-4FA4-8D90-B5DC1F3CFA46}"/>
              </a:ext>
            </a:extLst>
          </p:cNvPr>
          <p:cNvSpPr>
            <a:spLocks xmlns:a="http://schemas.openxmlformats.org/drawingml/2006/main" noGrp="1"/>
          </p:cNvSpPr>
          <p:nvPr/>
        </p:nvSpPr>
        <p:spPr>
          <a:xfrm xmlns:a="http://schemas.openxmlformats.org/drawingml/2006/main">
            <a:off x="4352544" y="2092147"/>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[e.g., rotational lift]</a:t>
            </a:r>
            <a:endParaRPr sz="850" b="0" i="0" u="none" cap="none">
              <a:solidFill>
                <a:schemeClr val="dk1"/>
              </a:solidFill>
              <a:latin typeface="Arial"/>
              <a:ea typeface="Arial"/>
              <a:cs typeface="Arial"/>
            </a:endParaRPr>
          </a:p>
        </p:txBody>
      </p:sp>
      <p:sp>
        <p:nvSpPr>
          <p:cNvPr id="2787" name="Google Shape;2787;p42">
            <a:extLst xmlns:a="http://schemas.openxmlformats.org/drawingml/2006/main">
              <a:ext uri="{FF2B5EF4-FFF2-40B4-BE49-F238E27FC236}">
                <a16:creationId xmlns:a16="http://schemas.microsoft.com/office/drawing/2014/main" id="{41EDADF2-3D2E-4C86-9B2C-7240DCFC02D2}"/>
              </a:ext>
            </a:extLst>
          </p:cNvPr>
          <p:cNvSpPr>
            <a:spLocks xmlns:a="http://schemas.openxmlformats.org/drawingml/2006/main" noGrp="1"/>
          </p:cNvSpPr>
          <p:nvPr/>
        </p:nvSpPr>
        <p:spPr>
          <a:xfrm xmlns:a="http://schemas.openxmlformats.org/drawingml/2006/main">
            <a:off x="2743200" y="2289658"/>
            <a:ext cx="608076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2997" name="Google Shape;2788;p42"/>
          <p:cNvCxnSpPr/>
          <p:nvPr/>
        </p:nvCxnSpPr>
        <p:spPr>
          <a:xfrm xmlns:a="http://schemas.openxmlformats.org/drawingml/2006/main">
            <a:off x="2743200" y="248716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89" name="Google Shape;2789;p42">
            <a:extLst xmlns:a="http://schemas.openxmlformats.org/drawingml/2006/main">
              <a:ext uri="{FF2B5EF4-FFF2-40B4-BE49-F238E27FC236}">
                <a16:creationId xmlns:a16="http://schemas.microsoft.com/office/drawing/2014/main" id="{DA5F1265-F78B-42F8-90F6-BD6781DB9879}"/>
              </a:ext>
            </a:extLst>
          </p:cNvPr>
          <p:cNvSpPr>
            <a:spLocks xmlns:a="http://schemas.openxmlformats.org/drawingml/2006/main" noGrp="1"/>
          </p:cNvSpPr>
          <p:nvPr/>
        </p:nvSpPr>
        <p:spPr>
          <a:xfrm xmlns:a="http://schemas.openxmlformats.org/drawingml/2006/main">
            <a:off x="2798064" y="2289658"/>
            <a:ext cx="14996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Mount point</a:t>
            </a:r>
            <a:endParaRPr sz="850" b="0" i="0" u="none" cap="none">
              <a:solidFill>
                <a:schemeClr val="dk1"/>
              </a:solidFill>
              <a:latin typeface="Arial"/>
              <a:ea typeface="Arial"/>
              <a:cs typeface="Arial"/>
            </a:endParaRPr>
          </a:p>
        </p:txBody>
      </p:sp>
      <p:sp>
        <p:nvSpPr>
          <p:cNvPr id="2790" name="Google Shape;2790;p42">
            <a:extLst xmlns:a="http://schemas.openxmlformats.org/drawingml/2006/main">
              <a:ext uri="{FF2B5EF4-FFF2-40B4-BE49-F238E27FC236}">
                <a16:creationId xmlns:a16="http://schemas.microsoft.com/office/drawing/2014/main" id="{6467FEB2-ACD5-471F-909D-61D53F22501D}"/>
              </a:ext>
            </a:extLst>
          </p:cNvPr>
          <p:cNvSpPr>
            <a:spLocks xmlns:a="http://schemas.openxmlformats.org/drawingml/2006/main" noGrp="1"/>
          </p:cNvSpPr>
          <p:nvPr/>
        </p:nvSpPr>
        <p:spPr>
          <a:xfrm xmlns:a="http://schemas.openxmlformats.org/drawingml/2006/main">
            <a:off x="4352544" y="2289658"/>
            <a:ext cx="447141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[where on chassis]</a:t>
            </a:r>
            <a:endParaRPr sz="850" b="0" i="0" u="none" cap="none">
              <a:solidFill>
                <a:schemeClr val="dk1"/>
              </a:solidFill>
              <a:latin typeface="Arial"/>
              <a:ea typeface="Arial"/>
              <a:cs typeface="Arial"/>
            </a:endParaRPr>
          </a:p>
        </p:txBody>
      </p:sp>
      <p:sp>
        <p:nvSpPr>
          <p:cNvPr id="2791" name="Google Shape;2791;p42">
            <a:extLst xmlns:a="http://schemas.openxmlformats.org/drawingml/2006/main">
              <a:ext uri="{FF2B5EF4-FFF2-40B4-BE49-F238E27FC236}">
                <a16:creationId xmlns:a16="http://schemas.microsoft.com/office/drawing/2014/main" id="{FEB42060-DB20-4AF4-9E32-AE0B3E9D1354}"/>
              </a:ext>
            </a:extLst>
          </p:cNvPr>
          <p:cNvSpPr>
            <a:spLocks xmlns:a="http://schemas.openxmlformats.org/drawingml/2006/main" noGrp="1"/>
          </p:cNvSpPr>
          <p:nvPr/>
        </p:nvSpPr>
        <p:spPr>
          <a:xfrm xmlns:a="http://schemas.openxmlformats.org/drawingml/2006/main">
            <a:off x="2743200" y="1298448"/>
            <a:ext cx="608076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92" name="Google Shape;2792;p42">
            <a:extLst xmlns:a="http://schemas.openxmlformats.org/drawingml/2006/main">
              <a:ext uri="{FF2B5EF4-FFF2-40B4-BE49-F238E27FC236}">
                <a16:creationId xmlns:a16="http://schemas.microsoft.com/office/drawing/2014/main" id="{24DED569-43E2-4F5B-9027-7067CDD535A1}"/>
              </a:ext>
            </a:extLst>
          </p:cNvPr>
          <p:cNvSpPr>
            <a:spLocks xmlns:a="http://schemas.openxmlformats.org/drawingml/2006/main" noGrp="1"/>
          </p:cNvSpPr>
          <p:nvPr/>
        </p:nvSpPr>
        <p:spPr>
          <a:xfrm xmlns:a="http://schemas.openxmlformats.org/drawingml/2006/main">
            <a:off x="2743200" y="2542032"/>
            <a:ext cx="60807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VEX IQ PARTS &amp; CONNECTIONS</a:t>
            </a:r>
            <a:endParaRPr sz="900" b="0" i="0" u="none" cap="none">
              <a:solidFill>
                <a:schemeClr val="dk1"/>
              </a:solidFill>
              <a:latin typeface="Arial"/>
              <a:ea typeface="Arial"/>
              <a:cs typeface="Arial"/>
            </a:endParaRPr>
          </a:p>
        </p:txBody>
      </p:sp>
      <p:sp>
        <p:nvSpPr>
          <p:cNvPr id="2793" name="Google Shape;2793;p42">
            <a:extLst xmlns:a="http://schemas.openxmlformats.org/drawingml/2006/main">
              <a:ext uri="{FF2B5EF4-FFF2-40B4-BE49-F238E27FC236}">
                <a16:creationId xmlns:a16="http://schemas.microsoft.com/office/drawing/2014/main" id="{70850AA9-5A16-49F2-BF79-1C23323F6EB6}"/>
              </a:ext>
            </a:extLst>
          </p:cNvPr>
          <p:cNvSpPr>
            <a:spLocks xmlns:a="http://schemas.openxmlformats.org/drawingml/2006/main" noGrp="1"/>
          </p:cNvSpPr>
          <p:nvPr/>
        </p:nvSpPr>
        <p:spPr>
          <a:xfrm xmlns:a="http://schemas.openxmlformats.org/drawingml/2006/main">
            <a:off x="2743200" y="2761488"/>
            <a:ext cx="6080760" cy="237744"/>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794" name="Google Shape;2794;p42">
            <a:extLst xmlns:a="http://schemas.openxmlformats.org/drawingml/2006/main">
              <a:ext uri="{FF2B5EF4-FFF2-40B4-BE49-F238E27FC236}">
                <a16:creationId xmlns:a16="http://schemas.microsoft.com/office/drawing/2014/main" id="{DB1BD7A9-82D1-40AD-9D8E-493B9A8C4A3A}"/>
              </a:ext>
            </a:extLst>
          </p:cNvPr>
          <p:cNvSpPr>
            <a:spLocks xmlns:a="http://schemas.openxmlformats.org/drawingml/2006/main" noGrp="1"/>
          </p:cNvSpPr>
          <p:nvPr/>
        </p:nvSpPr>
        <p:spPr>
          <a:xfrm xmlns:a="http://schemas.openxmlformats.org/drawingml/2006/main">
            <a:off x="2798064" y="2761488"/>
            <a:ext cx="14996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795" name="Google Shape;2795;p42">
            <a:extLst xmlns:a="http://schemas.openxmlformats.org/drawingml/2006/main">
              <a:ext uri="{FF2B5EF4-FFF2-40B4-BE49-F238E27FC236}">
                <a16:creationId xmlns:a16="http://schemas.microsoft.com/office/drawing/2014/main" id="{3C8B2FD2-4EAB-4BD8-A494-7AFAB5FFBD15}"/>
              </a:ext>
            </a:extLst>
          </p:cNvPr>
          <p:cNvSpPr>
            <a:spLocks xmlns:a="http://schemas.openxmlformats.org/drawingml/2006/main" noGrp="1"/>
          </p:cNvSpPr>
          <p:nvPr/>
        </p:nvSpPr>
        <p:spPr>
          <a:xfrm xmlns:a="http://schemas.openxmlformats.org/drawingml/2006/main">
            <a:off x="4352544" y="2761488"/>
            <a:ext cx="447141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2796" name="Google Shape;2796;p42">
            <a:extLst xmlns:a="http://schemas.openxmlformats.org/drawingml/2006/main">
              <a:ext uri="{FF2B5EF4-FFF2-40B4-BE49-F238E27FC236}">
                <a16:creationId xmlns:a16="http://schemas.microsoft.com/office/drawing/2014/main" id="{38C536DF-9555-46D6-9A6D-021BD082D5AE}"/>
              </a:ext>
            </a:extLst>
          </p:cNvPr>
          <p:cNvSpPr>
            <a:spLocks xmlns:a="http://schemas.openxmlformats.org/drawingml/2006/main" noGrp="1"/>
          </p:cNvSpPr>
          <p:nvPr/>
        </p:nvSpPr>
        <p:spPr>
          <a:xfrm xmlns:a="http://schemas.openxmlformats.org/drawingml/2006/main">
            <a:off x="2743200" y="2999232"/>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006" name="Google Shape;2797;p42"/>
          <p:cNvCxnSpPr/>
          <p:nvPr/>
        </p:nvCxnSpPr>
        <p:spPr>
          <a:xfrm xmlns:a="http://schemas.openxmlformats.org/drawingml/2006/main">
            <a:off x="2743200" y="3168396"/>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798" name="Google Shape;2798;p42">
            <a:extLst xmlns:a="http://schemas.openxmlformats.org/drawingml/2006/main">
              <a:ext uri="{FF2B5EF4-FFF2-40B4-BE49-F238E27FC236}">
                <a16:creationId xmlns:a16="http://schemas.microsoft.com/office/drawing/2014/main" id="{5DF9B280-9A07-4B79-A6F7-247DFF97E33F}"/>
              </a:ext>
            </a:extLst>
          </p:cNvPr>
          <p:cNvSpPr>
            <a:spLocks xmlns:a="http://schemas.openxmlformats.org/drawingml/2006/main" noGrp="1"/>
          </p:cNvSpPr>
          <p:nvPr/>
        </p:nvSpPr>
        <p:spPr>
          <a:xfrm xmlns:a="http://schemas.openxmlformats.org/drawingml/2006/main">
            <a:off x="2798064" y="2999232"/>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Primary parts</a:t>
            </a:r>
            <a:endParaRPr sz="850" b="0" i="0" u="none" cap="none">
              <a:solidFill>
                <a:schemeClr val="dk1"/>
              </a:solidFill>
              <a:latin typeface="Arial"/>
              <a:ea typeface="Arial"/>
              <a:cs typeface="Arial"/>
            </a:endParaRPr>
          </a:p>
        </p:txBody>
      </p:sp>
      <p:sp>
        <p:nvSpPr>
          <p:cNvPr id="2799" name="Google Shape;2799;p42">
            <a:extLst xmlns:a="http://schemas.openxmlformats.org/drawingml/2006/main">
              <a:ext uri="{FF2B5EF4-FFF2-40B4-BE49-F238E27FC236}">
                <a16:creationId xmlns:a16="http://schemas.microsoft.com/office/drawing/2014/main" id="{93DFEF81-4135-453A-AB06-6A6B69462BD1}"/>
              </a:ext>
            </a:extLst>
          </p:cNvPr>
          <p:cNvSpPr>
            <a:spLocks xmlns:a="http://schemas.openxmlformats.org/drawingml/2006/main" noGrp="1"/>
          </p:cNvSpPr>
          <p:nvPr/>
        </p:nvSpPr>
        <p:spPr>
          <a:xfrm xmlns:a="http://schemas.openxmlformats.org/drawingml/2006/main">
            <a:off x="4352544" y="2999232"/>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[beams / plates / gears / shafts / sensors]</a:t>
            </a:r>
            <a:endParaRPr sz="850" b="0" i="0" u="none" cap="none">
              <a:solidFill>
                <a:schemeClr val="dk1"/>
              </a:solidFill>
              <a:latin typeface="Arial"/>
              <a:ea typeface="Arial"/>
              <a:cs typeface="Arial"/>
            </a:endParaRPr>
          </a:p>
        </p:txBody>
      </p:sp>
      <p:cxnSp>
        <p:nvCxnSpPr>
          <p:cNvPr id="3009" name="Google Shape;2800;p42"/>
          <p:cNvCxnSpPr/>
          <p:nvPr/>
        </p:nvCxnSpPr>
        <p:spPr>
          <a:xfrm xmlns:a="http://schemas.openxmlformats.org/drawingml/2006/main">
            <a:off x="2743200" y="3337560"/>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801" name="Google Shape;2801;p42">
            <a:extLst xmlns:a="http://schemas.openxmlformats.org/drawingml/2006/main">
              <a:ext uri="{FF2B5EF4-FFF2-40B4-BE49-F238E27FC236}">
                <a16:creationId xmlns:a16="http://schemas.microsoft.com/office/drawing/2014/main" id="{8BE5FD89-98E4-42CD-90E6-04AE378E3064}"/>
              </a:ext>
            </a:extLst>
          </p:cNvPr>
          <p:cNvSpPr>
            <a:spLocks xmlns:a="http://schemas.openxmlformats.org/drawingml/2006/main" noGrp="1"/>
          </p:cNvSpPr>
          <p:nvPr/>
        </p:nvSpPr>
        <p:spPr>
          <a:xfrm xmlns:a="http://schemas.openxmlformats.org/drawingml/2006/main">
            <a:off x="2798064" y="3168396"/>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Assembly method</a:t>
            </a:r>
            <a:endParaRPr sz="850" b="0" i="0" u="none" cap="none">
              <a:solidFill>
                <a:schemeClr val="dk1"/>
              </a:solidFill>
              <a:latin typeface="Arial"/>
              <a:ea typeface="Arial"/>
              <a:cs typeface="Arial"/>
            </a:endParaRPr>
          </a:p>
        </p:txBody>
      </p:sp>
      <p:sp>
        <p:nvSpPr>
          <p:cNvPr id="2802" name="Google Shape;2802;p42">
            <a:extLst xmlns:a="http://schemas.openxmlformats.org/drawingml/2006/main">
              <a:ext uri="{FF2B5EF4-FFF2-40B4-BE49-F238E27FC236}">
                <a16:creationId xmlns:a16="http://schemas.microsoft.com/office/drawing/2014/main" id="{713B9510-62EA-4C37-B72B-50F1A1F0BF7C}"/>
              </a:ext>
            </a:extLst>
          </p:cNvPr>
          <p:cNvSpPr>
            <a:spLocks xmlns:a="http://schemas.openxmlformats.org/drawingml/2006/main" noGrp="1"/>
          </p:cNvSpPr>
          <p:nvPr/>
        </p:nvSpPr>
        <p:spPr>
          <a:xfrm xmlns:a="http://schemas.openxmlformats.org/drawingml/2006/main">
            <a:off x="4352544" y="3168396"/>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[pins / connectors / shaft collars / bracing]</a:t>
            </a:r>
            <a:endParaRPr sz="850" b="0" i="0" u="none" cap="none">
              <a:solidFill>
                <a:schemeClr val="dk1"/>
              </a:solidFill>
              <a:latin typeface="Arial"/>
              <a:ea typeface="Arial"/>
              <a:cs typeface="Arial"/>
            </a:endParaRPr>
          </a:p>
        </p:txBody>
      </p:sp>
      <p:sp>
        <p:nvSpPr>
          <p:cNvPr id="2803" name="Google Shape;2803;p42">
            <a:extLst xmlns:a="http://schemas.openxmlformats.org/drawingml/2006/main">
              <a:ext uri="{FF2B5EF4-FFF2-40B4-BE49-F238E27FC236}">
                <a16:creationId xmlns:a16="http://schemas.microsoft.com/office/drawing/2014/main" id="{1AAB0854-52FE-4104-B310-3C2ACF7361C2}"/>
              </a:ext>
            </a:extLst>
          </p:cNvPr>
          <p:cNvSpPr>
            <a:spLocks xmlns:a="http://schemas.openxmlformats.org/drawingml/2006/main" noGrp="1"/>
          </p:cNvSpPr>
          <p:nvPr/>
        </p:nvSpPr>
        <p:spPr>
          <a:xfrm xmlns:a="http://schemas.openxmlformats.org/drawingml/2006/main">
            <a:off x="2743200" y="3337560"/>
            <a:ext cx="6080760" cy="16916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013" name="Google Shape;2804;p42"/>
          <p:cNvCxnSpPr/>
          <p:nvPr/>
        </p:nvCxnSpPr>
        <p:spPr>
          <a:xfrm xmlns:a="http://schemas.openxmlformats.org/drawingml/2006/main">
            <a:off x="2743200" y="3506724"/>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805" name="Google Shape;2805;p42">
            <a:extLst xmlns:a="http://schemas.openxmlformats.org/drawingml/2006/main">
              <a:ext uri="{FF2B5EF4-FFF2-40B4-BE49-F238E27FC236}">
                <a16:creationId xmlns:a16="http://schemas.microsoft.com/office/drawing/2014/main" id="{BE1C4FCF-9F79-46FB-9315-C0F2A0F51BB6}"/>
              </a:ext>
            </a:extLst>
          </p:cNvPr>
          <p:cNvSpPr>
            <a:spLocks xmlns:a="http://schemas.openxmlformats.org/drawingml/2006/main" noGrp="1"/>
          </p:cNvSpPr>
          <p:nvPr/>
        </p:nvSpPr>
        <p:spPr>
          <a:xfrm xmlns:a="http://schemas.openxmlformats.org/drawingml/2006/main">
            <a:off x="2798064" y="3337560"/>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Connection details</a:t>
            </a:r>
            <a:endParaRPr sz="850" b="0" i="0" u="none" cap="none">
              <a:solidFill>
                <a:schemeClr val="dk1"/>
              </a:solidFill>
              <a:latin typeface="Arial"/>
              <a:ea typeface="Arial"/>
              <a:cs typeface="Arial"/>
            </a:endParaRPr>
          </a:p>
        </p:txBody>
      </p:sp>
      <p:sp>
        <p:nvSpPr>
          <p:cNvPr id="2806" name="Google Shape;2806;p42">
            <a:extLst xmlns:a="http://schemas.openxmlformats.org/drawingml/2006/main">
              <a:ext uri="{FF2B5EF4-FFF2-40B4-BE49-F238E27FC236}">
                <a16:creationId xmlns:a16="http://schemas.microsoft.com/office/drawing/2014/main" id="{678E0D9A-8AF8-4681-B012-4390D9AEBF95}"/>
              </a:ext>
            </a:extLst>
          </p:cNvPr>
          <p:cNvSpPr>
            <a:spLocks xmlns:a="http://schemas.openxmlformats.org/drawingml/2006/main" noGrp="1"/>
          </p:cNvSpPr>
          <p:nvPr/>
        </p:nvSpPr>
        <p:spPr>
          <a:xfrm xmlns:a="http://schemas.openxmlformats.org/drawingml/2006/main">
            <a:off x="4352544" y="3337560"/>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[pin type / axle support / gear ratio / reinforcement]</a:t>
            </a:r>
            <a:endParaRPr sz="850" b="0" i="0" u="none" cap="none">
              <a:solidFill>
                <a:schemeClr val="dk1"/>
              </a:solidFill>
              <a:latin typeface="Arial"/>
              <a:ea typeface="Arial"/>
              <a:cs typeface="Arial"/>
            </a:endParaRPr>
          </a:p>
        </p:txBody>
      </p:sp>
      <p:cxnSp>
        <p:nvCxnSpPr>
          <p:cNvPr id="3016" name="Google Shape;2807;p42"/>
          <p:cNvCxnSpPr/>
          <p:nvPr/>
        </p:nvCxnSpPr>
        <p:spPr>
          <a:xfrm xmlns:a="http://schemas.openxmlformats.org/drawingml/2006/main">
            <a:off x="2743200" y="3675888"/>
            <a:ext cx="608076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808" name="Google Shape;2808;p42">
            <a:extLst xmlns:a="http://schemas.openxmlformats.org/drawingml/2006/main">
              <a:ext uri="{FF2B5EF4-FFF2-40B4-BE49-F238E27FC236}">
                <a16:creationId xmlns:a16="http://schemas.microsoft.com/office/drawing/2014/main" id="{EFFBFB79-D7B4-4347-9DDA-FAF210416ED6}"/>
              </a:ext>
            </a:extLst>
          </p:cNvPr>
          <p:cNvSpPr>
            <a:spLocks xmlns:a="http://schemas.openxmlformats.org/drawingml/2006/main" noGrp="1"/>
          </p:cNvSpPr>
          <p:nvPr/>
        </p:nvSpPr>
        <p:spPr>
          <a:xfrm xmlns:a="http://schemas.openxmlformats.org/drawingml/2006/main">
            <a:off x="2798064" y="3506724"/>
            <a:ext cx="14996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50"/>
              <a:buFont typeface="Arial"/>
              <a:buNone/>
            </a:pPr>
            <a:r>
              <a:rPr sz="850" b="0" i="0" u="none" cap="none">
                <a:solidFill>
                  <a:srgbClr val="0F172A"/>
                </a:solidFill>
                <a:latin typeface="Arial"/>
                <a:ea typeface="Arial"/>
                <a:cs typeface="Arial"/>
              </a:rPr>
              <a:t>Rules / criteria applied</a:t>
            </a:r>
            <a:endParaRPr sz="850" b="0" i="0" u="none" cap="none">
              <a:solidFill>
                <a:schemeClr val="dk1"/>
              </a:solidFill>
              <a:latin typeface="Arial"/>
              <a:ea typeface="Arial"/>
              <a:cs typeface="Arial"/>
            </a:endParaRPr>
          </a:p>
        </p:txBody>
      </p:sp>
      <p:sp>
        <p:nvSpPr>
          <p:cNvPr id="2809" name="Google Shape;2809;p42">
            <a:extLst xmlns:a="http://schemas.openxmlformats.org/drawingml/2006/main">
              <a:ext uri="{FF2B5EF4-FFF2-40B4-BE49-F238E27FC236}">
                <a16:creationId xmlns:a16="http://schemas.microsoft.com/office/drawing/2014/main" id="{40203E1B-99E6-44DC-A337-DE594715C35C}"/>
              </a:ext>
            </a:extLst>
          </p:cNvPr>
          <p:cNvSpPr>
            <a:spLocks xmlns:a="http://schemas.openxmlformats.org/drawingml/2006/main" noGrp="1"/>
          </p:cNvSpPr>
          <p:nvPr/>
        </p:nvSpPr>
        <p:spPr>
          <a:xfrm xmlns:a="http://schemas.openxmlformats.org/drawingml/2006/main">
            <a:off x="4352544" y="3506724"/>
            <a:ext cx="4471416" cy="169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[rule tags or design criteria]</a:t>
            </a:r>
            <a:endParaRPr sz="850" b="0" i="0" u="none" cap="none">
              <a:solidFill>
                <a:schemeClr val="dk1"/>
              </a:solidFill>
              <a:latin typeface="Arial"/>
              <a:ea typeface="Arial"/>
              <a:cs typeface="Arial"/>
            </a:endParaRPr>
          </a:p>
        </p:txBody>
      </p:sp>
      <p:sp>
        <p:nvSpPr>
          <p:cNvPr id="2810" name="Google Shape;2810;p42">
            <a:extLst xmlns:a="http://schemas.openxmlformats.org/drawingml/2006/main">
              <a:ext uri="{FF2B5EF4-FFF2-40B4-BE49-F238E27FC236}">
                <a16:creationId xmlns:a16="http://schemas.microsoft.com/office/drawing/2014/main" id="{063CC72D-0952-4E8F-AB68-81A9CB08D3C7}"/>
              </a:ext>
            </a:extLst>
          </p:cNvPr>
          <p:cNvSpPr>
            <a:spLocks xmlns:a="http://schemas.openxmlformats.org/drawingml/2006/main" noGrp="1"/>
          </p:cNvSpPr>
          <p:nvPr/>
        </p:nvSpPr>
        <p:spPr>
          <a:xfrm xmlns:a="http://schemas.openxmlformats.org/drawingml/2006/main">
            <a:off x="2743200" y="2761488"/>
            <a:ext cx="6080760" cy="9144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11" name="Google Shape;2811;p42">
            <a:extLst xmlns:a="http://schemas.openxmlformats.org/drawingml/2006/main">
              <a:ext uri="{FF2B5EF4-FFF2-40B4-BE49-F238E27FC236}">
                <a16:creationId xmlns:a16="http://schemas.microsoft.com/office/drawing/2014/main" id="{AE350760-8A48-419F-813F-8FA46AE3B01D}"/>
              </a:ext>
            </a:extLst>
          </p:cNvPr>
          <p:cNvSpPr>
            <a:spLocks xmlns:a="http://schemas.openxmlformats.org/drawingml/2006/main" noGrp="1"/>
          </p:cNvSpPr>
          <p:nvPr/>
        </p:nvSpPr>
        <p:spPr>
          <a:xfrm xmlns:a="http://schemas.openxmlformats.org/drawingml/2006/main">
            <a:off x="320040" y="42184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REVISION LOG</a:t>
            </a:r>
            <a:endParaRPr sz="900" b="0" i="0" u="none" cap="none">
              <a:solidFill>
                <a:schemeClr val="dk1"/>
              </a:solidFill>
              <a:latin typeface="Arial"/>
              <a:ea typeface="Arial"/>
              <a:cs typeface="Arial"/>
            </a:endParaRPr>
          </a:p>
        </p:txBody>
      </p:sp>
      <p:sp>
        <p:nvSpPr>
          <p:cNvPr id="2812" name="Google Shape;2812;p42">
            <a:extLst xmlns:a="http://schemas.openxmlformats.org/drawingml/2006/main">
              <a:ext uri="{FF2B5EF4-FFF2-40B4-BE49-F238E27FC236}">
                <a16:creationId xmlns:a16="http://schemas.microsoft.com/office/drawing/2014/main" id="{C0BB8E95-7953-47EB-A56A-43530D8DEC76}"/>
              </a:ext>
            </a:extLst>
          </p:cNvPr>
          <p:cNvSpPr>
            <a:spLocks xmlns:a="http://schemas.openxmlformats.org/drawingml/2006/main" noGrp="1"/>
          </p:cNvSpPr>
          <p:nvPr/>
        </p:nvSpPr>
        <p:spPr>
          <a:xfrm xmlns:a="http://schemas.openxmlformats.org/drawingml/2006/main">
            <a:off x="320040" y="4437888"/>
            <a:ext cx="850392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13" name="Google Shape;2813;p42">
            <a:extLst xmlns:a="http://schemas.openxmlformats.org/drawingml/2006/main">
              <a:ext uri="{FF2B5EF4-FFF2-40B4-BE49-F238E27FC236}">
                <a16:creationId xmlns:a16="http://schemas.microsoft.com/office/drawing/2014/main" id="{E5D01462-11C7-426C-9EA7-18CB15DDE527}"/>
              </a:ext>
            </a:extLst>
          </p:cNvPr>
          <p:cNvSpPr>
            <a:spLocks xmlns:a="http://schemas.openxmlformats.org/drawingml/2006/main" noGrp="1"/>
          </p:cNvSpPr>
          <p:nvPr/>
        </p:nvSpPr>
        <p:spPr>
          <a:xfrm xmlns:a="http://schemas.openxmlformats.org/drawingml/2006/main">
            <a:off x="374904" y="4437888"/>
            <a:ext cx="7223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Version</a:t>
            </a:r>
            <a:endParaRPr sz="850" b="0" i="0" u="none" cap="none">
              <a:solidFill>
                <a:schemeClr val="dk1"/>
              </a:solidFill>
              <a:latin typeface="Arial"/>
              <a:ea typeface="Arial"/>
              <a:cs typeface="Arial"/>
            </a:endParaRPr>
          </a:p>
        </p:txBody>
      </p:sp>
      <p:sp>
        <p:nvSpPr>
          <p:cNvPr id="2814" name="Google Shape;2814;p42">
            <a:extLst xmlns:a="http://schemas.openxmlformats.org/drawingml/2006/main">
              <a:ext uri="{FF2B5EF4-FFF2-40B4-BE49-F238E27FC236}">
                <a16:creationId xmlns:a16="http://schemas.microsoft.com/office/drawing/2014/main" id="{41D62BEA-BC6C-427B-A372-4E0F90A2921A}"/>
              </a:ext>
            </a:extLst>
          </p:cNvPr>
          <p:cNvSpPr>
            <a:spLocks xmlns:a="http://schemas.openxmlformats.org/drawingml/2006/main" noGrp="1"/>
          </p:cNvSpPr>
          <p:nvPr/>
        </p:nvSpPr>
        <p:spPr>
          <a:xfrm xmlns:a="http://schemas.openxmlformats.org/drawingml/2006/main">
            <a:off x="1152144" y="4437888"/>
            <a:ext cx="108813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2815" name="Google Shape;2815;p42">
            <a:extLst xmlns:a="http://schemas.openxmlformats.org/drawingml/2006/main">
              <a:ext uri="{FF2B5EF4-FFF2-40B4-BE49-F238E27FC236}">
                <a16:creationId xmlns:a16="http://schemas.microsoft.com/office/drawing/2014/main" id="{FB87F1D4-8B3B-4CE2-AA97-89F2A0EBECC3}"/>
              </a:ext>
            </a:extLst>
          </p:cNvPr>
          <p:cNvSpPr>
            <a:spLocks xmlns:a="http://schemas.openxmlformats.org/drawingml/2006/main" noGrp="1"/>
          </p:cNvSpPr>
          <p:nvPr/>
        </p:nvSpPr>
        <p:spPr>
          <a:xfrm xmlns:a="http://schemas.openxmlformats.org/drawingml/2006/main">
            <a:off x="2295144" y="4437888"/>
            <a:ext cx="65288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Change Description</a:t>
            </a:r>
            <a:endParaRPr sz="850" b="0" i="0" u="none" cap="none">
              <a:solidFill>
                <a:schemeClr val="dk1"/>
              </a:solidFill>
              <a:latin typeface="Arial"/>
              <a:ea typeface="Arial"/>
              <a:cs typeface="Arial"/>
            </a:endParaRPr>
          </a:p>
        </p:txBody>
      </p:sp>
      <p:sp>
        <p:nvSpPr>
          <p:cNvPr id="2816" name="Google Shape;2816;p42">
            <a:extLst xmlns:a="http://schemas.openxmlformats.org/drawingml/2006/main">
              <a:ext uri="{FF2B5EF4-FFF2-40B4-BE49-F238E27FC236}">
                <a16:creationId xmlns:a16="http://schemas.microsoft.com/office/drawing/2014/main" id="{E7A75C72-371A-414D-9BF5-C19EEC583CDC}"/>
              </a:ext>
            </a:extLst>
          </p:cNvPr>
          <p:cNvSpPr>
            <a:spLocks xmlns:a="http://schemas.openxmlformats.org/drawingml/2006/main" noGrp="1"/>
          </p:cNvSpPr>
          <p:nvPr/>
        </p:nvSpPr>
        <p:spPr>
          <a:xfrm xmlns:a="http://schemas.openxmlformats.org/drawingml/2006/main">
            <a:off x="320040" y="4620768"/>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026" name="Google Shape;2817;p42"/>
          <p:cNvCxnSpPr/>
          <p:nvPr/>
        </p:nvCxnSpPr>
        <p:spPr>
          <a:xfrm xmlns:a="http://schemas.openxmlformats.org/drawingml/2006/main">
            <a:off x="320040" y="47792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818" name="Google Shape;2818;p42">
            <a:extLst xmlns:a="http://schemas.openxmlformats.org/drawingml/2006/main">
              <a:ext uri="{FF2B5EF4-FFF2-40B4-BE49-F238E27FC236}">
                <a16:creationId xmlns:a16="http://schemas.microsoft.com/office/drawing/2014/main" id="{322C4302-C90C-4622-9C96-F8690C5A741D}"/>
              </a:ext>
            </a:extLst>
          </p:cNvPr>
          <p:cNvSpPr>
            <a:spLocks xmlns:a="http://schemas.openxmlformats.org/drawingml/2006/main" noGrp="1"/>
          </p:cNvSpPr>
          <p:nvPr/>
        </p:nvSpPr>
        <p:spPr>
          <a:xfrm xmlns:a="http://schemas.openxmlformats.org/drawingml/2006/main">
            <a:off x="374904" y="4620768"/>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v0.1</a:t>
            </a:r>
            <a:endParaRPr sz="800" b="0" i="0" u="none" cap="none">
              <a:solidFill>
                <a:schemeClr val="dk1"/>
              </a:solidFill>
              <a:latin typeface="Arial"/>
              <a:ea typeface="Arial"/>
              <a:cs typeface="Arial"/>
            </a:endParaRPr>
          </a:p>
        </p:txBody>
      </p:sp>
      <p:sp>
        <p:nvSpPr>
          <p:cNvPr id="2819" name="Google Shape;2819;p42">
            <a:extLst xmlns:a="http://schemas.openxmlformats.org/drawingml/2006/main">
              <a:ext uri="{FF2B5EF4-FFF2-40B4-BE49-F238E27FC236}">
                <a16:creationId xmlns:a16="http://schemas.microsoft.com/office/drawing/2014/main" id="{CF8BA3AB-83B5-4790-8322-94CA33C28D2E}"/>
              </a:ext>
            </a:extLst>
          </p:cNvPr>
          <p:cNvSpPr>
            <a:spLocks xmlns:a="http://schemas.openxmlformats.org/drawingml/2006/main" noGrp="1"/>
          </p:cNvSpPr>
          <p:nvPr/>
        </p:nvSpPr>
        <p:spPr>
          <a:xfrm xmlns:a="http://schemas.openxmlformats.org/drawingml/2006/main">
            <a:off x="1152144" y="4620768"/>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820" name="Google Shape;2820;p42">
            <a:extLst xmlns:a="http://schemas.openxmlformats.org/drawingml/2006/main">
              <a:ext uri="{FF2B5EF4-FFF2-40B4-BE49-F238E27FC236}">
                <a16:creationId xmlns:a16="http://schemas.microsoft.com/office/drawing/2014/main" id="{97C8494E-E8F0-4E05-9987-A02DC79096E5}"/>
              </a:ext>
            </a:extLst>
          </p:cNvPr>
          <p:cNvSpPr>
            <a:spLocks xmlns:a="http://schemas.openxmlformats.org/drawingml/2006/main" noGrp="1"/>
          </p:cNvSpPr>
          <p:nvPr/>
        </p:nvSpPr>
        <p:spPr>
          <a:xfrm xmlns:a="http://schemas.openxmlformats.org/drawingml/2006/main">
            <a:off x="2295144" y="4620768"/>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cxnSp>
        <p:nvCxnSpPr>
          <p:cNvPr id="3030" name="Google Shape;2821;p42"/>
          <p:cNvCxnSpPr/>
          <p:nvPr/>
        </p:nvCxnSpPr>
        <p:spPr>
          <a:xfrm xmlns:a="http://schemas.openxmlformats.org/drawingml/2006/main">
            <a:off x="320040" y="49377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822" name="Google Shape;2822;p42">
            <a:extLst xmlns:a="http://schemas.openxmlformats.org/drawingml/2006/main">
              <a:ext uri="{FF2B5EF4-FFF2-40B4-BE49-F238E27FC236}">
                <a16:creationId xmlns:a16="http://schemas.microsoft.com/office/drawing/2014/main" id="{A21B7AA4-D06E-45FE-AD97-E718A8A68E4D}"/>
              </a:ext>
            </a:extLst>
          </p:cNvPr>
          <p:cNvSpPr>
            <a:spLocks xmlns:a="http://schemas.openxmlformats.org/drawingml/2006/main" noGrp="1"/>
          </p:cNvSpPr>
          <p:nvPr/>
        </p:nvSpPr>
        <p:spPr>
          <a:xfrm xmlns:a="http://schemas.openxmlformats.org/drawingml/2006/main">
            <a:off x="374904" y="4779264"/>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v0.2</a:t>
            </a:r>
            <a:endParaRPr sz="800" b="0" i="0" u="none" cap="none">
              <a:solidFill>
                <a:schemeClr val="dk1"/>
              </a:solidFill>
              <a:latin typeface="Arial"/>
              <a:ea typeface="Arial"/>
              <a:cs typeface="Arial"/>
            </a:endParaRPr>
          </a:p>
        </p:txBody>
      </p:sp>
      <p:sp>
        <p:nvSpPr>
          <p:cNvPr id="2823" name="Google Shape;2823;p42">
            <a:extLst xmlns:a="http://schemas.openxmlformats.org/drawingml/2006/main">
              <a:ext uri="{FF2B5EF4-FFF2-40B4-BE49-F238E27FC236}">
                <a16:creationId xmlns:a16="http://schemas.microsoft.com/office/drawing/2014/main" id="{7118CCF0-BA68-42E1-9120-C6E7137CEB63}"/>
              </a:ext>
            </a:extLst>
          </p:cNvPr>
          <p:cNvSpPr>
            <a:spLocks xmlns:a="http://schemas.openxmlformats.org/drawingml/2006/main" noGrp="1"/>
          </p:cNvSpPr>
          <p:nvPr/>
        </p:nvSpPr>
        <p:spPr>
          <a:xfrm xmlns:a="http://schemas.openxmlformats.org/drawingml/2006/main">
            <a:off x="1152144" y="4779264"/>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824" name="Google Shape;2824;p42">
            <a:extLst xmlns:a="http://schemas.openxmlformats.org/drawingml/2006/main">
              <a:ext uri="{FF2B5EF4-FFF2-40B4-BE49-F238E27FC236}">
                <a16:creationId xmlns:a16="http://schemas.microsoft.com/office/drawing/2014/main" id="{11FB2DBC-830E-4BD9-BD76-733FD50F5D51}"/>
              </a:ext>
            </a:extLst>
          </p:cNvPr>
          <p:cNvSpPr>
            <a:spLocks xmlns:a="http://schemas.openxmlformats.org/drawingml/2006/main" noGrp="1"/>
          </p:cNvSpPr>
          <p:nvPr/>
        </p:nvSpPr>
        <p:spPr>
          <a:xfrm xmlns:a="http://schemas.openxmlformats.org/drawingml/2006/main">
            <a:off x="2295144" y="4779264"/>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825" name="Google Shape;2825;p42">
            <a:extLst xmlns:a="http://schemas.openxmlformats.org/drawingml/2006/main">
              <a:ext uri="{FF2B5EF4-FFF2-40B4-BE49-F238E27FC236}">
                <a16:creationId xmlns:a16="http://schemas.microsoft.com/office/drawing/2014/main" id="{79AC664A-B5C4-4734-9BEC-610D9A343377}"/>
              </a:ext>
            </a:extLst>
          </p:cNvPr>
          <p:cNvSpPr>
            <a:spLocks xmlns:a="http://schemas.openxmlformats.org/drawingml/2006/main" noGrp="1"/>
          </p:cNvSpPr>
          <p:nvPr/>
        </p:nvSpPr>
        <p:spPr>
          <a:xfrm xmlns:a="http://schemas.openxmlformats.org/drawingml/2006/main">
            <a:off x="320040" y="4937760"/>
            <a:ext cx="8503920" cy="158496"/>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035" name="Google Shape;2826;p42"/>
          <p:cNvCxnSpPr/>
          <p:nvPr/>
        </p:nvCxnSpPr>
        <p:spPr>
          <a:xfrm xmlns:a="http://schemas.openxmlformats.org/drawingml/2006/main">
            <a:off x="320040" y="50962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827" name="Google Shape;2827;p42">
            <a:extLst xmlns:a="http://schemas.openxmlformats.org/drawingml/2006/main">
              <a:ext uri="{FF2B5EF4-FFF2-40B4-BE49-F238E27FC236}">
                <a16:creationId xmlns:a16="http://schemas.microsoft.com/office/drawing/2014/main" id="{4FB5867C-6E32-4584-BBB3-8F23DFE0C9E6}"/>
              </a:ext>
            </a:extLst>
          </p:cNvPr>
          <p:cNvSpPr>
            <a:spLocks xmlns:a="http://schemas.openxmlformats.org/drawingml/2006/main" noGrp="1"/>
          </p:cNvSpPr>
          <p:nvPr/>
        </p:nvSpPr>
        <p:spPr>
          <a:xfrm xmlns:a="http://schemas.openxmlformats.org/drawingml/2006/main">
            <a:off x="374904" y="4937760"/>
            <a:ext cx="72237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v0.3</a:t>
            </a:r>
            <a:endParaRPr sz="800" b="0" i="0" u="none" cap="none">
              <a:solidFill>
                <a:schemeClr val="dk1"/>
              </a:solidFill>
              <a:latin typeface="Arial"/>
              <a:ea typeface="Arial"/>
              <a:cs typeface="Arial"/>
            </a:endParaRPr>
          </a:p>
        </p:txBody>
      </p:sp>
      <p:sp>
        <p:nvSpPr>
          <p:cNvPr id="2828" name="Google Shape;2828;p42">
            <a:extLst xmlns:a="http://schemas.openxmlformats.org/drawingml/2006/main">
              <a:ext uri="{FF2B5EF4-FFF2-40B4-BE49-F238E27FC236}">
                <a16:creationId xmlns:a16="http://schemas.microsoft.com/office/drawing/2014/main" id="{67BC3BCA-45D3-432D-9B39-13B319228317}"/>
              </a:ext>
            </a:extLst>
          </p:cNvPr>
          <p:cNvSpPr>
            <a:spLocks xmlns:a="http://schemas.openxmlformats.org/drawingml/2006/main" noGrp="1"/>
          </p:cNvSpPr>
          <p:nvPr/>
        </p:nvSpPr>
        <p:spPr>
          <a:xfrm xmlns:a="http://schemas.openxmlformats.org/drawingml/2006/main">
            <a:off x="1152144" y="4937760"/>
            <a:ext cx="108813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__/__/____</a:t>
            </a:r>
            <a:endParaRPr sz="800" b="0" i="0" u="none" cap="none">
              <a:solidFill>
                <a:schemeClr val="dk1"/>
              </a:solidFill>
              <a:latin typeface="Arial"/>
              <a:ea typeface="Arial"/>
              <a:cs typeface="Arial"/>
            </a:endParaRPr>
          </a:p>
        </p:txBody>
      </p:sp>
      <p:sp>
        <p:nvSpPr>
          <p:cNvPr id="2829" name="Google Shape;2829;p42">
            <a:extLst xmlns:a="http://schemas.openxmlformats.org/drawingml/2006/main">
              <a:ext uri="{FF2B5EF4-FFF2-40B4-BE49-F238E27FC236}">
                <a16:creationId xmlns:a16="http://schemas.microsoft.com/office/drawing/2014/main" id="{D9097672-6961-4684-B316-1E2BD5C16922}"/>
              </a:ext>
            </a:extLst>
          </p:cNvPr>
          <p:cNvSpPr>
            <a:spLocks xmlns:a="http://schemas.openxmlformats.org/drawingml/2006/main" noGrp="1"/>
          </p:cNvSpPr>
          <p:nvPr/>
        </p:nvSpPr>
        <p:spPr>
          <a:xfrm xmlns:a="http://schemas.openxmlformats.org/drawingml/2006/main">
            <a:off x="2295144" y="4937760"/>
            <a:ext cx="6528816" cy="158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changed in this CAD revision]</a:t>
            </a:r>
            <a:endParaRPr sz="800" b="0" i="0" u="none" cap="none">
              <a:solidFill>
                <a:schemeClr val="dk1"/>
              </a:solidFill>
              <a:latin typeface="Arial"/>
              <a:ea typeface="Arial"/>
              <a:cs typeface="Arial"/>
            </a:endParaRPr>
          </a:p>
        </p:txBody>
      </p:sp>
      <p:sp>
        <p:nvSpPr>
          <p:cNvPr id="2830" name="Google Shape;2830;p42">
            <a:extLst xmlns:a="http://schemas.openxmlformats.org/drawingml/2006/main">
              <a:ext uri="{FF2B5EF4-FFF2-40B4-BE49-F238E27FC236}">
                <a16:creationId xmlns:a16="http://schemas.microsoft.com/office/drawing/2014/main" id="{2F1BA741-A011-4AFF-B9EC-0507D6D0800A}"/>
              </a:ext>
            </a:extLst>
          </p:cNvPr>
          <p:cNvSpPr>
            <a:spLocks xmlns:a="http://schemas.openxmlformats.org/drawingml/2006/main" noGrp="1"/>
          </p:cNvSpPr>
          <p:nvPr/>
        </p:nvSpPr>
        <p:spPr>
          <a:xfrm xmlns:a="http://schemas.openxmlformats.org/drawingml/2006/main">
            <a:off x="320040" y="4437888"/>
            <a:ext cx="8503920" cy="658368"/>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31" name="Google Shape;2831;p42">
            <a:extLst xmlns:a="http://schemas.openxmlformats.org/drawingml/2006/main">
              <a:ext uri="{FF2B5EF4-FFF2-40B4-BE49-F238E27FC236}">
                <a16:creationId xmlns:a16="http://schemas.microsoft.com/office/drawing/2014/main" id="{C19D48F5-EC2C-41BF-AF72-3EC0D3360571}"/>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c36f237ad11a413c"/>
              </a:rPr>
              <a:t>onshape-mechanism</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fa1c23f3d7974b32"/>
              </a:rPr>
              <a:t>onshape-drawings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9b502c82dca74c3a"/>
              </a:rPr>
              <a:t>custom-parts-fab</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fe7debe14138483d"/>
              </a:rPr>
              <a:t>onshape-to-build</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06610158"/>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837" name="Google Shape;2837;p43">
            <a:extLst xmlns:a="http://schemas.openxmlformats.org/drawingml/2006/main">
              <a:ext uri="{FF2B5EF4-FFF2-40B4-BE49-F238E27FC236}">
                <a16:creationId xmlns:a16="http://schemas.microsoft.com/office/drawing/2014/main" id="{13C3D917-32BB-4D89-84BC-82225A90EDC1}"/>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38" name="Google Shape;2838;p43">
            <a:extLst xmlns:a="http://schemas.openxmlformats.org/drawingml/2006/main">
              <a:ext uri="{FF2B5EF4-FFF2-40B4-BE49-F238E27FC236}">
                <a16:creationId xmlns:a16="http://schemas.microsoft.com/office/drawing/2014/main" id="{1744F823-C438-4D80-A7D6-C2CB827B81D3}"/>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ENTRY 1 OF 4</a:t>
            </a:r>
            <a:endParaRPr sz="1050" b="0" i="0" u="none" cap="none">
              <a:solidFill>
                <a:schemeClr val="dk1"/>
              </a:solidFill>
              <a:latin typeface="Arial"/>
              <a:ea typeface="Arial"/>
              <a:cs typeface="Arial"/>
            </a:endParaRPr>
          </a:p>
        </p:txBody>
      </p:sp>
      <p:sp>
        <p:nvSpPr>
          <p:cNvPr id="2839" name="Google Shape;2839;p43">
            <a:extLst xmlns:a="http://schemas.openxmlformats.org/drawingml/2006/main">
              <a:ext uri="{FF2B5EF4-FFF2-40B4-BE49-F238E27FC236}">
                <a16:creationId xmlns:a16="http://schemas.microsoft.com/office/drawing/2014/main" id="{119969DD-DE46-4C32-A958-A947FCB6899E}"/>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840" name="Google Shape;2840;p43">
            <a:extLst xmlns:a="http://schemas.openxmlformats.org/drawingml/2006/main">
              <a:ext uri="{FF2B5EF4-FFF2-40B4-BE49-F238E27FC236}">
                <a16:creationId xmlns:a16="http://schemas.microsoft.com/office/drawing/2014/main" id="{7F4BE879-C1B1-4756-85A8-8161CD3AA593}"/>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Build Log — Entry 1: Mobility &amp; Routing</a:t>
            </a:r>
            <a:endParaRPr sz="2200" b="0" i="0" u="none" cap="none">
              <a:solidFill>
                <a:schemeClr val="dk1"/>
              </a:solidFill>
              <a:latin typeface="Arial"/>
              <a:ea typeface="Arial"/>
              <a:cs typeface="Arial"/>
            </a:endParaRPr>
          </a:p>
        </p:txBody>
      </p:sp>
      <p:sp>
        <p:nvSpPr>
          <p:cNvPr id="2841" name="Google Shape;2841;p43">
            <a:extLst xmlns:a="http://schemas.openxmlformats.org/drawingml/2006/main">
              <a:ext uri="{FF2B5EF4-FFF2-40B4-BE49-F238E27FC236}">
                <a16:creationId xmlns:a16="http://schemas.microsoft.com/office/drawing/2014/main" id="{FAB24AF1-6FF5-46A7-AC1F-0C4EDB2D917C}"/>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First build session on the mobility base — chassis assembly, motor mounts, wheel mounting.  ·  Date each session. Reference the CAD version it implements. Duplicate this slide for follow-up build sessions.</a:t>
            </a:r>
            <a:endParaRPr sz="900" b="0" i="0" u="none" cap="none">
              <a:solidFill>
                <a:schemeClr val="dk1"/>
              </a:solidFill>
              <a:latin typeface="Arial"/>
              <a:ea typeface="Arial"/>
              <a:cs typeface="Arial"/>
            </a:endParaRPr>
          </a:p>
        </p:txBody>
      </p:sp>
      <p:sp>
        <p:nvSpPr>
          <p:cNvPr id="2842" name="Google Shape;2842;p43">
            <a:extLst xmlns:a="http://schemas.openxmlformats.org/drawingml/2006/main">
              <a:ext uri="{FF2B5EF4-FFF2-40B4-BE49-F238E27FC236}">
                <a16:creationId xmlns:a16="http://schemas.microsoft.com/office/drawing/2014/main" id="{4D2BEE96-6709-495C-B14C-FFD82F368421}"/>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43" name="Google Shape;2843;p43">
            <a:extLst xmlns:a="http://schemas.openxmlformats.org/drawingml/2006/main">
              <a:ext uri="{FF2B5EF4-FFF2-40B4-BE49-F238E27FC236}">
                <a16:creationId xmlns:a16="http://schemas.microsoft.com/office/drawing/2014/main" id="{4E88866C-F33E-488F-BC98-C9AFE93788D3}"/>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41 / 61</a:t>
            </a:r>
            <a:endParaRPr sz="900" b="0" i="0" u="none" cap="none">
              <a:solidFill>
                <a:schemeClr val="dk1"/>
              </a:solidFill>
              <a:latin typeface="Arial"/>
              <a:ea typeface="Arial"/>
              <a:cs typeface="Arial"/>
            </a:endParaRPr>
          </a:p>
        </p:txBody>
      </p:sp>
      <p:sp>
        <p:nvSpPr>
          <p:cNvPr id="2844" name="Google Shape;2844;p43">
            <a:extLst xmlns:a="http://schemas.openxmlformats.org/drawingml/2006/main">
              <a:ext uri="{FF2B5EF4-FFF2-40B4-BE49-F238E27FC236}">
                <a16:creationId xmlns:a16="http://schemas.microsoft.com/office/drawing/2014/main" id="{65FF3E6F-9C9D-49DD-BE30-B867CEBB45F4}"/>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845" name="Google Shape;2845;p43">
            <a:extLst xmlns:a="http://schemas.openxmlformats.org/drawingml/2006/main">
              <a:ext uri="{FF2B5EF4-FFF2-40B4-BE49-F238E27FC236}">
                <a16:creationId xmlns:a16="http://schemas.microsoft.com/office/drawing/2014/main" id="{B99C26A6-F7C5-4E1A-9647-DE400C458E64}"/>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solidFill xmlns:a="http://schemas.openxmlformats.org/drawingml/2006/main">
            <a:srgbClr val="FFF7ED"/>
          </a:solidFill>
          <a:ln xmlns:a="http://schemas.openxmlformats.org/drawingml/2006/main" w="9525"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46" name="Google Shape;2846;p43">
            <a:extLst xmlns:a="http://schemas.openxmlformats.org/drawingml/2006/main">
              <a:ext uri="{FF2B5EF4-FFF2-40B4-BE49-F238E27FC236}">
                <a16:creationId xmlns:a16="http://schemas.microsoft.com/office/drawing/2014/main" id="{EB24FC5D-6EFF-468B-9623-CF87C50BEE4E}"/>
              </a:ext>
            </a:extLst>
          </p:cNvPr>
          <p:cNvSpPr>
            <a:spLocks xmlns:a="http://schemas.openxmlformats.org/drawingml/2006/main" noGrp="1"/>
          </p:cNvSpPr>
          <p:nvPr/>
        </p:nvSpPr>
        <p:spPr>
          <a:xfrm xmlns:a="http://schemas.openxmlformats.org/drawingml/2006/main">
            <a:off x="411480" y="1078992"/>
            <a:ext cx="8321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0" i="1" u="none" cap="none">
                <a:solidFill>
                  <a:srgbClr val="0F172A"/>
                </a:solidFill>
                <a:latin typeface="Arial"/>
                <a:ea typeface="Arial"/>
                <a:cs typeface="Arial"/>
              </a:rPr>
              <a:t>Subsystem:  Mobility &amp; Routing     Builder(s):  [_______]     Date:  __/__/____     CAD ref:  v___</a:t>
            </a:r>
            <a:endParaRPr sz="950" b="0" i="0" u="none" cap="none">
              <a:solidFill>
                <a:schemeClr val="dk1"/>
              </a:solidFill>
              <a:latin typeface="Arial"/>
              <a:ea typeface="Arial"/>
              <a:cs typeface="Arial"/>
            </a:endParaRPr>
          </a:p>
        </p:txBody>
      </p:sp>
      <p:sp>
        <p:nvSpPr>
          <p:cNvPr id="2847" name="Google Shape;2847;p43">
            <a:extLst xmlns:a="http://schemas.openxmlformats.org/drawingml/2006/main">
              <a:ext uri="{FF2B5EF4-FFF2-40B4-BE49-F238E27FC236}">
                <a16:creationId xmlns:a16="http://schemas.microsoft.com/office/drawing/2014/main" id="{A0CFCC8F-20F1-411D-BD68-09BDEBE8D6C3}"/>
              </a:ext>
            </a:extLst>
          </p:cNvPr>
          <p:cNvSpPr>
            <a:spLocks xmlns:a="http://schemas.openxmlformats.org/drawingml/2006/main" noGrp="1"/>
          </p:cNvSpPr>
          <p:nvPr/>
        </p:nvSpPr>
        <p:spPr>
          <a:xfrm xmlns:a="http://schemas.openxmlformats.org/drawingml/2006/main">
            <a:off x="320040" y="1444752"/>
            <a:ext cx="5212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WORK COMPLETED THIS SESSION</a:t>
            </a:r>
            <a:endParaRPr sz="900" b="0" i="0" u="none" cap="none">
              <a:solidFill>
                <a:schemeClr val="dk1"/>
              </a:solidFill>
              <a:latin typeface="Arial"/>
              <a:ea typeface="Arial"/>
              <a:cs typeface="Arial"/>
            </a:endParaRPr>
          </a:p>
        </p:txBody>
      </p:sp>
      <p:sp>
        <p:nvSpPr>
          <p:cNvPr id="2848" name="Google Shape;2848;p43">
            <a:extLst xmlns:a="http://schemas.openxmlformats.org/drawingml/2006/main">
              <a:ext uri="{FF2B5EF4-FFF2-40B4-BE49-F238E27FC236}">
                <a16:creationId xmlns:a16="http://schemas.microsoft.com/office/drawing/2014/main" id="{60B19D62-AE76-4BEF-B9DD-659E662FE084}"/>
              </a:ext>
            </a:extLst>
          </p:cNvPr>
          <p:cNvSpPr>
            <a:spLocks xmlns:a="http://schemas.openxmlformats.org/drawingml/2006/main" noGrp="1"/>
          </p:cNvSpPr>
          <p:nvPr/>
        </p:nvSpPr>
        <p:spPr>
          <a:xfrm xmlns:a="http://schemas.openxmlformats.org/drawingml/2006/main">
            <a:off x="320040" y="1664208"/>
            <a:ext cx="5212080" cy="1700784"/>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49" name="Google Shape;2849;p43">
            <a:extLst xmlns:a="http://schemas.openxmlformats.org/drawingml/2006/main">
              <a:ext uri="{FF2B5EF4-FFF2-40B4-BE49-F238E27FC236}">
                <a16:creationId xmlns:a16="http://schemas.microsoft.com/office/drawing/2014/main" id="{789B37C3-86F2-4BCC-8D79-FD8C859E0E7F}"/>
              </a:ext>
            </a:extLst>
          </p:cNvPr>
          <p:cNvSpPr>
            <a:spLocks xmlns:a="http://schemas.openxmlformats.org/drawingml/2006/main" noGrp="1"/>
          </p:cNvSpPr>
          <p:nvPr/>
        </p:nvSpPr>
        <p:spPr>
          <a:xfrm xmlns:a="http://schemas.openxmlformats.org/drawingml/2006/main">
            <a:off x="411480" y="1664208"/>
            <a:ext cx="5029200" cy="1700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[Step-by-step: what was assembled, which VEX IQ parts/connections changed, measurements, and who contributed.]</a:t>
            </a:r>
            <a:endParaRPr sz="900" b="0" i="0" u="none" cap="none">
              <a:solidFill>
                <a:schemeClr val="dk1"/>
              </a:solidFill>
              <a:latin typeface="Arial"/>
              <a:ea typeface="Arial"/>
              <a:cs typeface="Arial"/>
            </a:endParaRPr>
          </a:p>
        </p:txBody>
      </p:sp>
      <p:sp>
        <p:nvSpPr>
          <p:cNvPr id="2850" name="Google Shape;2850;p43">
            <a:extLst xmlns:a="http://schemas.openxmlformats.org/drawingml/2006/main">
              <a:ext uri="{FF2B5EF4-FFF2-40B4-BE49-F238E27FC236}">
                <a16:creationId xmlns:a16="http://schemas.microsoft.com/office/drawing/2014/main" id="{1ABEE9AB-8840-4883-A2D2-3643E8D0215B}"/>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51" name="Google Shape;2851;p43">
            <a:extLst xmlns:a="http://schemas.openxmlformats.org/drawingml/2006/main">
              <a:ext uri="{FF2B5EF4-FFF2-40B4-BE49-F238E27FC236}">
                <a16:creationId xmlns:a16="http://schemas.microsoft.com/office/drawing/2014/main" id="{C549ECCC-03F0-4203-BDE9-5EE5703FB169}"/>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[Build progress photo</a:t>
            </a:r>
            <a:endParaRPr sz="95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 annotated if possible]</a:t>
            </a:r>
            <a:endParaRPr sz="950" b="0" i="0" u="none" cap="none">
              <a:solidFill>
                <a:schemeClr val="dk1"/>
              </a:solidFill>
              <a:latin typeface="Arial"/>
              <a:ea typeface="Arial"/>
              <a:cs typeface="Arial"/>
            </a:endParaRPr>
          </a:p>
        </p:txBody>
      </p:sp>
      <p:sp>
        <p:nvSpPr>
          <p:cNvPr id="2852" name="Google Shape;2852;p43">
            <a:extLst xmlns:a="http://schemas.openxmlformats.org/drawingml/2006/main">
              <a:ext uri="{FF2B5EF4-FFF2-40B4-BE49-F238E27FC236}">
                <a16:creationId xmlns:a16="http://schemas.microsoft.com/office/drawing/2014/main" id="{CBB8E771-695F-472C-82C5-5F705555FE5C}"/>
              </a:ext>
            </a:extLst>
          </p:cNvPr>
          <p:cNvSpPr>
            <a:spLocks xmlns:a="http://schemas.openxmlformats.org/drawingml/2006/main" noGrp="1"/>
          </p:cNvSpPr>
          <p:nvPr/>
        </p:nvSpPr>
        <p:spPr>
          <a:xfrm xmlns:a="http://schemas.openxmlformats.org/drawingml/2006/main">
            <a:off x="320040" y="3456432"/>
            <a:ext cx="8503920" cy="384048"/>
          </a:xfrm>
          <a:prstGeom xmlns:a="http://schemas.openxmlformats.org/drawingml/2006/main" prst="rect">
            <a:avLst/>
          </a:prstGeom>
          <a:solidFill xmlns:a="http://schemas.openxmlformats.org/drawingml/2006/main">
            <a:srgbClr val="F0FDFA"/>
          </a:solidFill>
          <a:ln xmlns:a="http://schemas.openxmlformats.org/drawingml/2006/main" w="9525" cmpd="sng">
            <a:solidFill>
              <a:srgbClr val="0F766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53" name="Google Shape;2853;p43">
            <a:extLst xmlns:a="http://schemas.openxmlformats.org/drawingml/2006/main">
              <a:ext uri="{FF2B5EF4-FFF2-40B4-BE49-F238E27FC236}">
                <a16:creationId xmlns:a16="http://schemas.microsoft.com/office/drawing/2014/main" id="{A0844114-E0F3-47CF-8919-617758117CF3}"/>
              </a:ext>
            </a:extLst>
          </p:cNvPr>
          <p:cNvSpPr>
            <a:spLocks xmlns:a="http://schemas.openxmlformats.org/drawingml/2006/main" noGrp="1"/>
          </p:cNvSpPr>
          <p:nvPr/>
        </p:nvSpPr>
        <p:spPr>
          <a:xfrm xmlns:a="http://schemas.openxmlformats.org/drawingml/2006/main">
            <a:off x="411480" y="34564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766E"/>
              </a:buClr>
              <a:buSzPts val="850"/>
              <a:buFont typeface="Arial"/>
              <a:buNone/>
            </a:pPr>
            <a:r>
              <a:rPr sz="850" b="1" i="0" u="none" cap="none">
                <a:solidFill>
                  <a:srgbClr val="0F766E"/>
                </a:solidFill>
                <a:latin typeface="Arial"/>
                <a:ea typeface="Arial"/>
                <a:cs typeface="Arial"/>
              </a:rPr>
              <a:t>TECHNIQUES APPLIED</a:t>
            </a:r>
            <a:endParaRPr sz="850" b="0" i="0" u="none" cap="none">
              <a:solidFill>
                <a:schemeClr val="dk1"/>
              </a:solidFill>
              <a:latin typeface="Arial"/>
              <a:ea typeface="Arial"/>
              <a:cs typeface="Arial"/>
            </a:endParaRPr>
          </a:p>
        </p:txBody>
      </p:sp>
      <p:sp>
        <p:nvSpPr>
          <p:cNvPr id="2854" name="Google Shape;2854;p43">
            <a:extLst xmlns:a="http://schemas.openxmlformats.org/drawingml/2006/main">
              <a:ext uri="{FF2B5EF4-FFF2-40B4-BE49-F238E27FC236}">
                <a16:creationId xmlns:a16="http://schemas.microsoft.com/office/drawing/2014/main" id="{DA377A42-F572-4036-99F2-FFA6C8ADC32A}"/>
              </a:ext>
            </a:extLst>
          </p:cNvPr>
          <p:cNvSpPr>
            <a:spLocks xmlns:a="http://schemas.openxmlformats.org/drawingml/2006/main" noGrp="1"/>
          </p:cNvSpPr>
          <p:nvPr/>
        </p:nvSpPr>
        <p:spPr>
          <a:xfrm xmlns:a="http://schemas.openxmlformats.org/drawingml/2006/main">
            <a:off x="1874520" y="34564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Beam/plate structure   ☐ Pins/connectors   ☐ Shafts/gears   ☐ Bracing   ☐ Sensor/Smart Motor integration</a:t>
            </a:r>
            <a:endParaRPr sz="900" b="0" i="0" u="none" cap="none">
              <a:solidFill>
                <a:schemeClr val="dk1"/>
              </a:solidFill>
              <a:latin typeface="Arial"/>
              <a:ea typeface="Arial"/>
              <a:cs typeface="Arial"/>
            </a:endParaRPr>
          </a:p>
        </p:txBody>
      </p:sp>
      <p:sp>
        <p:nvSpPr>
          <p:cNvPr id="2855" name="Google Shape;2855;p43">
            <a:extLst xmlns:a="http://schemas.openxmlformats.org/drawingml/2006/main">
              <a:ext uri="{FF2B5EF4-FFF2-40B4-BE49-F238E27FC236}">
                <a16:creationId xmlns:a16="http://schemas.microsoft.com/office/drawing/2014/main" id="{421146F6-B7A9-4863-94F8-8761932BE2B9}"/>
              </a:ext>
            </a:extLst>
          </p:cNvPr>
          <p:cNvSpPr>
            <a:spLocks xmlns:a="http://schemas.openxmlformats.org/drawingml/2006/main" noGrp="1"/>
          </p:cNvSpPr>
          <p:nvPr/>
        </p:nvSpPr>
        <p:spPr>
          <a:xfrm xmlns:a="http://schemas.openxmlformats.org/drawingml/2006/main">
            <a:off x="320040" y="3913632"/>
            <a:ext cx="8503920" cy="384048"/>
          </a:xfrm>
          <a:prstGeom xmlns:a="http://schemas.openxmlformats.org/drawingml/2006/main" prst="rect">
            <a:avLst/>
          </a:prstGeom>
          <a:solidFill xmlns:a="http://schemas.openxmlformats.org/drawingml/2006/main">
            <a:srgbClr val="EFF6FF"/>
          </a:solidFill>
          <a:ln xmlns:a="http://schemas.openxmlformats.org/drawingml/2006/main" w="9525" cmpd="sng">
            <a:solidFill>
              <a:srgbClr val="1E40A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56" name="Google Shape;2856;p43">
            <a:extLst xmlns:a="http://schemas.openxmlformats.org/drawingml/2006/main">
              <a:ext uri="{FF2B5EF4-FFF2-40B4-BE49-F238E27FC236}">
                <a16:creationId xmlns:a16="http://schemas.microsoft.com/office/drawing/2014/main" id="{9951A6E1-283A-4350-8880-480150961C90}"/>
              </a:ext>
            </a:extLst>
          </p:cNvPr>
          <p:cNvSpPr>
            <a:spLocks xmlns:a="http://schemas.openxmlformats.org/drawingml/2006/main" noGrp="1"/>
          </p:cNvSpPr>
          <p:nvPr/>
        </p:nvSpPr>
        <p:spPr>
          <a:xfrm xmlns:a="http://schemas.openxmlformats.org/drawingml/2006/main">
            <a:off x="411480" y="39136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E40AF"/>
              </a:buClr>
              <a:buSzPts val="850"/>
              <a:buFont typeface="Arial"/>
              <a:buNone/>
            </a:pPr>
            <a:r>
              <a:rPr sz="850" b="1" i="0" u="none" cap="none">
                <a:solidFill>
                  <a:srgbClr val="1E40AF"/>
                </a:solidFill>
                <a:latin typeface="Arial"/>
                <a:ea typeface="Arial"/>
                <a:cs typeface="Arial"/>
              </a:rPr>
              <a:t>EVIDENCE CHAIN</a:t>
            </a:r>
            <a:endParaRPr sz="850" b="0" i="0" u="none" cap="none">
              <a:solidFill>
                <a:schemeClr val="dk1"/>
              </a:solidFill>
              <a:latin typeface="Arial"/>
              <a:ea typeface="Arial"/>
              <a:cs typeface="Arial"/>
            </a:endParaRPr>
          </a:p>
        </p:txBody>
      </p:sp>
      <p:sp>
        <p:nvSpPr>
          <p:cNvPr id="2857" name="Google Shape;2857;p43">
            <a:extLst xmlns:a="http://schemas.openxmlformats.org/drawingml/2006/main">
              <a:ext uri="{FF2B5EF4-FFF2-40B4-BE49-F238E27FC236}">
                <a16:creationId xmlns:a16="http://schemas.microsoft.com/office/drawing/2014/main" id="{A620D40A-CF19-40DD-81C8-CE567BA8763A}"/>
              </a:ext>
            </a:extLst>
          </p:cNvPr>
          <p:cNvSpPr>
            <a:spLocks xmlns:a="http://schemas.openxmlformats.org/drawingml/2006/main" noGrp="1"/>
          </p:cNvSpPr>
          <p:nvPr/>
        </p:nvSpPr>
        <p:spPr>
          <a:xfrm xmlns:a="http://schemas.openxmlformats.org/drawingml/2006/main">
            <a:off x="1874520" y="39136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Labeled sketch/CAD   ☐ Annotated dimension   ☐ Parts + port list   ☐ Before/after photo</a:t>
            </a:r>
            <a:endParaRPr sz="900" b="0" i="0" u="none" cap="none">
              <a:solidFill>
                <a:schemeClr val="dk1"/>
              </a:solidFill>
              <a:latin typeface="Arial"/>
              <a:ea typeface="Arial"/>
              <a:cs typeface="Arial"/>
            </a:endParaRPr>
          </a:p>
        </p:txBody>
      </p:sp>
      <p:sp>
        <p:nvSpPr>
          <p:cNvPr id="2858" name="Google Shape;2858;p43">
            <a:extLst xmlns:a="http://schemas.openxmlformats.org/drawingml/2006/main">
              <a:ext uri="{FF2B5EF4-FFF2-40B4-BE49-F238E27FC236}">
                <a16:creationId xmlns:a16="http://schemas.microsoft.com/office/drawing/2014/main" id="{9A563DF7-0E0E-4F47-B72D-1344FBB93B38}"/>
              </a:ext>
            </a:extLst>
          </p:cNvPr>
          <p:cNvSpPr>
            <a:spLocks xmlns:a="http://schemas.openxmlformats.org/drawingml/2006/main" noGrp="1"/>
          </p:cNvSpPr>
          <p:nvPr/>
        </p:nvSpPr>
        <p:spPr>
          <a:xfrm xmlns:a="http://schemas.openxmlformats.org/drawingml/2006/main">
            <a:off x="320040" y="43708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ISSUES ENCOUNTERED &amp; NEXT STEPS</a:t>
            </a:r>
            <a:endParaRPr sz="900" b="0" i="0" u="none" cap="none">
              <a:solidFill>
                <a:schemeClr val="dk1"/>
              </a:solidFill>
              <a:latin typeface="Arial"/>
              <a:ea typeface="Arial"/>
              <a:cs typeface="Arial"/>
            </a:endParaRPr>
          </a:p>
        </p:txBody>
      </p:sp>
      <p:sp>
        <p:nvSpPr>
          <p:cNvPr id="2859" name="Google Shape;2859;p43">
            <a:extLst xmlns:a="http://schemas.openxmlformats.org/drawingml/2006/main">
              <a:ext uri="{FF2B5EF4-FFF2-40B4-BE49-F238E27FC236}">
                <a16:creationId xmlns:a16="http://schemas.microsoft.com/office/drawing/2014/main" id="{73528068-3361-44A4-9390-1B6181DDC71E}"/>
              </a:ext>
            </a:extLst>
          </p:cNvPr>
          <p:cNvSpPr>
            <a:spLocks xmlns:a="http://schemas.openxmlformats.org/drawingml/2006/main" noGrp="1"/>
          </p:cNvSpPr>
          <p:nvPr/>
        </p:nvSpPr>
        <p:spPr>
          <a:xfrm xmlns:a="http://schemas.openxmlformats.org/drawingml/2006/main">
            <a:off x="320040" y="4590288"/>
            <a:ext cx="8503920" cy="3657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60" name="Google Shape;2860;p43">
            <a:extLst xmlns:a="http://schemas.openxmlformats.org/drawingml/2006/main">
              <a:ext uri="{FF2B5EF4-FFF2-40B4-BE49-F238E27FC236}">
                <a16:creationId xmlns:a16="http://schemas.microsoft.com/office/drawing/2014/main" id="{8171382A-20E0-4426-98BD-9D31E8910859}"/>
              </a:ext>
            </a:extLst>
          </p:cNvPr>
          <p:cNvSpPr>
            <a:spLocks xmlns:a="http://schemas.openxmlformats.org/drawingml/2006/main" noGrp="1"/>
          </p:cNvSpPr>
          <p:nvPr/>
        </p:nvSpPr>
        <p:spPr>
          <a:xfrm xmlns:a="http://schemas.openxmlformats.org/drawingml/2006/main">
            <a:off x="411480" y="4590288"/>
            <a:ext cx="8321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[What went wrong? What did we fix? What's still incomplete? What's the next build session target?]</a:t>
            </a:r>
            <a:endParaRPr sz="900" b="0" i="0" u="none" cap="none">
              <a:solidFill>
                <a:schemeClr val="dk1"/>
              </a:solidFill>
              <a:latin typeface="Arial"/>
              <a:ea typeface="Arial"/>
              <a:cs typeface="Arial"/>
            </a:endParaRPr>
          </a:p>
        </p:txBody>
      </p:sp>
      <p:sp>
        <p:nvSpPr>
          <p:cNvPr id="2861" name="Google Shape;2861;p43">
            <a:extLst xmlns:a="http://schemas.openxmlformats.org/drawingml/2006/main">
              <a:ext uri="{FF2B5EF4-FFF2-40B4-BE49-F238E27FC236}">
                <a16:creationId xmlns:a16="http://schemas.microsoft.com/office/drawing/2014/main" id="{2FB5421D-2720-4DBD-915D-B09A73541235}"/>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8e1e0993440a4495"/>
              </a:rPr>
              <a:t>VEX IQ build guide  ·  mechanism testing  ·  parts inventory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08129748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867" name="Google Shape;2867;p44">
            <a:extLst xmlns:a="http://schemas.openxmlformats.org/drawingml/2006/main">
              <a:ext uri="{FF2B5EF4-FFF2-40B4-BE49-F238E27FC236}">
                <a16:creationId xmlns:a16="http://schemas.microsoft.com/office/drawing/2014/main" id="{20106D87-B9F5-4F53-84B4-EF33F88BB237}"/>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68" name="Google Shape;2868;p44">
            <a:extLst xmlns:a="http://schemas.openxmlformats.org/drawingml/2006/main">
              <a:ext uri="{FF2B5EF4-FFF2-40B4-BE49-F238E27FC236}">
                <a16:creationId xmlns:a16="http://schemas.microsoft.com/office/drawing/2014/main" id="{F35326E4-45A0-4161-88A3-A55F2B3C89FF}"/>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ENTRY 2 OF 4</a:t>
            </a:r>
            <a:endParaRPr sz="1050" b="0" i="0" u="none" cap="none">
              <a:solidFill>
                <a:schemeClr val="dk1"/>
              </a:solidFill>
              <a:latin typeface="Arial"/>
              <a:ea typeface="Arial"/>
              <a:cs typeface="Arial"/>
            </a:endParaRPr>
          </a:p>
        </p:txBody>
      </p:sp>
      <p:sp>
        <p:nvSpPr>
          <p:cNvPr id="2869" name="Google Shape;2869;p44">
            <a:extLst xmlns:a="http://schemas.openxmlformats.org/drawingml/2006/main">
              <a:ext uri="{FF2B5EF4-FFF2-40B4-BE49-F238E27FC236}">
                <a16:creationId xmlns:a16="http://schemas.microsoft.com/office/drawing/2014/main" id="{2AF58813-6958-4E45-AB11-2DFEF6B833B9}"/>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870" name="Google Shape;2870;p44">
            <a:extLst xmlns:a="http://schemas.openxmlformats.org/drawingml/2006/main">
              <a:ext uri="{FF2B5EF4-FFF2-40B4-BE49-F238E27FC236}">
                <a16:creationId xmlns:a16="http://schemas.microsoft.com/office/drawing/2014/main" id="{3FD1A7FD-B591-468F-9F62-DD2BC6B9B792}"/>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Build Log — Entry 2: Intake</a:t>
            </a:r>
            <a:endParaRPr sz="2200" b="0" i="0" u="none" cap="none">
              <a:solidFill>
                <a:schemeClr val="dk1"/>
              </a:solidFill>
              <a:latin typeface="Arial"/>
              <a:ea typeface="Arial"/>
              <a:cs typeface="Arial"/>
            </a:endParaRPr>
          </a:p>
        </p:txBody>
      </p:sp>
      <p:sp>
        <p:nvSpPr>
          <p:cNvPr id="2871" name="Google Shape;2871;p44">
            <a:extLst xmlns:a="http://schemas.openxmlformats.org/drawingml/2006/main">
              <a:ext uri="{FF2B5EF4-FFF2-40B4-BE49-F238E27FC236}">
                <a16:creationId xmlns:a16="http://schemas.microsoft.com/office/drawing/2014/main" id="{4C0C8E82-3AA5-4ACC-9E31-4E979209357D}"/>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First build session on the intake — rollers, hood, pickup geometry.  ·  Date each session. Reference the CAD version it implements. Duplicate this slide for follow-up build sessions.</a:t>
            </a:r>
            <a:endParaRPr sz="900" b="0" i="0" u="none" cap="none">
              <a:solidFill>
                <a:schemeClr val="dk1"/>
              </a:solidFill>
              <a:latin typeface="Arial"/>
              <a:ea typeface="Arial"/>
              <a:cs typeface="Arial"/>
            </a:endParaRPr>
          </a:p>
        </p:txBody>
      </p:sp>
      <p:sp>
        <p:nvSpPr>
          <p:cNvPr id="2872" name="Google Shape;2872;p44">
            <a:extLst xmlns:a="http://schemas.openxmlformats.org/drawingml/2006/main">
              <a:ext uri="{FF2B5EF4-FFF2-40B4-BE49-F238E27FC236}">
                <a16:creationId xmlns:a16="http://schemas.microsoft.com/office/drawing/2014/main" id="{CB508116-1A23-43AA-B49F-7877316C57AC}"/>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73" name="Google Shape;2873;p44">
            <a:extLst xmlns:a="http://schemas.openxmlformats.org/drawingml/2006/main">
              <a:ext uri="{FF2B5EF4-FFF2-40B4-BE49-F238E27FC236}">
                <a16:creationId xmlns:a16="http://schemas.microsoft.com/office/drawing/2014/main" id="{F4EDC99A-CD0C-4F57-A14B-5F7E26690EBE}"/>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42 / 61</a:t>
            </a:r>
            <a:endParaRPr sz="900" b="0" i="0" u="none" cap="none">
              <a:solidFill>
                <a:schemeClr val="dk1"/>
              </a:solidFill>
              <a:latin typeface="Arial"/>
              <a:ea typeface="Arial"/>
              <a:cs typeface="Arial"/>
            </a:endParaRPr>
          </a:p>
        </p:txBody>
      </p:sp>
      <p:sp>
        <p:nvSpPr>
          <p:cNvPr id="2874" name="Google Shape;2874;p44">
            <a:extLst xmlns:a="http://schemas.openxmlformats.org/drawingml/2006/main">
              <a:ext uri="{FF2B5EF4-FFF2-40B4-BE49-F238E27FC236}">
                <a16:creationId xmlns:a16="http://schemas.microsoft.com/office/drawing/2014/main" id="{0ECD950C-76B5-435B-B4EA-81559FDF446E}"/>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875" name="Google Shape;2875;p44">
            <a:extLst xmlns:a="http://schemas.openxmlformats.org/drawingml/2006/main">
              <a:ext uri="{FF2B5EF4-FFF2-40B4-BE49-F238E27FC236}">
                <a16:creationId xmlns:a16="http://schemas.microsoft.com/office/drawing/2014/main" id="{76DC7F20-9B3D-4BF1-8E2B-826151C432DD}"/>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solidFill xmlns:a="http://schemas.openxmlformats.org/drawingml/2006/main">
            <a:srgbClr val="FFF7ED"/>
          </a:solidFill>
          <a:ln xmlns:a="http://schemas.openxmlformats.org/drawingml/2006/main" w="9525"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76" name="Google Shape;2876;p44">
            <a:extLst xmlns:a="http://schemas.openxmlformats.org/drawingml/2006/main">
              <a:ext uri="{FF2B5EF4-FFF2-40B4-BE49-F238E27FC236}">
                <a16:creationId xmlns:a16="http://schemas.microsoft.com/office/drawing/2014/main" id="{0FF72790-AA4C-40D7-A72A-65811D5BB10A}"/>
              </a:ext>
            </a:extLst>
          </p:cNvPr>
          <p:cNvSpPr>
            <a:spLocks xmlns:a="http://schemas.openxmlformats.org/drawingml/2006/main" noGrp="1"/>
          </p:cNvSpPr>
          <p:nvPr/>
        </p:nvSpPr>
        <p:spPr>
          <a:xfrm xmlns:a="http://schemas.openxmlformats.org/drawingml/2006/main">
            <a:off x="411480" y="1078992"/>
            <a:ext cx="8321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0" i="1" u="none" cap="none">
                <a:solidFill>
                  <a:srgbClr val="0F172A"/>
                </a:solidFill>
                <a:latin typeface="Arial"/>
                <a:ea typeface="Arial"/>
                <a:cs typeface="Arial"/>
              </a:rPr>
              <a:t>Subsystem:  Intake     Builder(s):  [_______]     Date:  __/__/____     CAD ref:  v___</a:t>
            </a:r>
            <a:endParaRPr sz="950" b="0" i="0" u="none" cap="none">
              <a:solidFill>
                <a:schemeClr val="dk1"/>
              </a:solidFill>
              <a:latin typeface="Arial"/>
              <a:ea typeface="Arial"/>
              <a:cs typeface="Arial"/>
            </a:endParaRPr>
          </a:p>
        </p:txBody>
      </p:sp>
      <p:sp>
        <p:nvSpPr>
          <p:cNvPr id="2877" name="Google Shape;2877;p44">
            <a:extLst xmlns:a="http://schemas.openxmlformats.org/drawingml/2006/main">
              <a:ext uri="{FF2B5EF4-FFF2-40B4-BE49-F238E27FC236}">
                <a16:creationId xmlns:a16="http://schemas.microsoft.com/office/drawing/2014/main" id="{1908F168-503D-4B9E-AB55-F18E47B2A591}"/>
              </a:ext>
            </a:extLst>
          </p:cNvPr>
          <p:cNvSpPr>
            <a:spLocks xmlns:a="http://schemas.openxmlformats.org/drawingml/2006/main" noGrp="1"/>
          </p:cNvSpPr>
          <p:nvPr/>
        </p:nvSpPr>
        <p:spPr>
          <a:xfrm xmlns:a="http://schemas.openxmlformats.org/drawingml/2006/main">
            <a:off x="320040" y="1444752"/>
            <a:ext cx="5212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WORK COMPLETED THIS SESSION</a:t>
            </a:r>
            <a:endParaRPr sz="900" b="0" i="0" u="none" cap="none">
              <a:solidFill>
                <a:schemeClr val="dk1"/>
              </a:solidFill>
              <a:latin typeface="Arial"/>
              <a:ea typeface="Arial"/>
              <a:cs typeface="Arial"/>
            </a:endParaRPr>
          </a:p>
        </p:txBody>
      </p:sp>
      <p:sp>
        <p:nvSpPr>
          <p:cNvPr id="2878" name="Google Shape;2878;p44">
            <a:extLst xmlns:a="http://schemas.openxmlformats.org/drawingml/2006/main">
              <a:ext uri="{FF2B5EF4-FFF2-40B4-BE49-F238E27FC236}">
                <a16:creationId xmlns:a16="http://schemas.microsoft.com/office/drawing/2014/main" id="{AF33C8F8-76AE-4B74-992C-A53C70FB8143}"/>
              </a:ext>
            </a:extLst>
          </p:cNvPr>
          <p:cNvSpPr>
            <a:spLocks xmlns:a="http://schemas.openxmlformats.org/drawingml/2006/main" noGrp="1"/>
          </p:cNvSpPr>
          <p:nvPr/>
        </p:nvSpPr>
        <p:spPr>
          <a:xfrm xmlns:a="http://schemas.openxmlformats.org/drawingml/2006/main">
            <a:off x="320040" y="1664208"/>
            <a:ext cx="5212080" cy="1700784"/>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79" name="Google Shape;2879;p44">
            <a:extLst xmlns:a="http://schemas.openxmlformats.org/drawingml/2006/main">
              <a:ext uri="{FF2B5EF4-FFF2-40B4-BE49-F238E27FC236}">
                <a16:creationId xmlns:a16="http://schemas.microsoft.com/office/drawing/2014/main" id="{98B7F0BE-D69A-4C17-924D-B9E500AAA7E8}"/>
              </a:ext>
            </a:extLst>
          </p:cNvPr>
          <p:cNvSpPr>
            <a:spLocks xmlns:a="http://schemas.openxmlformats.org/drawingml/2006/main" noGrp="1"/>
          </p:cNvSpPr>
          <p:nvPr/>
        </p:nvSpPr>
        <p:spPr>
          <a:xfrm xmlns:a="http://schemas.openxmlformats.org/drawingml/2006/main">
            <a:off x="411480" y="1664208"/>
            <a:ext cx="5029200" cy="1700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[Step-by-step: what was assembled, which VEX IQ parts/connections changed, measurements, and who contributed.]</a:t>
            </a:r>
            <a:endParaRPr sz="900" b="0" i="0" u="none" cap="none">
              <a:solidFill>
                <a:schemeClr val="dk1"/>
              </a:solidFill>
              <a:latin typeface="Arial"/>
              <a:ea typeface="Arial"/>
              <a:cs typeface="Arial"/>
            </a:endParaRPr>
          </a:p>
        </p:txBody>
      </p:sp>
      <p:sp>
        <p:nvSpPr>
          <p:cNvPr id="2880" name="Google Shape;2880;p44">
            <a:extLst xmlns:a="http://schemas.openxmlformats.org/drawingml/2006/main">
              <a:ext uri="{FF2B5EF4-FFF2-40B4-BE49-F238E27FC236}">
                <a16:creationId xmlns:a16="http://schemas.microsoft.com/office/drawing/2014/main" id="{50FBD4E8-DD19-47F3-BAEE-ED07368B267B}"/>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81" name="Google Shape;2881;p44">
            <a:extLst xmlns:a="http://schemas.openxmlformats.org/drawingml/2006/main">
              <a:ext uri="{FF2B5EF4-FFF2-40B4-BE49-F238E27FC236}">
                <a16:creationId xmlns:a16="http://schemas.microsoft.com/office/drawing/2014/main" id="{0B9E6964-E832-4C03-8680-664E3EB07138}"/>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[Build progress photo</a:t>
            </a:r>
            <a:endParaRPr sz="95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 annotated if possible]</a:t>
            </a:r>
            <a:endParaRPr sz="950" b="0" i="0" u="none" cap="none">
              <a:solidFill>
                <a:schemeClr val="dk1"/>
              </a:solidFill>
              <a:latin typeface="Arial"/>
              <a:ea typeface="Arial"/>
              <a:cs typeface="Arial"/>
            </a:endParaRPr>
          </a:p>
        </p:txBody>
      </p:sp>
      <p:sp>
        <p:nvSpPr>
          <p:cNvPr id="2882" name="Google Shape;2882;p44">
            <a:extLst xmlns:a="http://schemas.openxmlformats.org/drawingml/2006/main">
              <a:ext uri="{FF2B5EF4-FFF2-40B4-BE49-F238E27FC236}">
                <a16:creationId xmlns:a16="http://schemas.microsoft.com/office/drawing/2014/main" id="{C1C800E8-9E8F-47FC-94C5-DB4E8DFF8A0B}"/>
              </a:ext>
            </a:extLst>
          </p:cNvPr>
          <p:cNvSpPr>
            <a:spLocks xmlns:a="http://schemas.openxmlformats.org/drawingml/2006/main" noGrp="1"/>
          </p:cNvSpPr>
          <p:nvPr/>
        </p:nvSpPr>
        <p:spPr>
          <a:xfrm xmlns:a="http://schemas.openxmlformats.org/drawingml/2006/main">
            <a:off x="320040" y="3456432"/>
            <a:ext cx="8503920" cy="384048"/>
          </a:xfrm>
          <a:prstGeom xmlns:a="http://schemas.openxmlformats.org/drawingml/2006/main" prst="rect">
            <a:avLst/>
          </a:prstGeom>
          <a:solidFill xmlns:a="http://schemas.openxmlformats.org/drawingml/2006/main">
            <a:srgbClr val="F0FDFA"/>
          </a:solidFill>
          <a:ln xmlns:a="http://schemas.openxmlformats.org/drawingml/2006/main" w="9525" cmpd="sng">
            <a:solidFill>
              <a:srgbClr val="0F766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83" name="Google Shape;2883;p44">
            <a:extLst xmlns:a="http://schemas.openxmlformats.org/drawingml/2006/main">
              <a:ext uri="{FF2B5EF4-FFF2-40B4-BE49-F238E27FC236}">
                <a16:creationId xmlns:a16="http://schemas.microsoft.com/office/drawing/2014/main" id="{59454676-39E4-40EA-AC24-E53CAC2526AE}"/>
              </a:ext>
            </a:extLst>
          </p:cNvPr>
          <p:cNvSpPr>
            <a:spLocks xmlns:a="http://schemas.openxmlformats.org/drawingml/2006/main" noGrp="1"/>
          </p:cNvSpPr>
          <p:nvPr/>
        </p:nvSpPr>
        <p:spPr>
          <a:xfrm xmlns:a="http://schemas.openxmlformats.org/drawingml/2006/main">
            <a:off x="411480" y="34564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766E"/>
              </a:buClr>
              <a:buSzPts val="850"/>
              <a:buFont typeface="Arial"/>
              <a:buNone/>
            </a:pPr>
            <a:r>
              <a:rPr sz="850" b="1" i="0" u="none" cap="none">
                <a:solidFill>
                  <a:srgbClr val="0F766E"/>
                </a:solidFill>
                <a:latin typeface="Arial"/>
                <a:ea typeface="Arial"/>
                <a:cs typeface="Arial"/>
              </a:rPr>
              <a:t>TECHNIQUES APPLIED</a:t>
            </a:r>
            <a:endParaRPr sz="850" b="0" i="0" u="none" cap="none">
              <a:solidFill>
                <a:schemeClr val="dk1"/>
              </a:solidFill>
              <a:latin typeface="Arial"/>
              <a:ea typeface="Arial"/>
              <a:cs typeface="Arial"/>
            </a:endParaRPr>
          </a:p>
        </p:txBody>
      </p:sp>
      <p:sp>
        <p:nvSpPr>
          <p:cNvPr id="2884" name="Google Shape;2884;p44">
            <a:extLst xmlns:a="http://schemas.openxmlformats.org/drawingml/2006/main">
              <a:ext uri="{FF2B5EF4-FFF2-40B4-BE49-F238E27FC236}">
                <a16:creationId xmlns:a16="http://schemas.microsoft.com/office/drawing/2014/main" id="{FFDF5735-6321-48CC-A118-45CF09A23A85}"/>
              </a:ext>
            </a:extLst>
          </p:cNvPr>
          <p:cNvSpPr>
            <a:spLocks xmlns:a="http://schemas.openxmlformats.org/drawingml/2006/main" noGrp="1"/>
          </p:cNvSpPr>
          <p:nvPr/>
        </p:nvSpPr>
        <p:spPr>
          <a:xfrm xmlns:a="http://schemas.openxmlformats.org/drawingml/2006/main">
            <a:off x="1874520" y="34564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Beam/plate structure   ☐ Pins/connectors   ☐ Shafts/gears   ☐ Bracing   ☐ Sensor/Smart Motor integration</a:t>
            </a:r>
            <a:endParaRPr sz="900" b="0" i="0" u="none" cap="none">
              <a:solidFill>
                <a:schemeClr val="dk1"/>
              </a:solidFill>
              <a:latin typeface="Arial"/>
              <a:ea typeface="Arial"/>
              <a:cs typeface="Arial"/>
            </a:endParaRPr>
          </a:p>
        </p:txBody>
      </p:sp>
      <p:sp>
        <p:nvSpPr>
          <p:cNvPr id="2885" name="Google Shape;2885;p44">
            <a:extLst xmlns:a="http://schemas.openxmlformats.org/drawingml/2006/main">
              <a:ext uri="{FF2B5EF4-FFF2-40B4-BE49-F238E27FC236}">
                <a16:creationId xmlns:a16="http://schemas.microsoft.com/office/drawing/2014/main" id="{3CD168A7-A456-468C-B63A-70E1C4A1D696}"/>
              </a:ext>
            </a:extLst>
          </p:cNvPr>
          <p:cNvSpPr>
            <a:spLocks xmlns:a="http://schemas.openxmlformats.org/drawingml/2006/main" noGrp="1"/>
          </p:cNvSpPr>
          <p:nvPr/>
        </p:nvSpPr>
        <p:spPr>
          <a:xfrm xmlns:a="http://schemas.openxmlformats.org/drawingml/2006/main">
            <a:off x="320040" y="3913632"/>
            <a:ext cx="8503920" cy="384048"/>
          </a:xfrm>
          <a:prstGeom xmlns:a="http://schemas.openxmlformats.org/drawingml/2006/main" prst="rect">
            <a:avLst/>
          </a:prstGeom>
          <a:solidFill xmlns:a="http://schemas.openxmlformats.org/drawingml/2006/main">
            <a:srgbClr val="EFF6FF"/>
          </a:solidFill>
          <a:ln xmlns:a="http://schemas.openxmlformats.org/drawingml/2006/main" w="9525" cmpd="sng">
            <a:solidFill>
              <a:srgbClr val="1E40A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86" name="Google Shape;2886;p44">
            <a:extLst xmlns:a="http://schemas.openxmlformats.org/drawingml/2006/main">
              <a:ext uri="{FF2B5EF4-FFF2-40B4-BE49-F238E27FC236}">
                <a16:creationId xmlns:a16="http://schemas.microsoft.com/office/drawing/2014/main" id="{246BF51F-1B87-4567-AFA2-82D110950968}"/>
              </a:ext>
            </a:extLst>
          </p:cNvPr>
          <p:cNvSpPr>
            <a:spLocks xmlns:a="http://schemas.openxmlformats.org/drawingml/2006/main" noGrp="1"/>
          </p:cNvSpPr>
          <p:nvPr/>
        </p:nvSpPr>
        <p:spPr>
          <a:xfrm xmlns:a="http://schemas.openxmlformats.org/drawingml/2006/main">
            <a:off x="411480" y="39136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E40AF"/>
              </a:buClr>
              <a:buSzPts val="850"/>
              <a:buFont typeface="Arial"/>
              <a:buNone/>
            </a:pPr>
            <a:r>
              <a:rPr sz="850" b="1" i="0" u="none" cap="none">
                <a:solidFill>
                  <a:srgbClr val="1E40AF"/>
                </a:solidFill>
                <a:latin typeface="Arial"/>
                <a:ea typeface="Arial"/>
                <a:cs typeface="Arial"/>
              </a:rPr>
              <a:t>EVIDENCE CHAIN</a:t>
            </a:r>
            <a:endParaRPr sz="850" b="0" i="0" u="none" cap="none">
              <a:solidFill>
                <a:schemeClr val="dk1"/>
              </a:solidFill>
              <a:latin typeface="Arial"/>
              <a:ea typeface="Arial"/>
              <a:cs typeface="Arial"/>
            </a:endParaRPr>
          </a:p>
        </p:txBody>
      </p:sp>
      <p:sp>
        <p:nvSpPr>
          <p:cNvPr id="2887" name="Google Shape;2887;p44">
            <a:extLst xmlns:a="http://schemas.openxmlformats.org/drawingml/2006/main">
              <a:ext uri="{FF2B5EF4-FFF2-40B4-BE49-F238E27FC236}">
                <a16:creationId xmlns:a16="http://schemas.microsoft.com/office/drawing/2014/main" id="{15F69864-02F5-4F95-9D1C-7F224601CF1A}"/>
              </a:ext>
            </a:extLst>
          </p:cNvPr>
          <p:cNvSpPr>
            <a:spLocks xmlns:a="http://schemas.openxmlformats.org/drawingml/2006/main" noGrp="1"/>
          </p:cNvSpPr>
          <p:nvPr/>
        </p:nvSpPr>
        <p:spPr>
          <a:xfrm xmlns:a="http://schemas.openxmlformats.org/drawingml/2006/main">
            <a:off x="1874520" y="39136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Labeled sketch/CAD   ☐ Annotated dimension   ☐ Parts + port list   ☐ Before/after photo</a:t>
            </a:r>
            <a:endParaRPr sz="900" b="0" i="0" u="none" cap="none">
              <a:solidFill>
                <a:schemeClr val="dk1"/>
              </a:solidFill>
              <a:latin typeface="Arial"/>
              <a:ea typeface="Arial"/>
              <a:cs typeface="Arial"/>
            </a:endParaRPr>
          </a:p>
        </p:txBody>
      </p:sp>
      <p:sp>
        <p:nvSpPr>
          <p:cNvPr id="2888" name="Google Shape;2888;p44">
            <a:extLst xmlns:a="http://schemas.openxmlformats.org/drawingml/2006/main">
              <a:ext uri="{FF2B5EF4-FFF2-40B4-BE49-F238E27FC236}">
                <a16:creationId xmlns:a16="http://schemas.microsoft.com/office/drawing/2014/main" id="{E46EEA46-8F8C-42E0-B209-E47AE163900D}"/>
              </a:ext>
            </a:extLst>
          </p:cNvPr>
          <p:cNvSpPr>
            <a:spLocks xmlns:a="http://schemas.openxmlformats.org/drawingml/2006/main" noGrp="1"/>
          </p:cNvSpPr>
          <p:nvPr/>
        </p:nvSpPr>
        <p:spPr>
          <a:xfrm xmlns:a="http://schemas.openxmlformats.org/drawingml/2006/main">
            <a:off x="320040" y="43708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ISSUES ENCOUNTERED &amp; NEXT STEPS</a:t>
            </a:r>
            <a:endParaRPr sz="900" b="0" i="0" u="none" cap="none">
              <a:solidFill>
                <a:schemeClr val="dk1"/>
              </a:solidFill>
              <a:latin typeface="Arial"/>
              <a:ea typeface="Arial"/>
              <a:cs typeface="Arial"/>
            </a:endParaRPr>
          </a:p>
        </p:txBody>
      </p:sp>
      <p:sp>
        <p:nvSpPr>
          <p:cNvPr id="2889" name="Google Shape;2889;p44">
            <a:extLst xmlns:a="http://schemas.openxmlformats.org/drawingml/2006/main">
              <a:ext uri="{FF2B5EF4-FFF2-40B4-BE49-F238E27FC236}">
                <a16:creationId xmlns:a16="http://schemas.microsoft.com/office/drawing/2014/main" id="{A874901F-2AF0-4BD5-BA67-D44071A78F8E}"/>
              </a:ext>
            </a:extLst>
          </p:cNvPr>
          <p:cNvSpPr>
            <a:spLocks xmlns:a="http://schemas.openxmlformats.org/drawingml/2006/main" noGrp="1"/>
          </p:cNvSpPr>
          <p:nvPr/>
        </p:nvSpPr>
        <p:spPr>
          <a:xfrm xmlns:a="http://schemas.openxmlformats.org/drawingml/2006/main">
            <a:off x="320040" y="4590288"/>
            <a:ext cx="8503920" cy="3657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90" name="Google Shape;2890;p44">
            <a:extLst xmlns:a="http://schemas.openxmlformats.org/drawingml/2006/main">
              <a:ext uri="{FF2B5EF4-FFF2-40B4-BE49-F238E27FC236}">
                <a16:creationId xmlns:a16="http://schemas.microsoft.com/office/drawing/2014/main" id="{599806C1-6044-464A-B254-ADD007F1C064}"/>
              </a:ext>
            </a:extLst>
          </p:cNvPr>
          <p:cNvSpPr>
            <a:spLocks xmlns:a="http://schemas.openxmlformats.org/drawingml/2006/main" noGrp="1"/>
          </p:cNvSpPr>
          <p:nvPr/>
        </p:nvSpPr>
        <p:spPr>
          <a:xfrm xmlns:a="http://schemas.openxmlformats.org/drawingml/2006/main">
            <a:off x="411480" y="4590288"/>
            <a:ext cx="8321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[What went wrong? What did we fix? What's still incomplete? What's the next build session target?]</a:t>
            </a:r>
            <a:endParaRPr sz="900" b="0" i="0" u="none" cap="none">
              <a:solidFill>
                <a:schemeClr val="dk1"/>
              </a:solidFill>
              <a:latin typeface="Arial"/>
              <a:ea typeface="Arial"/>
              <a:cs typeface="Arial"/>
            </a:endParaRPr>
          </a:p>
        </p:txBody>
      </p:sp>
      <p:sp>
        <p:nvSpPr>
          <p:cNvPr id="2891" name="Google Shape;2891;p44">
            <a:extLst xmlns:a="http://schemas.openxmlformats.org/drawingml/2006/main">
              <a:ext uri="{FF2B5EF4-FFF2-40B4-BE49-F238E27FC236}">
                <a16:creationId xmlns:a16="http://schemas.microsoft.com/office/drawing/2014/main" id="{05401906-7AA7-407D-9C4D-60FFB8F03FFF}"/>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48e14f59bd034ecd"/>
              </a:rPr>
              <a:t>VEX IQ build guide  ·  mechanism testing  ·  parts inventory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794298200"/>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897" name="Google Shape;2897;p45">
            <a:extLst xmlns:a="http://schemas.openxmlformats.org/drawingml/2006/main">
              <a:ext uri="{FF2B5EF4-FFF2-40B4-BE49-F238E27FC236}">
                <a16:creationId xmlns:a16="http://schemas.microsoft.com/office/drawing/2014/main" id="{FDEF4EB4-2F1E-4358-8E75-3154B7A06B3E}"/>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898" name="Google Shape;2898;p45">
            <a:extLst xmlns:a="http://schemas.openxmlformats.org/drawingml/2006/main">
              <a:ext uri="{FF2B5EF4-FFF2-40B4-BE49-F238E27FC236}">
                <a16:creationId xmlns:a16="http://schemas.microsoft.com/office/drawing/2014/main" id="{D2F525CC-F445-4221-8B6C-529A16156EAE}"/>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ENTRY 3 OF 4</a:t>
            </a:r>
            <a:endParaRPr sz="1050" b="0" i="0" u="none" cap="none">
              <a:solidFill>
                <a:schemeClr val="dk1"/>
              </a:solidFill>
              <a:latin typeface="Arial"/>
              <a:ea typeface="Arial"/>
              <a:cs typeface="Arial"/>
            </a:endParaRPr>
          </a:p>
        </p:txBody>
      </p:sp>
      <p:sp>
        <p:nvSpPr>
          <p:cNvPr id="2899" name="Google Shape;2899;p45">
            <a:extLst xmlns:a="http://schemas.openxmlformats.org/drawingml/2006/main">
              <a:ext uri="{FF2B5EF4-FFF2-40B4-BE49-F238E27FC236}">
                <a16:creationId xmlns:a16="http://schemas.microsoft.com/office/drawing/2014/main" id="{5009BA45-8203-4539-9EDB-EB777FD6D4B8}"/>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900" name="Google Shape;2900;p45">
            <a:extLst xmlns:a="http://schemas.openxmlformats.org/drawingml/2006/main">
              <a:ext uri="{FF2B5EF4-FFF2-40B4-BE49-F238E27FC236}">
                <a16:creationId xmlns:a16="http://schemas.microsoft.com/office/drawing/2014/main" id="{D8836776-7AD0-4F69-B080-E114680372FB}"/>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Build Log — Entry 3: Scoring</a:t>
            </a:r>
            <a:endParaRPr sz="2200" b="0" i="0" u="none" cap="none">
              <a:solidFill>
                <a:schemeClr val="dk1"/>
              </a:solidFill>
              <a:latin typeface="Arial"/>
              <a:ea typeface="Arial"/>
              <a:cs typeface="Arial"/>
            </a:endParaRPr>
          </a:p>
        </p:txBody>
      </p:sp>
      <p:sp>
        <p:nvSpPr>
          <p:cNvPr id="2901" name="Google Shape;2901;p45">
            <a:extLst xmlns:a="http://schemas.openxmlformats.org/drawingml/2006/main">
              <a:ext uri="{FF2B5EF4-FFF2-40B4-BE49-F238E27FC236}">
                <a16:creationId xmlns:a16="http://schemas.microsoft.com/office/drawing/2014/main" id="{63712996-5271-4479-A8BD-92665DF8F8A1}"/>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First build session on the scoring mechanism — lift/launcher/ejector subsystem.  ·  Date each session. Reference the CAD version it implements. Duplicate this slide for follow-up build sessions.</a:t>
            </a:r>
            <a:endParaRPr sz="900" b="0" i="0" u="none" cap="none">
              <a:solidFill>
                <a:schemeClr val="dk1"/>
              </a:solidFill>
              <a:latin typeface="Arial"/>
              <a:ea typeface="Arial"/>
              <a:cs typeface="Arial"/>
            </a:endParaRPr>
          </a:p>
        </p:txBody>
      </p:sp>
      <p:sp>
        <p:nvSpPr>
          <p:cNvPr id="2902" name="Google Shape;2902;p45">
            <a:extLst xmlns:a="http://schemas.openxmlformats.org/drawingml/2006/main">
              <a:ext uri="{FF2B5EF4-FFF2-40B4-BE49-F238E27FC236}">
                <a16:creationId xmlns:a16="http://schemas.microsoft.com/office/drawing/2014/main" id="{CEC7931A-323D-46E2-A413-C910C5E931A2}"/>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03" name="Google Shape;2903;p45">
            <a:extLst xmlns:a="http://schemas.openxmlformats.org/drawingml/2006/main">
              <a:ext uri="{FF2B5EF4-FFF2-40B4-BE49-F238E27FC236}">
                <a16:creationId xmlns:a16="http://schemas.microsoft.com/office/drawing/2014/main" id="{C8C8984C-F0D2-4FCA-A903-EE9C3462C462}"/>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43 / 61</a:t>
            </a:r>
            <a:endParaRPr sz="900" b="0" i="0" u="none" cap="none">
              <a:solidFill>
                <a:schemeClr val="dk1"/>
              </a:solidFill>
              <a:latin typeface="Arial"/>
              <a:ea typeface="Arial"/>
              <a:cs typeface="Arial"/>
            </a:endParaRPr>
          </a:p>
        </p:txBody>
      </p:sp>
      <p:sp>
        <p:nvSpPr>
          <p:cNvPr id="2904" name="Google Shape;2904;p45">
            <a:extLst xmlns:a="http://schemas.openxmlformats.org/drawingml/2006/main">
              <a:ext uri="{FF2B5EF4-FFF2-40B4-BE49-F238E27FC236}">
                <a16:creationId xmlns:a16="http://schemas.microsoft.com/office/drawing/2014/main" id="{ADA1137E-B5E8-4AF4-851D-39022B827932}"/>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905" name="Google Shape;2905;p45">
            <a:extLst xmlns:a="http://schemas.openxmlformats.org/drawingml/2006/main">
              <a:ext uri="{FF2B5EF4-FFF2-40B4-BE49-F238E27FC236}">
                <a16:creationId xmlns:a16="http://schemas.microsoft.com/office/drawing/2014/main" id="{8F1AB68F-F5A1-446A-9A77-793682A1D892}"/>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solidFill xmlns:a="http://schemas.openxmlformats.org/drawingml/2006/main">
            <a:srgbClr val="FFF7ED"/>
          </a:solidFill>
          <a:ln xmlns:a="http://schemas.openxmlformats.org/drawingml/2006/main" w="9525"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06" name="Google Shape;2906;p45">
            <a:extLst xmlns:a="http://schemas.openxmlformats.org/drawingml/2006/main">
              <a:ext uri="{FF2B5EF4-FFF2-40B4-BE49-F238E27FC236}">
                <a16:creationId xmlns:a16="http://schemas.microsoft.com/office/drawing/2014/main" id="{F0AAC7F9-A7CC-484F-9025-EE928D8678CB}"/>
              </a:ext>
            </a:extLst>
          </p:cNvPr>
          <p:cNvSpPr>
            <a:spLocks xmlns:a="http://schemas.openxmlformats.org/drawingml/2006/main" noGrp="1"/>
          </p:cNvSpPr>
          <p:nvPr/>
        </p:nvSpPr>
        <p:spPr>
          <a:xfrm xmlns:a="http://schemas.openxmlformats.org/drawingml/2006/main">
            <a:off x="411480" y="1078992"/>
            <a:ext cx="8321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0" i="1" u="none" cap="none">
                <a:solidFill>
                  <a:srgbClr val="0F172A"/>
                </a:solidFill>
                <a:latin typeface="Arial"/>
                <a:ea typeface="Arial"/>
                <a:cs typeface="Arial"/>
              </a:rPr>
              <a:t>Subsystem:  Scoring     Builder(s):  [_______]     Date:  __/__/____     CAD ref:  v___</a:t>
            </a:r>
            <a:endParaRPr sz="950" b="0" i="0" u="none" cap="none">
              <a:solidFill>
                <a:schemeClr val="dk1"/>
              </a:solidFill>
              <a:latin typeface="Arial"/>
              <a:ea typeface="Arial"/>
              <a:cs typeface="Arial"/>
            </a:endParaRPr>
          </a:p>
        </p:txBody>
      </p:sp>
      <p:sp>
        <p:nvSpPr>
          <p:cNvPr id="2907" name="Google Shape;2907;p45">
            <a:extLst xmlns:a="http://schemas.openxmlformats.org/drawingml/2006/main">
              <a:ext uri="{FF2B5EF4-FFF2-40B4-BE49-F238E27FC236}">
                <a16:creationId xmlns:a16="http://schemas.microsoft.com/office/drawing/2014/main" id="{83E7483F-685B-4344-9DEE-FB38E919F12C}"/>
              </a:ext>
            </a:extLst>
          </p:cNvPr>
          <p:cNvSpPr>
            <a:spLocks xmlns:a="http://schemas.openxmlformats.org/drawingml/2006/main" noGrp="1"/>
          </p:cNvSpPr>
          <p:nvPr/>
        </p:nvSpPr>
        <p:spPr>
          <a:xfrm xmlns:a="http://schemas.openxmlformats.org/drawingml/2006/main">
            <a:off x="320040" y="1444752"/>
            <a:ext cx="5212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WORK COMPLETED THIS SESSION</a:t>
            </a:r>
            <a:endParaRPr sz="900" b="0" i="0" u="none" cap="none">
              <a:solidFill>
                <a:schemeClr val="dk1"/>
              </a:solidFill>
              <a:latin typeface="Arial"/>
              <a:ea typeface="Arial"/>
              <a:cs typeface="Arial"/>
            </a:endParaRPr>
          </a:p>
        </p:txBody>
      </p:sp>
      <p:sp>
        <p:nvSpPr>
          <p:cNvPr id="2908" name="Google Shape;2908;p45">
            <a:extLst xmlns:a="http://schemas.openxmlformats.org/drawingml/2006/main">
              <a:ext uri="{FF2B5EF4-FFF2-40B4-BE49-F238E27FC236}">
                <a16:creationId xmlns:a16="http://schemas.microsoft.com/office/drawing/2014/main" id="{39DEB5CD-3EA1-480D-8007-BCE72D47A4A7}"/>
              </a:ext>
            </a:extLst>
          </p:cNvPr>
          <p:cNvSpPr>
            <a:spLocks xmlns:a="http://schemas.openxmlformats.org/drawingml/2006/main" noGrp="1"/>
          </p:cNvSpPr>
          <p:nvPr/>
        </p:nvSpPr>
        <p:spPr>
          <a:xfrm xmlns:a="http://schemas.openxmlformats.org/drawingml/2006/main">
            <a:off x="320040" y="1664208"/>
            <a:ext cx="5212080" cy="1700784"/>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09" name="Google Shape;2909;p45">
            <a:extLst xmlns:a="http://schemas.openxmlformats.org/drawingml/2006/main">
              <a:ext uri="{FF2B5EF4-FFF2-40B4-BE49-F238E27FC236}">
                <a16:creationId xmlns:a16="http://schemas.microsoft.com/office/drawing/2014/main" id="{556B418C-2725-4955-9C6C-E58482AD82AD}"/>
              </a:ext>
            </a:extLst>
          </p:cNvPr>
          <p:cNvSpPr>
            <a:spLocks xmlns:a="http://schemas.openxmlformats.org/drawingml/2006/main" noGrp="1"/>
          </p:cNvSpPr>
          <p:nvPr/>
        </p:nvSpPr>
        <p:spPr>
          <a:xfrm xmlns:a="http://schemas.openxmlformats.org/drawingml/2006/main">
            <a:off x="411480" y="1664208"/>
            <a:ext cx="5029200" cy="1700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[Step-by-step: what was assembled, which VEX IQ parts/connections changed, measurements, and who contributed.]</a:t>
            </a:r>
            <a:endParaRPr sz="900" b="0" i="0" u="none" cap="none">
              <a:solidFill>
                <a:schemeClr val="dk1"/>
              </a:solidFill>
              <a:latin typeface="Arial"/>
              <a:ea typeface="Arial"/>
              <a:cs typeface="Arial"/>
            </a:endParaRPr>
          </a:p>
        </p:txBody>
      </p:sp>
      <p:sp>
        <p:nvSpPr>
          <p:cNvPr id="2910" name="Google Shape;2910;p45">
            <a:extLst xmlns:a="http://schemas.openxmlformats.org/drawingml/2006/main">
              <a:ext uri="{FF2B5EF4-FFF2-40B4-BE49-F238E27FC236}">
                <a16:creationId xmlns:a16="http://schemas.microsoft.com/office/drawing/2014/main" id="{75E9DC76-C0DE-47E9-801E-5E18B0BA84F5}"/>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11" name="Google Shape;2911;p45">
            <a:extLst xmlns:a="http://schemas.openxmlformats.org/drawingml/2006/main">
              <a:ext uri="{FF2B5EF4-FFF2-40B4-BE49-F238E27FC236}">
                <a16:creationId xmlns:a16="http://schemas.microsoft.com/office/drawing/2014/main" id="{4E0EE807-6285-4920-8F59-6AEB37A9F2FA}"/>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[Build progress photo</a:t>
            </a:r>
            <a:endParaRPr sz="95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 annotated if possible]</a:t>
            </a:r>
            <a:endParaRPr sz="950" b="0" i="0" u="none" cap="none">
              <a:solidFill>
                <a:schemeClr val="dk1"/>
              </a:solidFill>
              <a:latin typeface="Arial"/>
              <a:ea typeface="Arial"/>
              <a:cs typeface="Arial"/>
            </a:endParaRPr>
          </a:p>
        </p:txBody>
      </p:sp>
      <p:sp>
        <p:nvSpPr>
          <p:cNvPr id="2912" name="Google Shape;2912;p45">
            <a:extLst xmlns:a="http://schemas.openxmlformats.org/drawingml/2006/main">
              <a:ext uri="{FF2B5EF4-FFF2-40B4-BE49-F238E27FC236}">
                <a16:creationId xmlns:a16="http://schemas.microsoft.com/office/drawing/2014/main" id="{33036561-D2FD-4EF5-90E4-C86FA31E1AAB}"/>
              </a:ext>
            </a:extLst>
          </p:cNvPr>
          <p:cNvSpPr>
            <a:spLocks xmlns:a="http://schemas.openxmlformats.org/drawingml/2006/main" noGrp="1"/>
          </p:cNvSpPr>
          <p:nvPr/>
        </p:nvSpPr>
        <p:spPr>
          <a:xfrm xmlns:a="http://schemas.openxmlformats.org/drawingml/2006/main">
            <a:off x="320040" y="3456432"/>
            <a:ext cx="8503920" cy="384048"/>
          </a:xfrm>
          <a:prstGeom xmlns:a="http://schemas.openxmlformats.org/drawingml/2006/main" prst="rect">
            <a:avLst/>
          </a:prstGeom>
          <a:solidFill xmlns:a="http://schemas.openxmlformats.org/drawingml/2006/main">
            <a:srgbClr val="F0FDFA"/>
          </a:solidFill>
          <a:ln xmlns:a="http://schemas.openxmlformats.org/drawingml/2006/main" w="9525" cmpd="sng">
            <a:solidFill>
              <a:srgbClr val="0F766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13" name="Google Shape;2913;p45">
            <a:extLst xmlns:a="http://schemas.openxmlformats.org/drawingml/2006/main">
              <a:ext uri="{FF2B5EF4-FFF2-40B4-BE49-F238E27FC236}">
                <a16:creationId xmlns:a16="http://schemas.microsoft.com/office/drawing/2014/main" id="{B27C4EB9-0AAE-4DD5-9778-FDB2366BD68C}"/>
              </a:ext>
            </a:extLst>
          </p:cNvPr>
          <p:cNvSpPr>
            <a:spLocks xmlns:a="http://schemas.openxmlformats.org/drawingml/2006/main" noGrp="1"/>
          </p:cNvSpPr>
          <p:nvPr/>
        </p:nvSpPr>
        <p:spPr>
          <a:xfrm xmlns:a="http://schemas.openxmlformats.org/drawingml/2006/main">
            <a:off x="411480" y="34564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766E"/>
              </a:buClr>
              <a:buSzPts val="850"/>
              <a:buFont typeface="Arial"/>
              <a:buNone/>
            </a:pPr>
            <a:r>
              <a:rPr sz="850" b="1" i="0" u="none" cap="none">
                <a:solidFill>
                  <a:srgbClr val="0F766E"/>
                </a:solidFill>
                <a:latin typeface="Arial"/>
                <a:ea typeface="Arial"/>
                <a:cs typeface="Arial"/>
              </a:rPr>
              <a:t>TECHNIQUES APPLIED</a:t>
            </a:r>
            <a:endParaRPr sz="850" b="0" i="0" u="none" cap="none">
              <a:solidFill>
                <a:schemeClr val="dk1"/>
              </a:solidFill>
              <a:latin typeface="Arial"/>
              <a:ea typeface="Arial"/>
              <a:cs typeface="Arial"/>
            </a:endParaRPr>
          </a:p>
        </p:txBody>
      </p:sp>
      <p:sp>
        <p:nvSpPr>
          <p:cNvPr id="2914" name="Google Shape;2914;p45">
            <a:extLst xmlns:a="http://schemas.openxmlformats.org/drawingml/2006/main">
              <a:ext uri="{FF2B5EF4-FFF2-40B4-BE49-F238E27FC236}">
                <a16:creationId xmlns:a16="http://schemas.microsoft.com/office/drawing/2014/main" id="{3B6DDE62-95ED-4FEE-AE8F-0BBF6FC17855}"/>
              </a:ext>
            </a:extLst>
          </p:cNvPr>
          <p:cNvSpPr>
            <a:spLocks xmlns:a="http://schemas.openxmlformats.org/drawingml/2006/main" noGrp="1"/>
          </p:cNvSpPr>
          <p:nvPr/>
        </p:nvSpPr>
        <p:spPr>
          <a:xfrm xmlns:a="http://schemas.openxmlformats.org/drawingml/2006/main">
            <a:off x="1874520" y="34564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Beam/plate structure   ☐ Pins/connectors   ☐ Shafts/gears   ☐ Bracing   ☐ Sensor/Smart Motor integration</a:t>
            </a:r>
            <a:endParaRPr sz="900" b="0" i="0" u="none" cap="none">
              <a:solidFill>
                <a:schemeClr val="dk1"/>
              </a:solidFill>
              <a:latin typeface="Arial"/>
              <a:ea typeface="Arial"/>
              <a:cs typeface="Arial"/>
            </a:endParaRPr>
          </a:p>
        </p:txBody>
      </p:sp>
      <p:sp>
        <p:nvSpPr>
          <p:cNvPr id="2915" name="Google Shape;2915;p45">
            <a:extLst xmlns:a="http://schemas.openxmlformats.org/drawingml/2006/main">
              <a:ext uri="{FF2B5EF4-FFF2-40B4-BE49-F238E27FC236}">
                <a16:creationId xmlns:a16="http://schemas.microsoft.com/office/drawing/2014/main" id="{1DAF17B7-AA63-45F2-ACBB-DFC676B25A2D}"/>
              </a:ext>
            </a:extLst>
          </p:cNvPr>
          <p:cNvSpPr>
            <a:spLocks xmlns:a="http://schemas.openxmlformats.org/drawingml/2006/main" noGrp="1"/>
          </p:cNvSpPr>
          <p:nvPr/>
        </p:nvSpPr>
        <p:spPr>
          <a:xfrm xmlns:a="http://schemas.openxmlformats.org/drawingml/2006/main">
            <a:off x="320040" y="3913632"/>
            <a:ext cx="8503920" cy="384048"/>
          </a:xfrm>
          <a:prstGeom xmlns:a="http://schemas.openxmlformats.org/drawingml/2006/main" prst="rect">
            <a:avLst/>
          </a:prstGeom>
          <a:solidFill xmlns:a="http://schemas.openxmlformats.org/drawingml/2006/main">
            <a:srgbClr val="EFF6FF"/>
          </a:solidFill>
          <a:ln xmlns:a="http://schemas.openxmlformats.org/drawingml/2006/main" w="9525" cmpd="sng">
            <a:solidFill>
              <a:srgbClr val="1E40A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16" name="Google Shape;2916;p45">
            <a:extLst xmlns:a="http://schemas.openxmlformats.org/drawingml/2006/main">
              <a:ext uri="{FF2B5EF4-FFF2-40B4-BE49-F238E27FC236}">
                <a16:creationId xmlns:a16="http://schemas.microsoft.com/office/drawing/2014/main" id="{373083F5-A651-4996-A280-6F60B05634BF}"/>
              </a:ext>
            </a:extLst>
          </p:cNvPr>
          <p:cNvSpPr>
            <a:spLocks xmlns:a="http://schemas.openxmlformats.org/drawingml/2006/main" noGrp="1"/>
          </p:cNvSpPr>
          <p:nvPr/>
        </p:nvSpPr>
        <p:spPr>
          <a:xfrm xmlns:a="http://schemas.openxmlformats.org/drawingml/2006/main">
            <a:off x="411480" y="39136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E40AF"/>
              </a:buClr>
              <a:buSzPts val="850"/>
              <a:buFont typeface="Arial"/>
              <a:buNone/>
            </a:pPr>
            <a:r>
              <a:rPr sz="850" b="1" i="0" u="none" cap="none">
                <a:solidFill>
                  <a:srgbClr val="1E40AF"/>
                </a:solidFill>
                <a:latin typeface="Arial"/>
                <a:ea typeface="Arial"/>
                <a:cs typeface="Arial"/>
              </a:rPr>
              <a:t>EVIDENCE CHAIN</a:t>
            </a:r>
            <a:endParaRPr sz="850" b="0" i="0" u="none" cap="none">
              <a:solidFill>
                <a:schemeClr val="dk1"/>
              </a:solidFill>
              <a:latin typeface="Arial"/>
              <a:ea typeface="Arial"/>
              <a:cs typeface="Arial"/>
            </a:endParaRPr>
          </a:p>
        </p:txBody>
      </p:sp>
      <p:sp>
        <p:nvSpPr>
          <p:cNvPr id="2917" name="Google Shape;2917;p45">
            <a:extLst xmlns:a="http://schemas.openxmlformats.org/drawingml/2006/main">
              <a:ext uri="{FF2B5EF4-FFF2-40B4-BE49-F238E27FC236}">
                <a16:creationId xmlns:a16="http://schemas.microsoft.com/office/drawing/2014/main" id="{5F03F2B0-5B02-4892-AB2F-FB4070D342A7}"/>
              </a:ext>
            </a:extLst>
          </p:cNvPr>
          <p:cNvSpPr>
            <a:spLocks xmlns:a="http://schemas.openxmlformats.org/drawingml/2006/main" noGrp="1"/>
          </p:cNvSpPr>
          <p:nvPr/>
        </p:nvSpPr>
        <p:spPr>
          <a:xfrm xmlns:a="http://schemas.openxmlformats.org/drawingml/2006/main">
            <a:off x="1874520" y="39136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Labeled sketch/CAD   ☐ Annotated dimension   ☐ Parts + port list   ☐ Before/after photo</a:t>
            </a:r>
            <a:endParaRPr sz="900" b="0" i="0" u="none" cap="none">
              <a:solidFill>
                <a:schemeClr val="dk1"/>
              </a:solidFill>
              <a:latin typeface="Arial"/>
              <a:ea typeface="Arial"/>
              <a:cs typeface="Arial"/>
            </a:endParaRPr>
          </a:p>
        </p:txBody>
      </p:sp>
      <p:sp>
        <p:nvSpPr>
          <p:cNvPr id="2918" name="Google Shape;2918;p45">
            <a:extLst xmlns:a="http://schemas.openxmlformats.org/drawingml/2006/main">
              <a:ext uri="{FF2B5EF4-FFF2-40B4-BE49-F238E27FC236}">
                <a16:creationId xmlns:a16="http://schemas.microsoft.com/office/drawing/2014/main" id="{E605585E-1CBF-4F61-A0E9-3EF2AF685AD3}"/>
              </a:ext>
            </a:extLst>
          </p:cNvPr>
          <p:cNvSpPr>
            <a:spLocks xmlns:a="http://schemas.openxmlformats.org/drawingml/2006/main" noGrp="1"/>
          </p:cNvSpPr>
          <p:nvPr/>
        </p:nvSpPr>
        <p:spPr>
          <a:xfrm xmlns:a="http://schemas.openxmlformats.org/drawingml/2006/main">
            <a:off x="320040" y="43708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ISSUES ENCOUNTERED &amp; NEXT STEPS</a:t>
            </a:r>
            <a:endParaRPr sz="900" b="0" i="0" u="none" cap="none">
              <a:solidFill>
                <a:schemeClr val="dk1"/>
              </a:solidFill>
              <a:latin typeface="Arial"/>
              <a:ea typeface="Arial"/>
              <a:cs typeface="Arial"/>
            </a:endParaRPr>
          </a:p>
        </p:txBody>
      </p:sp>
      <p:sp>
        <p:nvSpPr>
          <p:cNvPr id="2919" name="Google Shape;2919;p45">
            <a:extLst xmlns:a="http://schemas.openxmlformats.org/drawingml/2006/main">
              <a:ext uri="{FF2B5EF4-FFF2-40B4-BE49-F238E27FC236}">
                <a16:creationId xmlns:a16="http://schemas.microsoft.com/office/drawing/2014/main" id="{FD4CD70B-73EE-42FF-9997-0BFD41F13797}"/>
              </a:ext>
            </a:extLst>
          </p:cNvPr>
          <p:cNvSpPr>
            <a:spLocks xmlns:a="http://schemas.openxmlformats.org/drawingml/2006/main" noGrp="1"/>
          </p:cNvSpPr>
          <p:nvPr/>
        </p:nvSpPr>
        <p:spPr>
          <a:xfrm xmlns:a="http://schemas.openxmlformats.org/drawingml/2006/main">
            <a:off x="320040" y="4590288"/>
            <a:ext cx="8503920" cy="3657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20" name="Google Shape;2920;p45">
            <a:extLst xmlns:a="http://schemas.openxmlformats.org/drawingml/2006/main">
              <a:ext uri="{FF2B5EF4-FFF2-40B4-BE49-F238E27FC236}">
                <a16:creationId xmlns:a16="http://schemas.microsoft.com/office/drawing/2014/main" id="{0A27F3FA-3E44-47B4-8BCD-D669C1B8A453}"/>
              </a:ext>
            </a:extLst>
          </p:cNvPr>
          <p:cNvSpPr>
            <a:spLocks xmlns:a="http://schemas.openxmlformats.org/drawingml/2006/main" noGrp="1"/>
          </p:cNvSpPr>
          <p:nvPr/>
        </p:nvSpPr>
        <p:spPr>
          <a:xfrm xmlns:a="http://schemas.openxmlformats.org/drawingml/2006/main">
            <a:off x="411480" y="4590288"/>
            <a:ext cx="8321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[What went wrong? What did we fix? What's still incomplete? What's the next build session target?]</a:t>
            </a:r>
            <a:endParaRPr sz="900" b="0" i="0" u="none" cap="none">
              <a:solidFill>
                <a:schemeClr val="dk1"/>
              </a:solidFill>
              <a:latin typeface="Arial"/>
              <a:ea typeface="Arial"/>
              <a:cs typeface="Arial"/>
            </a:endParaRPr>
          </a:p>
        </p:txBody>
      </p:sp>
      <p:sp>
        <p:nvSpPr>
          <p:cNvPr id="2921" name="Google Shape;2921;p45">
            <a:extLst xmlns:a="http://schemas.openxmlformats.org/drawingml/2006/main">
              <a:ext uri="{FF2B5EF4-FFF2-40B4-BE49-F238E27FC236}">
                <a16:creationId xmlns:a16="http://schemas.microsoft.com/office/drawing/2014/main" id="{9A68AD3A-25B3-478C-BD76-C8DA0A53E6D0}"/>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9f576e43b3e24f55"/>
              </a:rPr>
              <a:t>VEX IQ build guide  ·  mechanism testing  ·  parts inventory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0373128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927" name="Google Shape;2927;p46">
            <a:extLst xmlns:a="http://schemas.openxmlformats.org/drawingml/2006/main">
              <a:ext uri="{FF2B5EF4-FFF2-40B4-BE49-F238E27FC236}">
                <a16:creationId xmlns:a16="http://schemas.microsoft.com/office/drawing/2014/main" id="{0DDAB1BD-5B9A-46A8-AA1C-92D21A6FDF8F}"/>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28" name="Google Shape;2928;p46">
            <a:extLst xmlns:a="http://schemas.openxmlformats.org/drawingml/2006/main">
              <a:ext uri="{FF2B5EF4-FFF2-40B4-BE49-F238E27FC236}">
                <a16:creationId xmlns:a16="http://schemas.microsoft.com/office/drawing/2014/main" id="{35047EF5-C90E-4937-B265-9710BB834CF8}"/>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ENTRY 4 OF 4</a:t>
            </a:r>
            <a:endParaRPr sz="1050" b="0" i="0" u="none" cap="none">
              <a:solidFill>
                <a:schemeClr val="dk1"/>
              </a:solidFill>
              <a:latin typeface="Arial"/>
              <a:ea typeface="Arial"/>
              <a:cs typeface="Arial"/>
            </a:endParaRPr>
          </a:p>
        </p:txBody>
      </p:sp>
      <p:sp>
        <p:nvSpPr>
          <p:cNvPr id="2929" name="Google Shape;2929;p46">
            <a:extLst xmlns:a="http://schemas.openxmlformats.org/drawingml/2006/main">
              <a:ext uri="{FF2B5EF4-FFF2-40B4-BE49-F238E27FC236}">
                <a16:creationId xmlns:a16="http://schemas.microsoft.com/office/drawing/2014/main" id="{DD7D59D8-F3F7-441D-A8CA-15D9017D4417}"/>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930" name="Google Shape;2930;p46">
            <a:extLst xmlns:a="http://schemas.openxmlformats.org/drawingml/2006/main">
              <a:ext uri="{FF2B5EF4-FFF2-40B4-BE49-F238E27FC236}">
                <a16:creationId xmlns:a16="http://schemas.microsoft.com/office/drawing/2014/main" id="{4CFB0225-583B-47C9-9B3F-BD327E7F9F3F}"/>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Build Log — Entry 4: Integration</a:t>
            </a:r>
            <a:endParaRPr sz="2200" b="0" i="0" u="none" cap="none">
              <a:solidFill>
                <a:schemeClr val="dk1"/>
              </a:solidFill>
              <a:latin typeface="Arial"/>
              <a:ea typeface="Arial"/>
              <a:cs typeface="Arial"/>
            </a:endParaRPr>
          </a:p>
        </p:txBody>
      </p:sp>
      <p:sp>
        <p:nvSpPr>
          <p:cNvPr id="2931" name="Google Shape;2931;p46">
            <a:extLst xmlns:a="http://schemas.openxmlformats.org/drawingml/2006/main">
              <a:ext uri="{FF2B5EF4-FFF2-40B4-BE49-F238E27FC236}">
                <a16:creationId xmlns:a16="http://schemas.microsoft.com/office/drawing/2014/main" id="{9D8C62F3-7038-4325-8040-DD73D0D1B41E}"/>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First full-robot assembly — integrating all subsystems, device ports pass, weight-in.  ·  Date each session. Reference the CAD version it implements. Duplicate this slide for follow-up build sessions.</a:t>
            </a:r>
            <a:endParaRPr sz="900" b="0" i="0" u="none" cap="none">
              <a:solidFill>
                <a:schemeClr val="dk1"/>
              </a:solidFill>
              <a:latin typeface="Arial"/>
              <a:ea typeface="Arial"/>
              <a:cs typeface="Arial"/>
            </a:endParaRPr>
          </a:p>
        </p:txBody>
      </p:sp>
      <p:sp>
        <p:nvSpPr>
          <p:cNvPr id="2932" name="Google Shape;2932;p46">
            <a:extLst xmlns:a="http://schemas.openxmlformats.org/drawingml/2006/main">
              <a:ext uri="{FF2B5EF4-FFF2-40B4-BE49-F238E27FC236}">
                <a16:creationId xmlns:a16="http://schemas.microsoft.com/office/drawing/2014/main" id="{A39B5DE7-6E0D-419F-A617-F9F1D6E4BEAC}"/>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33" name="Google Shape;2933;p46">
            <a:extLst xmlns:a="http://schemas.openxmlformats.org/drawingml/2006/main">
              <a:ext uri="{FF2B5EF4-FFF2-40B4-BE49-F238E27FC236}">
                <a16:creationId xmlns:a16="http://schemas.microsoft.com/office/drawing/2014/main" id="{BB69B905-1581-4DD2-BCE2-C3FBE155D378}"/>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44 / 61</a:t>
            </a:r>
            <a:endParaRPr sz="900" b="0" i="0" u="none" cap="none">
              <a:solidFill>
                <a:schemeClr val="dk1"/>
              </a:solidFill>
              <a:latin typeface="Arial"/>
              <a:ea typeface="Arial"/>
              <a:cs typeface="Arial"/>
            </a:endParaRPr>
          </a:p>
        </p:txBody>
      </p:sp>
      <p:sp>
        <p:nvSpPr>
          <p:cNvPr id="2934" name="Google Shape;2934;p46">
            <a:extLst xmlns:a="http://schemas.openxmlformats.org/drawingml/2006/main">
              <a:ext uri="{FF2B5EF4-FFF2-40B4-BE49-F238E27FC236}">
                <a16:creationId xmlns:a16="http://schemas.microsoft.com/office/drawing/2014/main" id="{DD03EE26-C6CF-4081-AD15-F79A9FCA0D75}"/>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935" name="Google Shape;2935;p46">
            <a:extLst xmlns:a="http://schemas.openxmlformats.org/drawingml/2006/main">
              <a:ext uri="{FF2B5EF4-FFF2-40B4-BE49-F238E27FC236}">
                <a16:creationId xmlns:a16="http://schemas.microsoft.com/office/drawing/2014/main" id="{64FB115D-6D52-4D99-AE06-80579EE66FFB}"/>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solidFill xmlns:a="http://schemas.openxmlformats.org/drawingml/2006/main">
            <a:srgbClr val="FFF7ED"/>
          </a:solidFill>
          <a:ln xmlns:a="http://schemas.openxmlformats.org/drawingml/2006/main" w="9525"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36" name="Google Shape;2936;p46">
            <a:extLst xmlns:a="http://schemas.openxmlformats.org/drawingml/2006/main">
              <a:ext uri="{FF2B5EF4-FFF2-40B4-BE49-F238E27FC236}">
                <a16:creationId xmlns:a16="http://schemas.microsoft.com/office/drawing/2014/main" id="{DE2717D2-B04F-44D6-96E2-B99A2DBF6BC6}"/>
              </a:ext>
            </a:extLst>
          </p:cNvPr>
          <p:cNvSpPr>
            <a:spLocks xmlns:a="http://schemas.openxmlformats.org/drawingml/2006/main" noGrp="1"/>
          </p:cNvSpPr>
          <p:nvPr/>
        </p:nvSpPr>
        <p:spPr>
          <a:xfrm xmlns:a="http://schemas.openxmlformats.org/drawingml/2006/main">
            <a:off x="411480" y="1078992"/>
            <a:ext cx="8321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0" i="1" u="none" cap="none">
                <a:solidFill>
                  <a:srgbClr val="0F172A"/>
                </a:solidFill>
                <a:latin typeface="Arial"/>
                <a:ea typeface="Arial"/>
                <a:cs typeface="Arial"/>
              </a:rPr>
              <a:t>Subsystem:  Integration     Builder(s):  [_______]     Date:  __/__/____     CAD ref:  v___</a:t>
            </a:r>
            <a:endParaRPr sz="950" b="0" i="0" u="none" cap="none">
              <a:solidFill>
                <a:schemeClr val="dk1"/>
              </a:solidFill>
              <a:latin typeface="Arial"/>
              <a:ea typeface="Arial"/>
              <a:cs typeface="Arial"/>
            </a:endParaRPr>
          </a:p>
        </p:txBody>
      </p:sp>
      <p:sp>
        <p:nvSpPr>
          <p:cNvPr id="2937" name="Google Shape;2937;p46">
            <a:extLst xmlns:a="http://schemas.openxmlformats.org/drawingml/2006/main">
              <a:ext uri="{FF2B5EF4-FFF2-40B4-BE49-F238E27FC236}">
                <a16:creationId xmlns:a16="http://schemas.microsoft.com/office/drawing/2014/main" id="{2CCC92B3-CBCB-4B36-BD71-B77136561D94}"/>
              </a:ext>
            </a:extLst>
          </p:cNvPr>
          <p:cNvSpPr>
            <a:spLocks xmlns:a="http://schemas.openxmlformats.org/drawingml/2006/main" noGrp="1"/>
          </p:cNvSpPr>
          <p:nvPr/>
        </p:nvSpPr>
        <p:spPr>
          <a:xfrm xmlns:a="http://schemas.openxmlformats.org/drawingml/2006/main">
            <a:off x="320040" y="1444752"/>
            <a:ext cx="52120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WORK COMPLETED THIS SESSION</a:t>
            </a:r>
            <a:endParaRPr sz="900" b="0" i="0" u="none" cap="none">
              <a:solidFill>
                <a:schemeClr val="dk1"/>
              </a:solidFill>
              <a:latin typeface="Arial"/>
              <a:ea typeface="Arial"/>
              <a:cs typeface="Arial"/>
            </a:endParaRPr>
          </a:p>
        </p:txBody>
      </p:sp>
      <p:sp>
        <p:nvSpPr>
          <p:cNvPr id="2938" name="Google Shape;2938;p46">
            <a:extLst xmlns:a="http://schemas.openxmlformats.org/drawingml/2006/main">
              <a:ext uri="{FF2B5EF4-FFF2-40B4-BE49-F238E27FC236}">
                <a16:creationId xmlns:a16="http://schemas.microsoft.com/office/drawing/2014/main" id="{2E6BF7AB-B159-41F9-A2E8-CBA7176DC638}"/>
              </a:ext>
            </a:extLst>
          </p:cNvPr>
          <p:cNvSpPr>
            <a:spLocks xmlns:a="http://schemas.openxmlformats.org/drawingml/2006/main" noGrp="1"/>
          </p:cNvSpPr>
          <p:nvPr/>
        </p:nvSpPr>
        <p:spPr>
          <a:xfrm xmlns:a="http://schemas.openxmlformats.org/drawingml/2006/main">
            <a:off x="320040" y="1664208"/>
            <a:ext cx="5212080" cy="1700784"/>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39" name="Google Shape;2939;p46">
            <a:extLst xmlns:a="http://schemas.openxmlformats.org/drawingml/2006/main">
              <a:ext uri="{FF2B5EF4-FFF2-40B4-BE49-F238E27FC236}">
                <a16:creationId xmlns:a16="http://schemas.microsoft.com/office/drawing/2014/main" id="{38FB7653-882B-440B-821E-0307D36B44D5}"/>
              </a:ext>
            </a:extLst>
          </p:cNvPr>
          <p:cNvSpPr>
            <a:spLocks xmlns:a="http://schemas.openxmlformats.org/drawingml/2006/main" noGrp="1"/>
          </p:cNvSpPr>
          <p:nvPr/>
        </p:nvSpPr>
        <p:spPr>
          <a:xfrm xmlns:a="http://schemas.openxmlformats.org/drawingml/2006/main">
            <a:off x="411480" y="1664208"/>
            <a:ext cx="5029200" cy="17007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[Step-by-step: what was assembled, which VEX IQ parts/connections changed, measurements, and who contributed.]</a:t>
            </a:r>
            <a:endParaRPr sz="900" b="0" i="0" u="none" cap="none">
              <a:solidFill>
                <a:schemeClr val="dk1"/>
              </a:solidFill>
              <a:latin typeface="Arial"/>
              <a:ea typeface="Arial"/>
              <a:cs typeface="Arial"/>
            </a:endParaRPr>
          </a:p>
        </p:txBody>
      </p:sp>
      <p:sp>
        <p:nvSpPr>
          <p:cNvPr id="2940" name="Google Shape;2940;p46">
            <a:extLst xmlns:a="http://schemas.openxmlformats.org/drawingml/2006/main">
              <a:ext uri="{FF2B5EF4-FFF2-40B4-BE49-F238E27FC236}">
                <a16:creationId xmlns:a16="http://schemas.microsoft.com/office/drawing/2014/main" id="{D5BFB881-ED9B-4373-BFB7-C63735C7F1E1}"/>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41" name="Google Shape;2941;p46">
            <a:extLst xmlns:a="http://schemas.openxmlformats.org/drawingml/2006/main">
              <a:ext uri="{FF2B5EF4-FFF2-40B4-BE49-F238E27FC236}">
                <a16:creationId xmlns:a16="http://schemas.microsoft.com/office/drawing/2014/main" id="{CECDF4BE-719B-4693-B1A1-41AFE5932BB1}"/>
              </a:ext>
            </a:extLst>
          </p:cNvPr>
          <p:cNvSpPr>
            <a:spLocks xmlns:a="http://schemas.openxmlformats.org/drawingml/2006/main" noGrp="1"/>
          </p:cNvSpPr>
          <p:nvPr/>
        </p:nvSpPr>
        <p:spPr>
          <a:xfrm xmlns:a="http://schemas.openxmlformats.org/drawingml/2006/main">
            <a:off x="5669280" y="1444752"/>
            <a:ext cx="18288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[Build progress photo</a:t>
            </a:r>
            <a:endParaRPr sz="950" b="0" i="0" u="none" cap="none">
              <a:solidFill>
                <a:schemeClr val="dk1"/>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 annotated if possible]</a:t>
            </a:r>
            <a:endParaRPr sz="950" b="0" i="0" u="none" cap="none">
              <a:solidFill>
                <a:schemeClr val="dk1"/>
              </a:solidFill>
              <a:latin typeface="Arial"/>
              <a:ea typeface="Arial"/>
              <a:cs typeface="Arial"/>
            </a:endParaRPr>
          </a:p>
        </p:txBody>
      </p:sp>
      <p:sp>
        <p:nvSpPr>
          <p:cNvPr id="2942" name="Google Shape;2942;p46">
            <a:extLst xmlns:a="http://schemas.openxmlformats.org/drawingml/2006/main">
              <a:ext uri="{FF2B5EF4-FFF2-40B4-BE49-F238E27FC236}">
                <a16:creationId xmlns:a16="http://schemas.microsoft.com/office/drawing/2014/main" id="{D44CC0CB-6BED-40E9-9976-796DC58942D8}"/>
              </a:ext>
            </a:extLst>
          </p:cNvPr>
          <p:cNvSpPr>
            <a:spLocks xmlns:a="http://schemas.openxmlformats.org/drawingml/2006/main" noGrp="1"/>
          </p:cNvSpPr>
          <p:nvPr/>
        </p:nvSpPr>
        <p:spPr>
          <a:xfrm xmlns:a="http://schemas.openxmlformats.org/drawingml/2006/main">
            <a:off x="320040" y="3456432"/>
            <a:ext cx="8503920" cy="384048"/>
          </a:xfrm>
          <a:prstGeom xmlns:a="http://schemas.openxmlformats.org/drawingml/2006/main" prst="rect">
            <a:avLst/>
          </a:prstGeom>
          <a:solidFill xmlns:a="http://schemas.openxmlformats.org/drawingml/2006/main">
            <a:srgbClr val="F0FDFA"/>
          </a:solidFill>
          <a:ln xmlns:a="http://schemas.openxmlformats.org/drawingml/2006/main" w="9525" cmpd="sng">
            <a:solidFill>
              <a:srgbClr val="0F766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43" name="Google Shape;2943;p46">
            <a:extLst xmlns:a="http://schemas.openxmlformats.org/drawingml/2006/main">
              <a:ext uri="{FF2B5EF4-FFF2-40B4-BE49-F238E27FC236}">
                <a16:creationId xmlns:a16="http://schemas.microsoft.com/office/drawing/2014/main" id="{5B3B404A-8BA3-440B-9CF9-FFB2F3C7192B}"/>
              </a:ext>
            </a:extLst>
          </p:cNvPr>
          <p:cNvSpPr>
            <a:spLocks xmlns:a="http://schemas.openxmlformats.org/drawingml/2006/main" noGrp="1"/>
          </p:cNvSpPr>
          <p:nvPr/>
        </p:nvSpPr>
        <p:spPr>
          <a:xfrm xmlns:a="http://schemas.openxmlformats.org/drawingml/2006/main">
            <a:off x="411480" y="34564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766E"/>
              </a:buClr>
              <a:buSzPts val="850"/>
              <a:buFont typeface="Arial"/>
              <a:buNone/>
            </a:pPr>
            <a:r>
              <a:rPr sz="850" b="1" i="0" u="none" cap="none">
                <a:solidFill>
                  <a:srgbClr val="0F766E"/>
                </a:solidFill>
                <a:latin typeface="Arial"/>
                <a:ea typeface="Arial"/>
                <a:cs typeface="Arial"/>
              </a:rPr>
              <a:t>TECHNIQUES APPLIED</a:t>
            </a:r>
            <a:endParaRPr sz="850" b="0" i="0" u="none" cap="none">
              <a:solidFill>
                <a:schemeClr val="dk1"/>
              </a:solidFill>
              <a:latin typeface="Arial"/>
              <a:ea typeface="Arial"/>
              <a:cs typeface="Arial"/>
            </a:endParaRPr>
          </a:p>
        </p:txBody>
      </p:sp>
      <p:sp>
        <p:nvSpPr>
          <p:cNvPr id="2944" name="Google Shape;2944;p46">
            <a:extLst xmlns:a="http://schemas.openxmlformats.org/drawingml/2006/main">
              <a:ext uri="{FF2B5EF4-FFF2-40B4-BE49-F238E27FC236}">
                <a16:creationId xmlns:a16="http://schemas.microsoft.com/office/drawing/2014/main" id="{F60BCE22-2C57-4D9C-8846-AC80DC47C607}"/>
              </a:ext>
            </a:extLst>
          </p:cNvPr>
          <p:cNvSpPr>
            <a:spLocks xmlns:a="http://schemas.openxmlformats.org/drawingml/2006/main" noGrp="1"/>
          </p:cNvSpPr>
          <p:nvPr/>
        </p:nvSpPr>
        <p:spPr>
          <a:xfrm xmlns:a="http://schemas.openxmlformats.org/drawingml/2006/main">
            <a:off x="1874520" y="34564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Beam/plate structure   ☐ Pins/connectors   ☐ Shafts/gears   ☐ Bracing   ☐ Sensor/Smart Motor integration</a:t>
            </a:r>
            <a:endParaRPr sz="900" b="0" i="0" u="none" cap="none">
              <a:solidFill>
                <a:schemeClr val="dk1"/>
              </a:solidFill>
              <a:latin typeface="Arial"/>
              <a:ea typeface="Arial"/>
              <a:cs typeface="Arial"/>
            </a:endParaRPr>
          </a:p>
        </p:txBody>
      </p:sp>
      <p:sp>
        <p:nvSpPr>
          <p:cNvPr id="2945" name="Google Shape;2945;p46">
            <a:extLst xmlns:a="http://schemas.openxmlformats.org/drawingml/2006/main">
              <a:ext uri="{FF2B5EF4-FFF2-40B4-BE49-F238E27FC236}">
                <a16:creationId xmlns:a16="http://schemas.microsoft.com/office/drawing/2014/main" id="{996C629E-C465-4CD8-A74D-9C9BE623609E}"/>
              </a:ext>
            </a:extLst>
          </p:cNvPr>
          <p:cNvSpPr>
            <a:spLocks xmlns:a="http://schemas.openxmlformats.org/drawingml/2006/main" noGrp="1"/>
          </p:cNvSpPr>
          <p:nvPr/>
        </p:nvSpPr>
        <p:spPr>
          <a:xfrm xmlns:a="http://schemas.openxmlformats.org/drawingml/2006/main">
            <a:off x="320040" y="3913632"/>
            <a:ext cx="8503920" cy="384048"/>
          </a:xfrm>
          <a:prstGeom xmlns:a="http://schemas.openxmlformats.org/drawingml/2006/main" prst="rect">
            <a:avLst/>
          </a:prstGeom>
          <a:solidFill xmlns:a="http://schemas.openxmlformats.org/drawingml/2006/main">
            <a:srgbClr val="EFF6FF"/>
          </a:solidFill>
          <a:ln xmlns:a="http://schemas.openxmlformats.org/drawingml/2006/main" w="9525" cmpd="sng">
            <a:solidFill>
              <a:srgbClr val="1E40A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46" name="Google Shape;2946;p46">
            <a:extLst xmlns:a="http://schemas.openxmlformats.org/drawingml/2006/main">
              <a:ext uri="{FF2B5EF4-FFF2-40B4-BE49-F238E27FC236}">
                <a16:creationId xmlns:a16="http://schemas.microsoft.com/office/drawing/2014/main" id="{37CB7311-1B58-4738-ABA3-3F449196C174}"/>
              </a:ext>
            </a:extLst>
          </p:cNvPr>
          <p:cNvSpPr>
            <a:spLocks xmlns:a="http://schemas.openxmlformats.org/drawingml/2006/main" noGrp="1"/>
          </p:cNvSpPr>
          <p:nvPr/>
        </p:nvSpPr>
        <p:spPr>
          <a:xfrm xmlns:a="http://schemas.openxmlformats.org/drawingml/2006/main">
            <a:off x="411480" y="3913632"/>
            <a:ext cx="141732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E40AF"/>
              </a:buClr>
              <a:buSzPts val="850"/>
              <a:buFont typeface="Arial"/>
              <a:buNone/>
            </a:pPr>
            <a:r>
              <a:rPr sz="850" b="1" i="0" u="none" cap="none">
                <a:solidFill>
                  <a:srgbClr val="1E40AF"/>
                </a:solidFill>
                <a:latin typeface="Arial"/>
                <a:ea typeface="Arial"/>
                <a:cs typeface="Arial"/>
              </a:rPr>
              <a:t>EVIDENCE CHAIN</a:t>
            </a:r>
            <a:endParaRPr sz="850" b="0" i="0" u="none" cap="none">
              <a:solidFill>
                <a:schemeClr val="dk1"/>
              </a:solidFill>
              <a:latin typeface="Arial"/>
              <a:ea typeface="Arial"/>
              <a:cs typeface="Arial"/>
            </a:endParaRPr>
          </a:p>
        </p:txBody>
      </p:sp>
      <p:sp>
        <p:nvSpPr>
          <p:cNvPr id="2947" name="Google Shape;2947;p46">
            <a:extLst xmlns:a="http://schemas.openxmlformats.org/drawingml/2006/main">
              <a:ext uri="{FF2B5EF4-FFF2-40B4-BE49-F238E27FC236}">
                <a16:creationId xmlns:a16="http://schemas.microsoft.com/office/drawing/2014/main" id="{21AC1B76-2403-400C-85EC-97D172F122C4}"/>
              </a:ext>
            </a:extLst>
          </p:cNvPr>
          <p:cNvSpPr>
            <a:spLocks xmlns:a="http://schemas.openxmlformats.org/drawingml/2006/main" noGrp="1"/>
          </p:cNvSpPr>
          <p:nvPr/>
        </p:nvSpPr>
        <p:spPr>
          <a:xfrm xmlns:a="http://schemas.openxmlformats.org/drawingml/2006/main">
            <a:off x="1874520" y="3913632"/>
            <a:ext cx="6858000" cy="3840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00"/>
              <a:buFont typeface="Arial"/>
              <a:buNone/>
            </a:pPr>
            <a:r>
              <a:rPr sz="900" b="0" i="0" u="none" cap="none">
                <a:solidFill>
                  <a:srgbClr val="0F172A"/>
                </a:solidFill>
                <a:latin typeface="Arial"/>
                <a:ea typeface="Arial"/>
                <a:cs typeface="Arial"/>
              </a:rPr>
              <a:t>☐ Labeled sketch/CAD   ☐ Annotated dimension   ☐ Parts + port list   ☐ Before/after photo</a:t>
            </a:r>
            <a:endParaRPr sz="900" b="0" i="0" u="none" cap="none">
              <a:solidFill>
                <a:schemeClr val="dk1"/>
              </a:solidFill>
              <a:latin typeface="Arial"/>
              <a:ea typeface="Arial"/>
              <a:cs typeface="Arial"/>
            </a:endParaRPr>
          </a:p>
        </p:txBody>
      </p:sp>
      <p:sp>
        <p:nvSpPr>
          <p:cNvPr id="2948" name="Google Shape;2948;p46">
            <a:extLst xmlns:a="http://schemas.openxmlformats.org/drawingml/2006/main">
              <a:ext uri="{FF2B5EF4-FFF2-40B4-BE49-F238E27FC236}">
                <a16:creationId xmlns:a16="http://schemas.microsoft.com/office/drawing/2014/main" id="{8E0AC837-0C09-4B39-82C1-E43256EBB557}"/>
              </a:ext>
            </a:extLst>
          </p:cNvPr>
          <p:cNvSpPr>
            <a:spLocks xmlns:a="http://schemas.openxmlformats.org/drawingml/2006/main" noGrp="1"/>
          </p:cNvSpPr>
          <p:nvPr/>
        </p:nvSpPr>
        <p:spPr>
          <a:xfrm xmlns:a="http://schemas.openxmlformats.org/drawingml/2006/main">
            <a:off x="320040" y="437083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ISSUES ENCOUNTERED &amp; NEXT STEPS</a:t>
            </a:r>
            <a:endParaRPr sz="900" b="0" i="0" u="none" cap="none">
              <a:solidFill>
                <a:schemeClr val="dk1"/>
              </a:solidFill>
              <a:latin typeface="Arial"/>
              <a:ea typeface="Arial"/>
              <a:cs typeface="Arial"/>
            </a:endParaRPr>
          </a:p>
        </p:txBody>
      </p:sp>
      <p:sp>
        <p:nvSpPr>
          <p:cNvPr id="2949" name="Google Shape;2949;p46">
            <a:extLst xmlns:a="http://schemas.openxmlformats.org/drawingml/2006/main">
              <a:ext uri="{FF2B5EF4-FFF2-40B4-BE49-F238E27FC236}">
                <a16:creationId xmlns:a16="http://schemas.microsoft.com/office/drawing/2014/main" id="{987CA50E-36F6-4BFF-BE61-956E4937FEB2}"/>
              </a:ext>
            </a:extLst>
          </p:cNvPr>
          <p:cNvSpPr>
            <a:spLocks xmlns:a="http://schemas.openxmlformats.org/drawingml/2006/main" noGrp="1"/>
          </p:cNvSpPr>
          <p:nvPr/>
        </p:nvSpPr>
        <p:spPr>
          <a:xfrm xmlns:a="http://schemas.openxmlformats.org/drawingml/2006/main">
            <a:off x="320040" y="4590288"/>
            <a:ext cx="8503920" cy="3657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50" name="Google Shape;2950;p46">
            <a:extLst xmlns:a="http://schemas.openxmlformats.org/drawingml/2006/main">
              <a:ext uri="{FF2B5EF4-FFF2-40B4-BE49-F238E27FC236}">
                <a16:creationId xmlns:a16="http://schemas.microsoft.com/office/drawing/2014/main" id="{62ECFD0B-5502-4EB3-B765-5A6BF3DD6F9B}"/>
              </a:ext>
            </a:extLst>
          </p:cNvPr>
          <p:cNvSpPr>
            <a:spLocks xmlns:a="http://schemas.openxmlformats.org/drawingml/2006/main" noGrp="1"/>
          </p:cNvSpPr>
          <p:nvPr/>
        </p:nvSpPr>
        <p:spPr>
          <a:xfrm xmlns:a="http://schemas.openxmlformats.org/drawingml/2006/main">
            <a:off x="411480" y="4590288"/>
            <a:ext cx="8321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[What went wrong? What did we fix? What's still incomplete? What's the next build session target?]</a:t>
            </a:r>
            <a:endParaRPr sz="900" b="0" i="0" u="none" cap="none">
              <a:solidFill>
                <a:schemeClr val="dk1"/>
              </a:solidFill>
              <a:latin typeface="Arial"/>
              <a:ea typeface="Arial"/>
              <a:cs typeface="Arial"/>
            </a:endParaRPr>
          </a:p>
        </p:txBody>
      </p:sp>
      <p:sp>
        <p:nvSpPr>
          <p:cNvPr id="2951" name="Google Shape;2951;p46">
            <a:extLst xmlns:a="http://schemas.openxmlformats.org/drawingml/2006/main">
              <a:ext uri="{FF2B5EF4-FFF2-40B4-BE49-F238E27FC236}">
                <a16:creationId xmlns:a16="http://schemas.microsoft.com/office/drawing/2014/main" id="{A728C1FB-1852-45B7-B78D-037D32F92B89}"/>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6055633d81c34430"/>
              </a:rPr>
              <a:t>VEX IQ build guide  ·  mechanism testing  ·  parts inventory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160957267"/>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957" name="Google Shape;2957;p47">
            <a:extLst xmlns:a="http://schemas.openxmlformats.org/drawingml/2006/main">
              <a:ext uri="{FF2B5EF4-FFF2-40B4-BE49-F238E27FC236}">
                <a16:creationId xmlns:a16="http://schemas.microsoft.com/office/drawing/2014/main" id="{111D21A1-33E2-4EAF-B537-F207124B64A6}"/>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58" name="Google Shape;2958;p47">
            <a:extLst xmlns:a="http://schemas.openxmlformats.org/drawingml/2006/main">
              <a:ext uri="{FF2B5EF4-FFF2-40B4-BE49-F238E27FC236}">
                <a16:creationId xmlns:a16="http://schemas.microsoft.com/office/drawing/2014/main" id="{159AECA9-76C9-440F-98DD-D41D6BB052CC}"/>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EDP STEP 4</a:t>
            </a:r>
            <a:endParaRPr sz="1050" b="0" i="0" u="none" cap="none">
              <a:solidFill>
                <a:schemeClr val="dk1"/>
              </a:solidFill>
              <a:latin typeface="Arial"/>
              <a:ea typeface="Arial"/>
              <a:cs typeface="Arial"/>
            </a:endParaRPr>
          </a:p>
        </p:txBody>
      </p:sp>
      <p:sp>
        <p:nvSpPr>
          <p:cNvPr id="2959" name="Google Shape;2959;p47">
            <a:extLst xmlns:a="http://schemas.openxmlformats.org/drawingml/2006/main">
              <a:ext uri="{FF2B5EF4-FFF2-40B4-BE49-F238E27FC236}">
                <a16:creationId xmlns:a16="http://schemas.microsoft.com/office/drawing/2014/main" id="{38E68CF0-7A85-49AF-93DA-D536FE3419FB}"/>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960" name="Google Shape;2960;p47">
            <a:extLst xmlns:a="http://schemas.openxmlformats.org/drawingml/2006/main">
              <a:ext uri="{FF2B5EF4-FFF2-40B4-BE49-F238E27FC236}">
                <a16:creationId xmlns:a16="http://schemas.microsoft.com/office/drawing/2014/main" id="{D88E6C3E-1058-4FAD-BE09-1C3C39DC6E2E}"/>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Programming Log — Entry [#]</a:t>
            </a:r>
            <a:endParaRPr sz="2200" b="0" i="0" u="none" cap="none">
              <a:solidFill>
                <a:schemeClr val="dk1"/>
              </a:solidFill>
              <a:latin typeface="Arial"/>
              <a:ea typeface="Arial"/>
              <a:cs typeface="Arial"/>
            </a:endParaRPr>
          </a:p>
        </p:txBody>
      </p:sp>
      <p:sp>
        <p:nvSpPr>
          <p:cNvPr id="2961" name="Google Shape;2961;p47">
            <a:extLst xmlns:a="http://schemas.openxmlformats.org/drawingml/2006/main">
              <a:ext uri="{FF2B5EF4-FFF2-40B4-BE49-F238E27FC236}">
                <a16:creationId xmlns:a16="http://schemas.microsoft.com/office/drawing/2014/main" id="{48224C6C-6859-4B4B-9918-276E04A28958}"/>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Duplicate this slide for each meaningful code change. Record the VEXcode IQ project version and connect the change to measured robot behavior.</a:t>
            </a:r>
            <a:endParaRPr sz="900" b="0" i="0" u="none" cap="none">
              <a:solidFill>
                <a:schemeClr val="dk1"/>
              </a:solidFill>
              <a:latin typeface="Arial"/>
              <a:ea typeface="Arial"/>
              <a:cs typeface="Arial"/>
            </a:endParaRPr>
          </a:p>
        </p:txBody>
      </p:sp>
      <p:sp>
        <p:nvSpPr>
          <p:cNvPr id="2962" name="Google Shape;2962;p47">
            <a:extLst xmlns:a="http://schemas.openxmlformats.org/drawingml/2006/main">
              <a:ext uri="{FF2B5EF4-FFF2-40B4-BE49-F238E27FC236}">
                <a16:creationId xmlns:a16="http://schemas.microsoft.com/office/drawing/2014/main" id="{689EC696-1653-4C63-9868-0826E7CBFC51}"/>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63" name="Google Shape;2963;p47">
            <a:extLst xmlns:a="http://schemas.openxmlformats.org/drawingml/2006/main">
              <a:ext uri="{FF2B5EF4-FFF2-40B4-BE49-F238E27FC236}">
                <a16:creationId xmlns:a16="http://schemas.microsoft.com/office/drawing/2014/main" id="{A3CA03E9-9B05-4657-99FA-BEEE967CC2E6}"/>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45 / 61</a:t>
            </a:r>
            <a:endParaRPr sz="900" b="0" i="0" u="none" cap="none">
              <a:solidFill>
                <a:schemeClr val="dk1"/>
              </a:solidFill>
              <a:latin typeface="Arial"/>
              <a:ea typeface="Arial"/>
              <a:cs typeface="Arial"/>
            </a:endParaRPr>
          </a:p>
        </p:txBody>
      </p:sp>
      <p:sp>
        <p:nvSpPr>
          <p:cNvPr id="2964" name="Google Shape;2964;p47">
            <a:extLst xmlns:a="http://schemas.openxmlformats.org/drawingml/2006/main">
              <a:ext uri="{FF2B5EF4-FFF2-40B4-BE49-F238E27FC236}">
                <a16:creationId xmlns:a16="http://schemas.microsoft.com/office/drawing/2014/main" id="{C13990B8-3E16-4070-B38A-48CE7188DCFF}"/>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965" name="Google Shape;2965;p47">
            <a:extLst xmlns:a="http://schemas.openxmlformats.org/drawingml/2006/main">
              <a:ext uri="{FF2B5EF4-FFF2-40B4-BE49-F238E27FC236}">
                <a16:creationId xmlns:a16="http://schemas.microsoft.com/office/drawing/2014/main" id="{F5CA5FF1-36AB-4CBB-B72C-18C64904CF79}"/>
              </a:ext>
            </a:extLst>
          </p:cNvPr>
          <p:cNvSpPr>
            <a:spLocks xmlns:a="http://schemas.openxmlformats.org/drawingml/2006/main" noGrp="1"/>
          </p:cNvSpPr>
          <p:nvPr/>
        </p:nvSpPr>
        <p:spPr>
          <a:xfrm xmlns:a="http://schemas.openxmlformats.org/drawingml/2006/main">
            <a:off x="320040" y="1078992"/>
            <a:ext cx="8503920" cy="292608"/>
          </a:xfrm>
          <a:prstGeom xmlns:a="http://schemas.openxmlformats.org/drawingml/2006/main" prst="rect">
            <a:avLst/>
          </a:prstGeom>
          <a:solidFill xmlns:a="http://schemas.openxmlformats.org/drawingml/2006/main">
            <a:srgbClr val="FFF7ED"/>
          </a:solidFill>
          <a:ln xmlns:a="http://schemas.openxmlformats.org/drawingml/2006/main" w="9525"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66" name="Google Shape;2966;p47">
            <a:extLst xmlns:a="http://schemas.openxmlformats.org/drawingml/2006/main">
              <a:ext uri="{FF2B5EF4-FFF2-40B4-BE49-F238E27FC236}">
                <a16:creationId xmlns:a16="http://schemas.microsoft.com/office/drawing/2014/main" id="{A433BA3F-AE72-4608-8B90-12D16F9A25AC}"/>
              </a:ext>
            </a:extLst>
          </p:cNvPr>
          <p:cNvSpPr>
            <a:spLocks xmlns:a="http://schemas.openxmlformats.org/drawingml/2006/main" noGrp="1"/>
          </p:cNvSpPr>
          <p:nvPr/>
        </p:nvSpPr>
        <p:spPr>
          <a:xfrm xmlns:a="http://schemas.openxmlformats.org/drawingml/2006/main">
            <a:off x="411480" y="1078992"/>
            <a:ext cx="8321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0" i="1" u="none" cap="none">
                <a:solidFill>
                  <a:srgbClr val="0F172A"/>
                </a:solidFill>
                <a:latin typeface="Arial"/>
                <a:ea typeface="Arial"/>
                <a:cs typeface="Arial"/>
              </a:rPr>
              <a:t>Programmer(s): [_______]   Date: __/__/____   Project: [_______]   Version: [______]</a:t>
            </a:r>
            <a:endParaRPr sz="950" b="0" i="0" u="none" cap="none">
              <a:solidFill>
                <a:schemeClr val="dk1"/>
              </a:solidFill>
              <a:latin typeface="Arial"/>
              <a:ea typeface="Arial"/>
              <a:cs typeface="Arial"/>
            </a:endParaRPr>
          </a:p>
        </p:txBody>
      </p:sp>
      <p:sp>
        <p:nvSpPr>
          <p:cNvPr id="2967" name="Google Shape;2967;p47">
            <a:extLst xmlns:a="http://schemas.openxmlformats.org/drawingml/2006/main">
              <a:ext uri="{FF2B5EF4-FFF2-40B4-BE49-F238E27FC236}">
                <a16:creationId xmlns:a16="http://schemas.microsoft.com/office/drawing/2014/main" id="{594A92C6-1228-4504-98A8-4E68D19CABA5}"/>
              </a:ext>
            </a:extLst>
          </p:cNvPr>
          <p:cNvSpPr>
            <a:spLocks xmlns:a="http://schemas.openxmlformats.org/drawingml/2006/main" noGrp="1"/>
          </p:cNvSpPr>
          <p:nvPr/>
        </p:nvSpPr>
        <p:spPr>
          <a:xfrm xmlns:a="http://schemas.openxmlformats.org/drawingml/2006/main">
            <a:off x="320040" y="144475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WHAT WAS CODED</a:t>
            </a:r>
            <a:endParaRPr sz="900" b="0" i="0" u="none" cap="none">
              <a:solidFill>
                <a:schemeClr val="dk1"/>
              </a:solidFill>
              <a:latin typeface="Arial"/>
              <a:ea typeface="Arial"/>
              <a:cs typeface="Arial"/>
            </a:endParaRPr>
          </a:p>
        </p:txBody>
      </p:sp>
      <p:sp>
        <p:nvSpPr>
          <p:cNvPr id="2968" name="Google Shape;2968;p47">
            <a:extLst xmlns:a="http://schemas.openxmlformats.org/drawingml/2006/main">
              <a:ext uri="{FF2B5EF4-FFF2-40B4-BE49-F238E27FC236}">
                <a16:creationId xmlns:a16="http://schemas.microsoft.com/office/drawing/2014/main" id="{A5A292B5-A900-4F6E-BF52-0F1535BAEDB5}"/>
              </a:ext>
            </a:extLst>
          </p:cNvPr>
          <p:cNvSpPr>
            <a:spLocks xmlns:a="http://schemas.openxmlformats.org/drawingml/2006/main" noGrp="1"/>
          </p:cNvSpPr>
          <p:nvPr/>
        </p:nvSpPr>
        <p:spPr>
          <a:xfrm xmlns:a="http://schemas.openxmlformats.org/drawingml/2006/main">
            <a:off x="320040" y="1664208"/>
            <a:ext cx="8503920" cy="64008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69" name="Google Shape;2969;p47">
            <a:extLst xmlns:a="http://schemas.openxmlformats.org/drawingml/2006/main">
              <a:ext uri="{FF2B5EF4-FFF2-40B4-BE49-F238E27FC236}">
                <a16:creationId xmlns:a16="http://schemas.microsoft.com/office/drawing/2014/main" id="{76B071FC-3B8D-4713-AE28-04D7D487E2CF}"/>
              </a:ext>
            </a:extLst>
          </p:cNvPr>
          <p:cNvSpPr>
            <a:spLocks xmlns:a="http://schemas.openxmlformats.org/drawingml/2006/main" noGrp="1"/>
          </p:cNvSpPr>
          <p:nvPr/>
        </p:nvSpPr>
        <p:spPr>
          <a:xfrm xmlns:a="http://schemas.openxmlformats.org/drawingml/2006/main">
            <a:off x="411480" y="1664208"/>
            <a:ext cx="83210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[Which behavior, My Block/function, device setting, or routine changed? What problem did it solve?]</a:t>
            </a:r>
            <a:endParaRPr sz="900" b="0" i="0" u="none" cap="none">
              <a:solidFill>
                <a:schemeClr val="dk1"/>
              </a:solidFill>
              <a:latin typeface="Arial"/>
              <a:ea typeface="Arial"/>
              <a:cs typeface="Arial"/>
            </a:endParaRPr>
          </a:p>
        </p:txBody>
      </p:sp>
      <p:sp>
        <p:nvSpPr>
          <p:cNvPr id="2970" name="Google Shape;2970;p47">
            <a:extLst xmlns:a="http://schemas.openxmlformats.org/drawingml/2006/main">
              <a:ext uri="{FF2B5EF4-FFF2-40B4-BE49-F238E27FC236}">
                <a16:creationId xmlns:a16="http://schemas.microsoft.com/office/drawing/2014/main" id="{4C01BD0D-6E24-4BB7-97E3-E1B0DDA50C2E}"/>
              </a:ext>
            </a:extLst>
          </p:cNvPr>
          <p:cNvSpPr>
            <a:spLocks xmlns:a="http://schemas.openxmlformats.org/drawingml/2006/main" noGrp="1"/>
          </p:cNvSpPr>
          <p:nvPr/>
        </p:nvSpPr>
        <p:spPr>
          <a:xfrm xmlns:a="http://schemas.openxmlformats.org/drawingml/2006/main">
            <a:off x="320040" y="237744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BEHAVIOR  —  BEFORE  vs  AFTER</a:t>
            </a:r>
            <a:endParaRPr sz="900" b="0" i="0" u="none" cap="none">
              <a:solidFill>
                <a:schemeClr val="dk1"/>
              </a:solidFill>
              <a:latin typeface="Arial"/>
              <a:ea typeface="Arial"/>
              <a:cs typeface="Arial"/>
            </a:endParaRPr>
          </a:p>
        </p:txBody>
      </p:sp>
      <p:sp>
        <p:nvSpPr>
          <p:cNvPr id="2971" name="Google Shape;2971;p47">
            <a:extLst xmlns:a="http://schemas.openxmlformats.org/drawingml/2006/main">
              <a:ext uri="{FF2B5EF4-FFF2-40B4-BE49-F238E27FC236}">
                <a16:creationId xmlns:a16="http://schemas.microsoft.com/office/drawing/2014/main" id="{4D9CF7AA-707F-42E7-9E19-3B63A0C5A68F}"/>
              </a:ext>
            </a:extLst>
          </p:cNvPr>
          <p:cNvSpPr>
            <a:spLocks xmlns:a="http://schemas.openxmlformats.org/drawingml/2006/main" noGrp="1"/>
          </p:cNvSpPr>
          <p:nvPr/>
        </p:nvSpPr>
        <p:spPr>
          <a:xfrm xmlns:a="http://schemas.openxmlformats.org/drawingml/2006/main">
            <a:off x="320040" y="2596896"/>
            <a:ext cx="8503920" cy="219456"/>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72" name="Google Shape;2972;p47">
            <a:extLst xmlns:a="http://schemas.openxmlformats.org/drawingml/2006/main">
              <a:ext uri="{FF2B5EF4-FFF2-40B4-BE49-F238E27FC236}">
                <a16:creationId xmlns:a16="http://schemas.microsoft.com/office/drawing/2014/main" id="{2AA20929-969B-432B-B037-8CA187880DB6}"/>
              </a:ext>
            </a:extLst>
          </p:cNvPr>
          <p:cNvSpPr>
            <a:spLocks xmlns:a="http://schemas.openxmlformats.org/drawingml/2006/main" noGrp="1"/>
          </p:cNvSpPr>
          <p:nvPr/>
        </p:nvSpPr>
        <p:spPr>
          <a:xfrm xmlns:a="http://schemas.openxmlformats.org/drawingml/2006/main">
            <a:off x="374904" y="2596896"/>
            <a:ext cx="41970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BEFORE</a:t>
            </a:r>
            <a:endParaRPr sz="900" b="0" i="0" u="none" cap="none">
              <a:solidFill>
                <a:schemeClr val="dk1"/>
              </a:solidFill>
              <a:latin typeface="Arial"/>
              <a:ea typeface="Arial"/>
              <a:cs typeface="Arial"/>
            </a:endParaRPr>
          </a:p>
        </p:txBody>
      </p:sp>
      <p:sp>
        <p:nvSpPr>
          <p:cNvPr id="2973" name="Google Shape;2973;p47">
            <a:extLst xmlns:a="http://schemas.openxmlformats.org/drawingml/2006/main">
              <a:ext uri="{FF2B5EF4-FFF2-40B4-BE49-F238E27FC236}">
                <a16:creationId xmlns:a16="http://schemas.microsoft.com/office/drawing/2014/main" id="{887B1100-15B5-454D-8D8E-53D438595CA1}"/>
              </a:ext>
            </a:extLst>
          </p:cNvPr>
          <p:cNvSpPr>
            <a:spLocks xmlns:a="http://schemas.openxmlformats.org/drawingml/2006/main" noGrp="1"/>
          </p:cNvSpPr>
          <p:nvPr/>
        </p:nvSpPr>
        <p:spPr>
          <a:xfrm xmlns:a="http://schemas.openxmlformats.org/drawingml/2006/main">
            <a:off x="4626864" y="2596896"/>
            <a:ext cx="419709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AFTER</a:t>
            </a:r>
            <a:endParaRPr sz="900" b="0" i="0" u="none" cap="none">
              <a:solidFill>
                <a:schemeClr val="dk1"/>
              </a:solidFill>
              <a:latin typeface="Arial"/>
              <a:ea typeface="Arial"/>
              <a:cs typeface="Arial"/>
            </a:endParaRPr>
          </a:p>
        </p:txBody>
      </p:sp>
      <p:sp>
        <p:nvSpPr>
          <p:cNvPr id="2974" name="Google Shape;2974;p47">
            <a:extLst xmlns:a="http://schemas.openxmlformats.org/drawingml/2006/main">
              <a:ext uri="{FF2B5EF4-FFF2-40B4-BE49-F238E27FC236}">
                <a16:creationId xmlns:a16="http://schemas.microsoft.com/office/drawing/2014/main" id="{248173E2-5BCD-46EE-AF14-463EF82E9D60}"/>
              </a:ext>
            </a:extLst>
          </p:cNvPr>
          <p:cNvSpPr>
            <a:spLocks xmlns:a="http://schemas.openxmlformats.org/drawingml/2006/main" noGrp="1"/>
          </p:cNvSpPr>
          <p:nvPr/>
        </p:nvSpPr>
        <p:spPr>
          <a:xfrm xmlns:a="http://schemas.openxmlformats.org/drawingml/2006/main">
            <a:off x="320040" y="2816352"/>
            <a:ext cx="8503920" cy="30175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048" name="Google Shape;2975;p47"/>
          <p:cNvCxnSpPr/>
          <p:nvPr/>
        </p:nvCxnSpPr>
        <p:spPr>
          <a:xfrm xmlns:a="http://schemas.openxmlformats.org/drawingml/2006/main">
            <a:off x="320040" y="311810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976" name="Google Shape;2976;p47">
            <a:extLst xmlns:a="http://schemas.openxmlformats.org/drawingml/2006/main">
              <a:ext uri="{FF2B5EF4-FFF2-40B4-BE49-F238E27FC236}">
                <a16:creationId xmlns:a16="http://schemas.microsoft.com/office/drawing/2014/main" id="{39442FD9-F9E9-4969-9ED4-9EF4D3CB6A37}"/>
              </a:ext>
            </a:extLst>
          </p:cNvPr>
          <p:cNvSpPr>
            <a:spLocks xmlns:a="http://schemas.openxmlformats.org/drawingml/2006/main" noGrp="1"/>
          </p:cNvSpPr>
          <p:nvPr/>
        </p:nvSpPr>
        <p:spPr>
          <a:xfrm xmlns:a="http://schemas.openxmlformats.org/drawingml/2006/main">
            <a:off x="374904" y="2816352"/>
            <a:ext cx="4197096"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the robot did before this change]</a:t>
            </a:r>
            <a:endParaRPr sz="850" b="0" i="0" u="none" cap="none">
              <a:solidFill>
                <a:schemeClr val="dk1"/>
              </a:solidFill>
              <a:latin typeface="Arial"/>
              <a:ea typeface="Arial"/>
              <a:cs typeface="Arial"/>
            </a:endParaRPr>
          </a:p>
        </p:txBody>
      </p:sp>
      <p:sp>
        <p:nvSpPr>
          <p:cNvPr id="2977" name="Google Shape;2977;p47">
            <a:extLst xmlns:a="http://schemas.openxmlformats.org/drawingml/2006/main">
              <a:ext uri="{FF2B5EF4-FFF2-40B4-BE49-F238E27FC236}">
                <a16:creationId xmlns:a16="http://schemas.microsoft.com/office/drawing/2014/main" id="{D4372EF9-7602-4B63-8631-7B9C479E37FC}"/>
              </a:ext>
            </a:extLst>
          </p:cNvPr>
          <p:cNvSpPr>
            <a:spLocks xmlns:a="http://schemas.openxmlformats.org/drawingml/2006/main" noGrp="1"/>
          </p:cNvSpPr>
          <p:nvPr/>
        </p:nvSpPr>
        <p:spPr>
          <a:xfrm xmlns:a="http://schemas.openxmlformats.org/drawingml/2006/main">
            <a:off x="4626864" y="2816352"/>
            <a:ext cx="4197096"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[What the robot does after this change]</a:t>
            </a:r>
            <a:endParaRPr sz="850" b="0" i="0" u="none" cap="none">
              <a:solidFill>
                <a:schemeClr val="dk1"/>
              </a:solidFill>
              <a:latin typeface="Arial"/>
              <a:ea typeface="Arial"/>
              <a:cs typeface="Arial"/>
            </a:endParaRPr>
          </a:p>
        </p:txBody>
      </p:sp>
      <p:cxnSp>
        <p:nvCxnSpPr>
          <p:cNvPr id="3051" name="Google Shape;2978;p47"/>
          <p:cNvCxnSpPr/>
          <p:nvPr/>
        </p:nvCxnSpPr>
        <p:spPr>
          <a:xfrm xmlns:a="http://schemas.openxmlformats.org/drawingml/2006/main">
            <a:off x="320040" y="34198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2979" name="Google Shape;2979;p47">
            <a:extLst xmlns:a="http://schemas.openxmlformats.org/drawingml/2006/main">
              <a:ext uri="{FF2B5EF4-FFF2-40B4-BE49-F238E27FC236}">
                <a16:creationId xmlns:a16="http://schemas.microsoft.com/office/drawing/2014/main" id="{6905AACF-E6A9-4B54-BDA4-BB34CA9439E1}"/>
              </a:ext>
            </a:extLst>
          </p:cNvPr>
          <p:cNvSpPr>
            <a:spLocks xmlns:a="http://schemas.openxmlformats.org/drawingml/2006/main" noGrp="1"/>
          </p:cNvSpPr>
          <p:nvPr/>
        </p:nvSpPr>
        <p:spPr>
          <a:xfrm xmlns:a="http://schemas.openxmlformats.org/drawingml/2006/main">
            <a:off x="374904" y="3118104"/>
            <a:ext cx="4197096"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[Measured result before]</a:t>
            </a:r>
            <a:endParaRPr sz="850" b="0" i="0" u="none" cap="none">
              <a:solidFill>
                <a:schemeClr val="dk1"/>
              </a:solidFill>
              <a:latin typeface="Arial"/>
              <a:ea typeface="Arial"/>
              <a:cs typeface="Arial"/>
            </a:endParaRPr>
          </a:p>
        </p:txBody>
      </p:sp>
      <p:sp>
        <p:nvSpPr>
          <p:cNvPr id="2980" name="Google Shape;2980;p47">
            <a:extLst xmlns:a="http://schemas.openxmlformats.org/drawingml/2006/main">
              <a:ext uri="{FF2B5EF4-FFF2-40B4-BE49-F238E27FC236}">
                <a16:creationId xmlns:a16="http://schemas.microsoft.com/office/drawing/2014/main" id="{4F3C0467-9C6A-4B73-86F5-F60D6A88C10B}"/>
              </a:ext>
            </a:extLst>
          </p:cNvPr>
          <p:cNvSpPr>
            <a:spLocks xmlns:a="http://schemas.openxmlformats.org/drawingml/2006/main" noGrp="1"/>
          </p:cNvSpPr>
          <p:nvPr/>
        </p:nvSpPr>
        <p:spPr>
          <a:xfrm xmlns:a="http://schemas.openxmlformats.org/drawingml/2006/main">
            <a:off x="4626864" y="3118104"/>
            <a:ext cx="4197096"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50"/>
              <a:buFont typeface="Arial"/>
              <a:buNone/>
            </a:pPr>
            <a:r>
              <a:rPr sz="850" b="0" i="1" u="none" cap="none">
                <a:solidFill>
                  <a:srgbClr val="94A3B8"/>
                </a:solidFill>
                <a:latin typeface="Arial"/>
                <a:ea typeface="Arial"/>
                <a:cs typeface="Arial"/>
              </a:rPr>
              <a:t>[Measured result after]</a:t>
            </a:r>
            <a:endParaRPr sz="850" b="0" i="0" u="none" cap="none">
              <a:solidFill>
                <a:schemeClr val="dk1"/>
              </a:solidFill>
              <a:latin typeface="Arial"/>
              <a:ea typeface="Arial"/>
              <a:cs typeface="Arial"/>
            </a:endParaRPr>
          </a:p>
        </p:txBody>
      </p:sp>
      <p:sp>
        <p:nvSpPr>
          <p:cNvPr id="2981" name="Google Shape;2981;p47">
            <a:extLst xmlns:a="http://schemas.openxmlformats.org/drawingml/2006/main">
              <a:ext uri="{FF2B5EF4-FFF2-40B4-BE49-F238E27FC236}">
                <a16:creationId xmlns:a16="http://schemas.microsoft.com/office/drawing/2014/main" id="{47E7BFBC-6DA8-49D8-AB8A-E1B1FFA5D5C2}"/>
              </a:ext>
            </a:extLst>
          </p:cNvPr>
          <p:cNvSpPr>
            <a:spLocks xmlns:a="http://schemas.openxmlformats.org/drawingml/2006/main" noGrp="1"/>
          </p:cNvSpPr>
          <p:nvPr/>
        </p:nvSpPr>
        <p:spPr>
          <a:xfrm xmlns:a="http://schemas.openxmlformats.org/drawingml/2006/main">
            <a:off x="320040" y="2596896"/>
            <a:ext cx="8503920" cy="8229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82" name="Google Shape;2982;p47">
            <a:extLst xmlns:a="http://schemas.openxmlformats.org/drawingml/2006/main">
              <a:ext uri="{FF2B5EF4-FFF2-40B4-BE49-F238E27FC236}">
                <a16:creationId xmlns:a16="http://schemas.microsoft.com/office/drawing/2014/main" id="{D680A1B5-04AA-43D1-8A21-4EA09F295C44}"/>
              </a:ext>
            </a:extLst>
          </p:cNvPr>
          <p:cNvSpPr>
            <a:spLocks xmlns:a="http://schemas.openxmlformats.org/drawingml/2006/main" noGrp="1"/>
          </p:cNvSpPr>
          <p:nvPr/>
        </p:nvSpPr>
        <p:spPr>
          <a:xfrm xmlns:a="http://schemas.openxmlformats.org/drawingml/2006/main">
            <a:off x="320040" y="347472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TESTING  —  did the change work?</a:t>
            </a:r>
            <a:endParaRPr sz="900" b="0" i="0" u="none" cap="none">
              <a:solidFill>
                <a:schemeClr val="dk1"/>
              </a:solidFill>
              <a:latin typeface="Arial"/>
              <a:ea typeface="Arial"/>
              <a:cs typeface="Arial"/>
            </a:endParaRPr>
          </a:p>
        </p:txBody>
      </p:sp>
      <p:sp>
        <p:nvSpPr>
          <p:cNvPr id="2983" name="Google Shape;2983;p47">
            <a:extLst xmlns:a="http://schemas.openxmlformats.org/drawingml/2006/main">
              <a:ext uri="{FF2B5EF4-FFF2-40B4-BE49-F238E27FC236}">
                <a16:creationId xmlns:a16="http://schemas.microsoft.com/office/drawing/2014/main" id="{EEF401A1-3997-49C3-8C1C-7DB3BFBA04F8}"/>
              </a:ext>
            </a:extLst>
          </p:cNvPr>
          <p:cNvSpPr>
            <a:spLocks xmlns:a="http://schemas.openxmlformats.org/drawingml/2006/main" noGrp="1"/>
          </p:cNvSpPr>
          <p:nvPr/>
        </p:nvSpPr>
        <p:spPr>
          <a:xfrm xmlns:a="http://schemas.openxmlformats.org/drawingml/2006/main">
            <a:off x="320040" y="3694176"/>
            <a:ext cx="8503920" cy="685800"/>
          </a:xfrm>
          <a:prstGeom xmlns:a="http://schemas.openxmlformats.org/drawingml/2006/main" prst="rect">
            <a:avLst/>
          </a:prstGeom>
          <a:solidFill xmlns:a="http://schemas.openxmlformats.org/drawingml/2006/main">
            <a:srgbClr val="FFF7ED"/>
          </a:solidFill>
          <a:ln xmlns:a="http://schemas.openxmlformats.org/drawingml/2006/main" w="9525"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84" name="Google Shape;2984;p47">
            <a:extLst xmlns:a="http://schemas.openxmlformats.org/drawingml/2006/main">
              <a:ext uri="{FF2B5EF4-FFF2-40B4-BE49-F238E27FC236}">
                <a16:creationId xmlns:a16="http://schemas.microsoft.com/office/drawing/2014/main" id="{59AD5C00-517A-4B71-A921-C4BB6A068340}"/>
              </a:ext>
            </a:extLst>
          </p:cNvPr>
          <p:cNvSpPr>
            <a:spLocks xmlns:a="http://schemas.openxmlformats.org/drawingml/2006/main" noGrp="1"/>
          </p:cNvSpPr>
          <p:nvPr/>
        </p:nvSpPr>
        <p:spPr>
          <a:xfrm xmlns:a="http://schemas.openxmlformats.org/drawingml/2006/main">
            <a:off x="457200" y="3694176"/>
            <a:ext cx="827532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[Test runs, success rate, failure modes, pass/fail criteria, and next revision decision.]</a:t>
            </a:r>
            <a:endParaRPr sz="900" b="0" i="0" u="none" cap="none">
              <a:solidFill>
                <a:schemeClr val="dk1"/>
              </a:solidFill>
              <a:latin typeface="Arial"/>
              <a:ea typeface="Arial"/>
              <a:cs typeface="Arial"/>
            </a:endParaRPr>
          </a:p>
        </p:txBody>
      </p:sp>
      <p:sp>
        <p:nvSpPr>
          <p:cNvPr id="2985" name="Google Shape;2985;p47">
            <a:extLst xmlns:a="http://schemas.openxmlformats.org/drawingml/2006/main">
              <a:ext uri="{FF2B5EF4-FFF2-40B4-BE49-F238E27FC236}">
                <a16:creationId xmlns:a16="http://schemas.microsoft.com/office/drawing/2014/main" id="{A7844856-DBB6-4EFD-96E9-0B70880582C1}"/>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4199ad3644dd4dca"/>
              </a:rPr>
              <a:t>VEXcode IQ setup  ·  readable code  ·  debugging  ·  test evidence</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94024355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991" name="Google Shape;2991;p48">
            <a:extLst xmlns:a="http://schemas.openxmlformats.org/drawingml/2006/main">
              <a:ext uri="{FF2B5EF4-FFF2-40B4-BE49-F238E27FC236}">
                <a16:creationId xmlns:a16="http://schemas.microsoft.com/office/drawing/2014/main" id="{0DF580AA-8E82-4E33-B7D7-D20FD3A9C262}"/>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92" name="Google Shape;2992;p48">
            <a:extLst xmlns:a="http://schemas.openxmlformats.org/drawingml/2006/main">
              <a:ext uri="{FF2B5EF4-FFF2-40B4-BE49-F238E27FC236}">
                <a16:creationId xmlns:a16="http://schemas.microsoft.com/office/drawing/2014/main" id="{5F2C83C7-7051-4FC2-A16B-21A3B3C3975B}"/>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EDP STEP 4</a:t>
            </a:r>
            <a:endParaRPr sz="1050" b="0" i="0" u="none" cap="none">
              <a:solidFill>
                <a:schemeClr val="dk1"/>
              </a:solidFill>
              <a:latin typeface="Arial"/>
              <a:ea typeface="Arial"/>
              <a:cs typeface="Arial"/>
            </a:endParaRPr>
          </a:p>
        </p:txBody>
      </p:sp>
      <p:sp>
        <p:nvSpPr>
          <p:cNvPr id="2993" name="Google Shape;2993;p48">
            <a:extLst xmlns:a="http://schemas.openxmlformats.org/drawingml/2006/main">
              <a:ext uri="{FF2B5EF4-FFF2-40B4-BE49-F238E27FC236}">
                <a16:creationId xmlns:a16="http://schemas.microsoft.com/office/drawing/2014/main" id="{75CBB9CF-9111-4121-947F-E0B6BE07A1EE}"/>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2994" name="Google Shape;2994;p48">
            <a:extLst xmlns:a="http://schemas.openxmlformats.org/drawingml/2006/main">
              <a:ext uri="{FF2B5EF4-FFF2-40B4-BE49-F238E27FC236}">
                <a16:creationId xmlns:a16="http://schemas.microsoft.com/office/drawing/2014/main" id="{B47029C7-610F-4061-90F7-8ADA4898C190}"/>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Software Architecture &amp; Controller Map</a:t>
            </a:r>
            <a:endParaRPr sz="2200" b="0" i="0" u="none" cap="none">
              <a:solidFill>
                <a:schemeClr val="dk1"/>
              </a:solidFill>
              <a:latin typeface="Arial"/>
              <a:ea typeface="Arial"/>
              <a:cs typeface="Arial"/>
            </a:endParaRPr>
          </a:p>
        </p:txBody>
      </p:sp>
      <p:sp>
        <p:nvSpPr>
          <p:cNvPr id="2995" name="Google Shape;2995;p48">
            <a:extLst xmlns:a="http://schemas.openxmlformats.org/drawingml/2006/main">
              <a:ext uri="{FF2B5EF4-FFF2-40B4-BE49-F238E27FC236}">
                <a16:creationId xmlns:a16="http://schemas.microsoft.com/office/drawing/2014/main" id="{2F0F12CA-1213-41E1-B4F9-E30043AE6047}"/>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2996" name="Google Shape;2996;p48">
            <a:extLst xmlns:a="http://schemas.openxmlformats.org/drawingml/2006/main">
              <a:ext uri="{FF2B5EF4-FFF2-40B4-BE49-F238E27FC236}">
                <a16:creationId xmlns:a16="http://schemas.microsoft.com/office/drawing/2014/main" id="{4CF28B84-6CD8-4816-8BAE-B862EB354DA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2997" name="Google Shape;2997;p48">
            <a:extLst xmlns:a="http://schemas.openxmlformats.org/drawingml/2006/main">
              <a:ext uri="{FF2B5EF4-FFF2-40B4-BE49-F238E27FC236}">
                <a16:creationId xmlns:a16="http://schemas.microsoft.com/office/drawing/2014/main" id="{A7B64769-4F60-48A8-83B3-0AC6FDF8F2C1}"/>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46 / 61</a:t>
            </a:r>
            <a:endParaRPr sz="900" b="0" i="0" u="none" cap="none">
              <a:solidFill>
                <a:schemeClr val="dk1"/>
              </a:solidFill>
              <a:latin typeface="Arial"/>
              <a:ea typeface="Arial"/>
              <a:cs typeface="Arial"/>
            </a:endParaRPr>
          </a:p>
        </p:txBody>
      </p:sp>
      <p:sp>
        <p:nvSpPr>
          <p:cNvPr id="2998" name="Google Shape;2998;p48">
            <a:extLst xmlns:a="http://schemas.openxmlformats.org/drawingml/2006/main">
              <a:ext uri="{FF2B5EF4-FFF2-40B4-BE49-F238E27FC236}">
                <a16:creationId xmlns:a16="http://schemas.microsoft.com/office/drawing/2014/main" id="{538A4CB9-FF93-4EC2-8721-F2DE03133FCD}"/>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2999" name="Google Shape;2999;p48">
            <a:extLst xmlns:a="http://schemas.openxmlformats.org/drawingml/2006/main">
              <a:ext uri="{FF2B5EF4-FFF2-40B4-BE49-F238E27FC236}">
                <a16:creationId xmlns:a16="http://schemas.microsoft.com/office/drawing/2014/main" id="{E9DDEAAC-EFDF-45C2-B9DB-8888E59C48F2}"/>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Show your code organization AND how every control maps to a robot behavior. Judges look for this in strong notebooks.</a:t>
            </a:r>
            <a:endParaRPr sz="1000" b="0" i="0" u="none" cap="none">
              <a:solidFill>
                <a:schemeClr val="dk1"/>
              </a:solidFill>
              <a:latin typeface="Arial"/>
              <a:ea typeface="Arial"/>
              <a:cs typeface="Arial"/>
            </a:endParaRPr>
          </a:p>
        </p:txBody>
      </p:sp>
      <p:sp>
        <p:nvSpPr>
          <p:cNvPr id="3000" name="Google Shape;3000;p48">
            <a:extLst xmlns:a="http://schemas.openxmlformats.org/drawingml/2006/main">
              <a:ext uri="{FF2B5EF4-FFF2-40B4-BE49-F238E27FC236}">
                <a16:creationId xmlns:a16="http://schemas.microsoft.com/office/drawing/2014/main" id="{BFF3711C-EC05-496A-B187-122A646A99F5}"/>
              </a:ext>
            </a:extLst>
          </p:cNvPr>
          <p:cNvSpPr>
            <a:spLocks xmlns:a="http://schemas.openxmlformats.org/drawingml/2006/main" noGrp="1"/>
          </p:cNvSpPr>
          <p:nvPr/>
        </p:nvSpPr>
        <p:spPr>
          <a:xfrm xmlns:a="http://schemas.openxmlformats.org/drawingml/2006/main">
            <a:off x="320040" y="1426464"/>
            <a:ext cx="402336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CODE ORGANIZATION</a:t>
            </a:r>
            <a:endParaRPr sz="900" b="0" i="0" u="none" cap="none">
              <a:solidFill>
                <a:schemeClr val="dk1"/>
              </a:solidFill>
              <a:latin typeface="Arial"/>
              <a:ea typeface="Arial"/>
              <a:cs typeface="Arial"/>
            </a:endParaRPr>
          </a:p>
        </p:txBody>
      </p:sp>
      <p:sp>
        <p:nvSpPr>
          <p:cNvPr id="3001" name="Google Shape;3001;p48">
            <a:extLst xmlns:a="http://schemas.openxmlformats.org/drawingml/2006/main">
              <a:ext uri="{FF2B5EF4-FFF2-40B4-BE49-F238E27FC236}">
                <a16:creationId xmlns:a16="http://schemas.microsoft.com/office/drawing/2014/main" id="{E3BC4326-1699-4808-9D43-EDE7B508D3B5}"/>
              </a:ext>
            </a:extLst>
          </p:cNvPr>
          <p:cNvSpPr>
            <a:spLocks xmlns:a="http://schemas.openxmlformats.org/drawingml/2006/main" noGrp="1"/>
          </p:cNvSpPr>
          <p:nvPr/>
        </p:nvSpPr>
        <p:spPr>
          <a:xfrm xmlns:a="http://schemas.openxmlformats.org/drawingml/2006/main">
            <a:off x="320040" y="1645920"/>
            <a:ext cx="4023360" cy="1792224"/>
          </a:xfrm>
          <a:prstGeom xmlns:a="http://schemas.openxmlformats.org/drawingml/2006/main" prst="rect">
            <a:avLst/>
          </a:prstGeom>
          <a:solidFill xmlns:a="http://schemas.openxmlformats.org/drawingml/2006/main">
            <a:srgbClr val="0F172A"/>
          </a:solidFill>
          <a:ln xmlns:a="http://schemas.openxmlformats.org/drawingml/2006/main" w="12700" cmpd="sng">
            <a:solidFill>
              <a:srgbClr val="0F172A"/>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02" name="Google Shape;3002;p48">
            <a:extLst xmlns:a="http://schemas.openxmlformats.org/drawingml/2006/main">
              <a:ext uri="{FF2B5EF4-FFF2-40B4-BE49-F238E27FC236}">
                <a16:creationId xmlns:a16="http://schemas.microsoft.com/office/drawing/2014/main" id="{5902965D-8818-434A-AC81-5DAAA2EE6FED}"/>
              </a:ext>
            </a:extLst>
          </p:cNvPr>
          <p:cNvSpPr>
            <a:spLocks xmlns:a="http://schemas.openxmlformats.org/drawingml/2006/main" noGrp="1"/>
          </p:cNvSpPr>
          <p:nvPr/>
        </p:nvSpPr>
        <p:spPr>
          <a:xfrm xmlns:a="http://schemas.openxmlformats.org/drawingml/2006/main">
            <a:off x="457200" y="1719072"/>
            <a:ext cx="3794760" cy="1682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Courier New"/>
              <a:buNone/>
            </a:pPr>
            <a:r>
              <a:rPr sz="900" b="1" i="0" u="none" cap="none">
                <a:solidFill>
                  <a:srgbClr val="94A3B8"/>
                </a:solidFill>
                <a:latin typeface="Courier New"/>
                <a:ea typeface="Courier New"/>
                <a:cs typeface="Courier New"/>
              </a:rPr>
              <a:t>VEXcode IQ project
  • Devices: ports + configuration
  • Driver: controls + safe defaults
  • Autonomous: ordered actions
  • My Blocks / functions: reusable behaviors</a:t>
            </a:r>
            <a:endParaRPr sz="900" b="0" i="0" u="none" cap="none">
              <a:solidFill>
                <a:schemeClr val="dk1"/>
              </a:solidFill>
              <a:latin typeface="Arial"/>
              <a:ea typeface="Arial"/>
              <a:cs typeface="Arial"/>
            </a:endParaRPr>
          </a:p>
        </p:txBody>
      </p:sp>
      <p:sp>
        <p:nvSpPr>
          <p:cNvPr id="3003" name="Google Shape;3003;p48">
            <a:extLst xmlns:a="http://schemas.openxmlformats.org/drawingml/2006/main">
              <a:ext uri="{FF2B5EF4-FFF2-40B4-BE49-F238E27FC236}">
                <a16:creationId xmlns:a16="http://schemas.microsoft.com/office/drawing/2014/main" id="{06E17BC9-7A1E-487E-8E9E-F23FDF5D5C9E}"/>
              </a:ext>
            </a:extLst>
          </p:cNvPr>
          <p:cNvSpPr>
            <a:spLocks xmlns:a="http://schemas.openxmlformats.org/drawingml/2006/main" noGrp="1"/>
          </p:cNvSpPr>
          <p:nvPr/>
        </p:nvSpPr>
        <p:spPr>
          <a:xfrm xmlns:a="http://schemas.openxmlformats.org/drawingml/2006/main">
            <a:off x="4480560" y="1426464"/>
            <a:ext cx="43434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CONTROLLER MAP  ·  DRIVER 1</a:t>
            </a:r>
            <a:endParaRPr sz="900" b="0" i="0" u="none" cap="none">
              <a:solidFill>
                <a:schemeClr val="dk1"/>
              </a:solidFill>
              <a:latin typeface="Arial"/>
              <a:ea typeface="Arial"/>
              <a:cs typeface="Arial"/>
            </a:endParaRPr>
          </a:p>
        </p:txBody>
      </p:sp>
      <p:sp>
        <p:nvSpPr>
          <p:cNvPr id="3004" name="Google Shape;3004;p48">
            <a:extLst xmlns:a="http://schemas.openxmlformats.org/drawingml/2006/main">
              <a:ext uri="{FF2B5EF4-FFF2-40B4-BE49-F238E27FC236}">
                <a16:creationId xmlns:a16="http://schemas.microsoft.com/office/drawing/2014/main" id="{6D3043B6-BFB5-4A87-846F-9E4D862A5724}"/>
              </a:ext>
            </a:extLst>
          </p:cNvPr>
          <p:cNvSpPr>
            <a:spLocks xmlns:a="http://schemas.openxmlformats.org/drawingml/2006/main" noGrp="1"/>
          </p:cNvSpPr>
          <p:nvPr/>
        </p:nvSpPr>
        <p:spPr>
          <a:xfrm xmlns:a="http://schemas.openxmlformats.org/drawingml/2006/main">
            <a:off x="4480560" y="1645920"/>
            <a:ext cx="434340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05" name="Google Shape;3005;p48">
            <a:extLst xmlns:a="http://schemas.openxmlformats.org/drawingml/2006/main">
              <a:ext uri="{FF2B5EF4-FFF2-40B4-BE49-F238E27FC236}">
                <a16:creationId xmlns:a16="http://schemas.microsoft.com/office/drawing/2014/main" id="{C2105BC0-1C51-4372-B76E-A4691A55B09E}"/>
              </a:ext>
            </a:extLst>
          </p:cNvPr>
          <p:cNvSpPr>
            <a:spLocks xmlns:a="http://schemas.openxmlformats.org/drawingml/2006/main" noGrp="1"/>
          </p:cNvSpPr>
          <p:nvPr/>
        </p:nvSpPr>
        <p:spPr>
          <a:xfrm xmlns:a="http://schemas.openxmlformats.org/drawingml/2006/main">
            <a:off x="4535424" y="1645920"/>
            <a:ext cx="11795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Input</a:t>
            </a:r>
            <a:endParaRPr sz="850" b="0" i="0" u="none" cap="none">
              <a:solidFill>
                <a:schemeClr val="dk1"/>
              </a:solidFill>
              <a:latin typeface="Arial"/>
              <a:ea typeface="Arial"/>
              <a:cs typeface="Arial"/>
            </a:endParaRPr>
          </a:p>
        </p:txBody>
      </p:sp>
      <p:sp>
        <p:nvSpPr>
          <p:cNvPr id="3006" name="Google Shape;3006;p48">
            <a:extLst xmlns:a="http://schemas.openxmlformats.org/drawingml/2006/main">
              <a:ext uri="{FF2B5EF4-FFF2-40B4-BE49-F238E27FC236}">
                <a16:creationId xmlns:a16="http://schemas.microsoft.com/office/drawing/2014/main" id="{65C0F558-5EA2-4AE3-958A-B0F1622E1D23}"/>
              </a:ext>
            </a:extLst>
          </p:cNvPr>
          <p:cNvSpPr>
            <a:spLocks xmlns:a="http://schemas.openxmlformats.org/drawingml/2006/main" noGrp="1"/>
          </p:cNvSpPr>
          <p:nvPr/>
        </p:nvSpPr>
        <p:spPr>
          <a:xfrm xmlns:a="http://schemas.openxmlformats.org/drawingml/2006/main">
            <a:off x="5769864" y="1645920"/>
            <a:ext cx="305409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Behavior</a:t>
            </a:r>
            <a:endParaRPr sz="850" b="0" i="0" u="none" cap="none">
              <a:solidFill>
                <a:schemeClr val="dk1"/>
              </a:solidFill>
              <a:latin typeface="Arial"/>
              <a:ea typeface="Arial"/>
              <a:cs typeface="Arial"/>
            </a:endParaRPr>
          </a:p>
        </p:txBody>
      </p:sp>
      <p:sp>
        <p:nvSpPr>
          <p:cNvPr id="3007" name="Google Shape;3007;p48">
            <a:extLst xmlns:a="http://schemas.openxmlformats.org/drawingml/2006/main">
              <a:ext uri="{FF2B5EF4-FFF2-40B4-BE49-F238E27FC236}">
                <a16:creationId xmlns:a16="http://schemas.microsoft.com/office/drawing/2014/main" id="{631020F1-CF0A-46FF-A5FE-62E360DDA4BE}"/>
              </a:ext>
            </a:extLst>
          </p:cNvPr>
          <p:cNvSpPr>
            <a:spLocks xmlns:a="http://schemas.openxmlformats.org/drawingml/2006/main" noGrp="1"/>
          </p:cNvSpPr>
          <p:nvPr/>
        </p:nvSpPr>
        <p:spPr>
          <a:xfrm xmlns:a="http://schemas.openxmlformats.org/drawingml/2006/main">
            <a:off x="4480560" y="1828800"/>
            <a:ext cx="4343400" cy="22468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132" name="Google Shape;3008;p48"/>
          <p:cNvCxnSpPr/>
          <p:nvPr/>
        </p:nvCxnSpPr>
        <p:spPr>
          <a:xfrm xmlns:a="http://schemas.openxmlformats.org/drawingml/2006/main">
            <a:off x="4480560" y="2053481"/>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09" name="Google Shape;3009;p48">
            <a:extLst xmlns:a="http://schemas.openxmlformats.org/drawingml/2006/main">
              <a:ext uri="{FF2B5EF4-FFF2-40B4-BE49-F238E27FC236}">
                <a16:creationId xmlns:a16="http://schemas.microsoft.com/office/drawing/2014/main" id="{912C8413-9EB9-493D-B8C2-0A0FF0084237}"/>
              </a:ext>
            </a:extLst>
          </p:cNvPr>
          <p:cNvSpPr>
            <a:spLocks xmlns:a="http://schemas.openxmlformats.org/drawingml/2006/main" noGrp="1"/>
          </p:cNvSpPr>
          <p:nvPr/>
        </p:nvSpPr>
        <p:spPr>
          <a:xfrm xmlns:a="http://schemas.openxmlformats.org/drawingml/2006/main">
            <a:off x="4535424" y="1828800"/>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Left Joy Y</a:t>
            </a:r>
            <a:endParaRPr sz="830" b="0" i="0" u="none" cap="none">
              <a:solidFill>
                <a:schemeClr val="dk1"/>
              </a:solidFill>
              <a:latin typeface="Arial"/>
              <a:ea typeface="Arial"/>
              <a:cs typeface="Arial"/>
            </a:endParaRPr>
          </a:p>
        </p:txBody>
      </p:sp>
      <p:sp>
        <p:nvSpPr>
          <p:cNvPr id="3010" name="Google Shape;3010;p48">
            <a:extLst xmlns:a="http://schemas.openxmlformats.org/drawingml/2006/main">
              <a:ext uri="{FF2B5EF4-FFF2-40B4-BE49-F238E27FC236}">
                <a16:creationId xmlns:a16="http://schemas.microsoft.com/office/drawing/2014/main" id="{07AAA518-92A8-4C64-8227-D08248A80DA4}"/>
              </a:ext>
            </a:extLst>
          </p:cNvPr>
          <p:cNvSpPr>
            <a:spLocks xmlns:a="http://schemas.openxmlformats.org/drawingml/2006/main" noGrp="1"/>
          </p:cNvSpPr>
          <p:nvPr/>
        </p:nvSpPr>
        <p:spPr>
          <a:xfrm xmlns:a="http://schemas.openxmlformats.org/drawingml/2006/main">
            <a:off x="5769864" y="1828800"/>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Left mobility base speed</a:t>
            </a:r>
            <a:endParaRPr sz="830" b="0" i="0" u="none" cap="none">
              <a:solidFill>
                <a:schemeClr val="dk1"/>
              </a:solidFill>
              <a:latin typeface="Arial"/>
              <a:ea typeface="Arial"/>
              <a:cs typeface="Arial"/>
            </a:endParaRPr>
          </a:p>
        </p:txBody>
      </p:sp>
      <p:cxnSp>
        <p:nvCxnSpPr>
          <p:cNvPr id="3135" name="Google Shape;3011;p48"/>
          <p:cNvCxnSpPr/>
          <p:nvPr/>
        </p:nvCxnSpPr>
        <p:spPr>
          <a:xfrm xmlns:a="http://schemas.openxmlformats.org/drawingml/2006/main">
            <a:off x="4480560" y="2278162"/>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12" name="Google Shape;3012;p48">
            <a:extLst xmlns:a="http://schemas.openxmlformats.org/drawingml/2006/main">
              <a:ext uri="{FF2B5EF4-FFF2-40B4-BE49-F238E27FC236}">
                <a16:creationId xmlns:a16="http://schemas.microsoft.com/office/drawing/2014/main" id="{010B3A81-FB46-4CE2-8FCE-9CB0F81E96CD}"/>
              </a:ext>
            </a:extLst>
          </p:cNvPr>
          <p:cNvSpPr>
            <a:spLocks xmlns:a="http://schemas.openxmlformats.org/drawingml/2006/main" noGrp="1"/>
          </p:cNvSpPr>
          <p:nvPr/>
        </p:nvSpPr>
        <p:spPr>
          <a:xfrm xmlns:a="http://schemas.openxmlformats.org/drawingml/2006/main">
            <a:off x="4535424" y="2053481"/>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Right Joy Y</a:t>
            </a:r>
            <a:endParaRPr sz="830" b="0" i="0" u="none" cap="none">
              <a:solidFill>
                <a:schemeClr val="dk1"/>
              </a:solidFill>
              <a:latin typeface="Arial"/>
              <a:ea typeface="Arial"/>
              <a:cs typeface="Arial"/>
            </a:endParaRPr>
          </a:p>
        </p:txBody>
      </p:sp>
      <p:sp>
        <p:nvSpPr>
          <p:cNvPr id="3013" name="Google Shape;3013;p48">
            <a:extLst xmlns:a="http://schemas.openxmlformats.org/drawingml/2006/main">
              <a:ext uri="{FF2B5EF4-FFF2-40B4-BE49-F238E27FC236}">
                <a16:creationId xmlns:a16="http://schemas.microsoft.com/office/drawing/2014/main" id="{133C28EB-6D98-4BA6-986C-9E7020030078}"/>
              </a:ext>
            </a:extLst>
          </p:cNvPr>
          <p:cNvSpPr>
            <a:spLocks xmlns:a="http://schemas.openxmlformats.org/drawingml/2006/main" noGrp="1"/>
          </p:cNvSpPr>
          <p:nvPr/>
        </p:nvSpPr>
        <p:spPr>
          <a:xfrm xmlns:a="http://schemas.openxmlformats.org/drawingml/2006/main">
            <a:off x="5769864" y="2053481"/>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Right mobility base speed</a:t>
            </a:r>
            <a:endParaRPr sz="830" b="0" i="0" u="none" cap="none">
              <a:solidFill>
                <a:schemeClr val="dk1"/>
              </a:solidFill>
              <a:latin typeface="Arial"/>
              <a:ea typeface="Arial"/>
              <a:cs typeface="Arial"/>
            </a:endParaRPr>
          </a:p>
        </p:txBody>
      </p:sp>
      <p:sp>
        <p:nvSpPr>
          <p:cNvPr id="3014" name="Google Shape;3014;p48">
            <a:extLst xmlns:a="http://schemas.openxmlformats.org/drawingml/2006/main">
              <a:ext uri="{FF2B5EF4-FFF2-40B4-BE49-F238E27FC236}">
                <a16:creationId xmlns:a16="http://schemas.microsoft.com/office/drawing/2014/main" id="{E3797FE1-D8E8-438B-A650-B8CCDF4D7072}"/>
              </a:ext>
            </a:extLst>
          </p:cNvPr>
          <p:cNvSpPr>
            <a:spLocks xmlns:a="http://schemas.openxmlformats.org/drawingml/2006/main" noGrp="1"/>
          </p:cNvSpPr>
          <p:nvPr/>
        </p:nvSpPr>
        <p:spPr>
          <a:xfrm xmlns:a="http://schemas.openxmlformats.org/drawingml/2006/main">
            <a:off x="4480560" y="2278162"/>
            <a:ext cx="4343400" cy="22468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139" name="Google Shape;3015;p48"/>
          <p:cNvCxnSpPr/>
          <p:nvPr/>
        </p:nvCxnSpPr>
        <p:spPr>
          <a:xfrm xmlns:a="http://schemas.openxmlformats.org/drawingml/2006/main">
            <a:off x="4480560" y="2502843"/>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16" name="Google Shape;3016;p48">
            <a:extLst xmlns:a="http://schemas.openxmlformats.org/drawingml/2006/main">
              <a:ext uri="{FF2B5EF4-FFF2-40B4-BE49-F238E27FC236}">
                <a16:creationId xmlns:a16="http://schemas.microsoft.com/office/drawing/2014/main" id="{8694CE5E-C847-4D15-9BAC-493504E2DD50}"/>
              </a:ext>
            </a:extLst>
          </p:cNvPr>
          <p:cNvSpPr>
            <a:spLocks xmlns:a="http://schemas.openxmlformats.org/drawingml/2006/main" noGrp="1"/>
          </p:cNvSpPr>
          <p:nvPr/>
        </p:nvSpPr>
        <p:spPr>
          <a:xfrm xmlns:a="http://schemas.openxmlformats.org/drawingml/2006/main">
            <a:off x="4535424" y="2278162"/>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R1 / R2</a:t>
            </a:r>
            <a:endParaRPr sz="830" b="0" i="0" u="none" cap="none">
              <a:solidFill>
                <a:schemeClr val="dk1"/>
              </a:solidFill>
              <a:latin typeface="Arial"/>
              <a:ea typeface="Arial"/>
              <a:cs typeface="Arial"/>
            </a:endParaRPr>
          </a:p>
        </p:txBody>
      </p:sp>
      <p:sp>
        <p:nvSpPr>
          <p:cNvPr id="3017" name="Google Shape;3017;p48">
            <a:extLst xmlns:a="http://schemas.openxmlformats.org/drawingml/2006/main">
              <a:ext uri="{FF2B5EF4-FFF2-40B4-BE49-F238E27FC236}">
                <a16:creationId xmlns:a16="http://schemas.microsoft.com/office/drawing/2014/main" id="{8CB11CF1-43D3-4046-883B-D9F1BE08A39B}"/>
              </a:ext>
            </a:extLst>
          </p:cNvPr>
          <p:cNvSpPr>
            <a:spLocks xmlns:a="http://schemas.openxmlformats.org/drawingml/2006/main" noGrp="1"/>
          </p:cNvSpPr>
          <p:nvPr/>
        </p:nvSpPr>
        <p:spPr>
          <a:xfrm xmlns:a="http://schemas.openxmlformats.org/drawingml/2006/main">
            <a:off x="5769864" y="2278162"/>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[Mechanism up/down]</a:t>
            </a:r>
            <a:endParaRPr sz="830" b="0" i="0" u="none" cap="none">
              <a:solidFill>
                <a:schemeClr val="dk1"/>
              </a:solidFill>
              <a:latin typeface="Arial"/>
              <a:ea typeface="Arial"/>
              <a:cs typeface="Arial"/>
            </a:endParaRPr>
          </a:p>
        </p:txBody>
      </p:sp>
      <p:cxnSp>
        <p:nvCxnSpPr>
          <p:cNvPr id="3142" name="Google Shape;3018;p48"/>
          <p:cNvCxnSpPr/>
          <p:nvPr/>
        </p:nvCxnSpPr>
        <p:spPr>
          <a:xfrm xmlns:a="http://schemas.openxmlformats.org/drawingml/2006/main">
            <a:off x="4480560" y="2727525"/>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19" name="Google Shape;3019;p48">
            <a:extLst xmlns:a="http://schemas.openxmlformats.org/drawingml/2006/main">
              <a:ext uri="{FF2B5EF4-FFF2-40B4-BE49-F238E27FC236}">
                <a16:creationId xmlns:a16="http://schemas.microsoft.com/office/drawing/2014/main" id="{77A10876-FD25-4562-8C2F-1600C05C0090}"/>
              </a:ext>
            </a:extLst>
          </p:cNvPr>
          <p:cNvSpPr>
            <a:spLocks xmlns:a="http://schemas.openxmlformats.org/drawingml/2006/main" noGrp="1"/>
          </p:cNvSpPr>
          <p:nvPr/>
        </p:nvSpPr>
        <p:spPr>
          <a:xfrm xmlns:a="http://schemas.openxmlformats.org/drawingml/2006/main">
            <a:off x="4535424" y="2502843"/>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L1 / L2</a:t>
            </a:r>
            <a:endParaRPr sz="830" b="0" i="0" u="none" cap="none">
              <a:solidFill>
                <a:schemeClr val="dk1"/>
              </a:solidFill>
              <a:latin typeface="Arial"/>
              <a:ea typeface="Arial"/>
              <a:cs typeface="Arial"/>
            </a:endParaRPr>
          </a:p>
        </p:txBody>
      </p:sp>
      <p:sp>
        <p:nvSpPr>
          <p:cNvPr id="3020" name="Google Shape;3020;p48">
            <a:extLst xmlns:a="http://schemas.openxmlformats.org/drawingml/2006/main">
              <a:ext uri="{FF2B5EF4-FFF2-40B4-BE49-F238E27FC236}">
                <a16:creationId xmlns:a16="http://schemas.microsoft.com/office/drawing/2014/main" id="{00E90373-EEF0-49B0-BDE5-405D7A05C46E}"/>
              </a:ext>
            </a:extLst>
          </p:cNvPr>
          <p:cNvSpPr>
            <a:spLocks xmlns:a="http://schemas.openxmlformats.org/drawingml/2006/main" noGrp="1"/>
          </p:cNvSpPr>
          <p:nvPr/>
        </p:nvSpPr>
        <p:spPr>
          <a:xfrm xmlns:a="http://schemas.openxmlformats.org/drawingml/2006/main">
            <a:off x="5769864" y="2502843"/>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[Intake in/out]</a:t>
            </a:r>
            <a:endParaRPr sz="830" b="0" i="0" u="none" cap="none">
              <a:solidFill>
                <a:schemeClr val="dk1"/>
              </a:solidFill>
              <a:latin typeface="Arial"/>
              <a:ea typeface="Arial"/>
              <a:cs typeface="Arial"/>
            </a:endParaRPr>
          </a:p>
        </p:txBody>
      </p:sp>
      <p:sp>
        <p:nvSpPr>
          <p:cNvPr id="3021" name="Google Shape;3021;p48">
            <a:extLst xmlns:a="http://schemas.openxmlformats.org/drawingml/2006/main">
              <a:ext uri="{FF2B5EF4-FFF2-40B4-BE49-F238E27FC236}">
                <a16:creationId xmlns:a16="http://schemas.microsoft.com/office/drawing/2014/main" id="{D5600DD2-12A3-4879-84B6-0F6D265E861D}"/>
              </a:ext>
            </a:extLst>
          </p:cNvPr>
          <p:cNvSpPr>
            <a:spLocks xmlns:a="http://schemas.openxmlformats.org/drawingml/2006/main" noGrp="1"/>
          </p:cNvSpPr>
          <p:nvPr/>
        </p:nvSpPr>
        <p:spPr>
          <a:xfrm xmlns:a="http://schemas.openxmlformats.org/drawingml/2006/main">
            <a:off x="4480560" y="2727525"/>
            <a:ext cx="4343400" cy="22468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146" name="Google Shape;3022;p48"/>
          <p:cNvCxnSpPr/>
          <p:nvPr/>
        </p:nvCxnSpPr>
        <p:spPr>
          <a:xfrm xmlns:a="http://schemas.openxmlformats.org/drawingml/2006/main">
            <a:off x="4480560" y="2952206"/>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23" name="Google Shape;3023;p48">
            <a:extLst xmlns:a="http://schemas.openxmlformats.org/drawingml/2006/main">
              <a:ext uri="{FF2B5EF4-FFF2-40B4-BE49-F238E27FC236}">
                <a16:creationId xmlns:a16="http://schemas.microsoft.com/office/drawing/2014/main" id="{1E1BB0F3-6767-4B99-89C1-E691DFE12A27}"/>
              </a:ext>
            </a:extLst>
          </p:cNvPr>
          <p:cNvSpPr>
            <a:spLocks xmlns:a="http://schemas.openxmlformats.org/drawingml/2006/main" noGrp="1"/>
          </p:cNvSpPr>
          <p:nvPr/>
        </p:nvSpPr>
        <p:spPr>
          <a:xfrm xmlns:a="http://schemas.openxmlformats.org/drawingml/2006/main">
            <a:off x="4535424" y="2727525"/>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A / B</a:t>
            </a:r>
            <a:endParaRPr sz="830" b="0" i="0" u="none" cap="none">
              <a:solidFill>
                <a:schemeClr val="dk1"/>
              </a:solidFill>
              <a:latin typeface="Arial"/>
              <a:ea typeface="Arial"/>
              <a:cs typeface="Arial"/>
            </a:endParaRPr>
          </a:p>
        </p:txBody>
      </p:sp>
      <p:sp>
        <p:nvSpPr>
          <p:cNvPr id="3024" name="Google Shape;3024;p48">
            <a:extLst xmlns:a="http://schemas.openxmlformats.org/drawingml/2006/main">
              <a:ext uri="{FF2B5EF4-FFF2-40B4-BE49-F238E27FC236}">
                <a16:creationId xmlns:a16="http://schemas.microsoft.com/office/drawing/2014/main" id="{32602BAD-9294-4E32-977D-16D94F2A7F8E}"/>
              </a:ext>
            </a:extLst>
          </p:cNvPr>
          <p:cNvSpPr>
            <a:spLocks xmlns:a="http://schemas.openxmlformats.org/drawingml/2006/main" noGrp="1"/>
          </p:cNvSpPr>
          <p:nvPr/>
        </p:nvSpPr>
        <p:spPr>
          <a:xfrm xmlns:a="http://schemas.openxmlformats.org/drawingml/2006/main">
            <a:off x="5769864" y="2727525"/>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[Macro A / Macro B]</a:t>
            </a:r>
            <a:endParaRPr sz="830" b="0" i="0" u="none" cap="none">
              <a:solidFill>
                <a:schemeClr val="dk1"/>
              </a:solidFill>
              <a:latin typeface="Arial"/>
              <a:ea typeface="Arial"/>
              <a:cs typeface="Arial"/>
            </a:endParaRPr>
          </a:p>
        </p:txBody>
      </p:sp>
      <p:cxnSp>
        <p:nvCxnSpPr>
          <p:cNvPr id="3149" name="Google Shape;3025;p48"/>
          <p:cNvCxnSpPr/>
          <p:nvPr/>
        </p:nvCxnSpPr>
        <p:spPr>
          <a:xfrm xmlns:a="http://schemas.openxmlformats.org/drawingml/2006/main">
            <a:off x="4480560" y="3176887"/>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26" name="Google Shape;3026;p48">
            <a:extLst xmlns:a="http://schemas.openxmlformats.org/drawingml/2006/main">
              <a:ext uri="{FF2B5EF4-FFF2-40B4-BE49-F238E27FC236}">
                <a16:creationId xmlns:a16="http://schemas.microsoft.com/office/drawing/2014/main" id="{E9F6DE7E-EDD1-4D25-9611-823D1ABB318E}"/>
              </a:ext>
            </a:extLst>
          </p:cNvPr>
          <p:cNvSpPr>
            <a:spLocks xmlns:a="http://schemas.openxmlformats.org/drawingml/2006/main" noGrp="1"/>
          </p:cNvSpPr>
          <p:nvPr/>
        </p:nvSpPr>
        <p:spPr>
          <a:xfrm xmlns:a="http://schemas.openxmlformats.org/drawingml/2006/main">
            <a:off x="4535424" y="2952206"/>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X / Y</a:t>
            </a:r>
            <a:endParaRPr sz="830" b="0" i="0" u="none" cap="none">
              <a:solidFill>
                <a:schemeClr val="dk1"/>
              </a:solidFill>
              <a:latin typeface="Arial"/>
              <a:ea typeface="Arial"/>
              <a:cs typeface="Arial"/>
            </a:endParaRPr>
          </a:p>
        </p:txBody>
      </p:sp>
      <p:sp>
        <p:nvSpPr>
          <p:cNvPr id="3027" name="Google Shape;3027;p48">
            <a:extLst xmlns:a="http://schemas.openxmlformats.org/drawingml/2006/main">
              <a:ext uri="{FF2B5EF4-FFF2-40B4-BE49-F238E27FC236}">
                <a16:creationId xmlns:a16="http://schemas.microsoft.com/office/drawing/2014/main" id="{A0D8B9B5-0B87-46F4-BB8E-9FBBB9FA8A0B}"/>
              </a:ext>
            </a:extLst>
          </p:cNvPr>
          <p:cNvSpPr>
            <a:spLocks xmlns:a="http://schemas.openxmlformats.org/drawingml/2006/main" noGrp="1"/>
          </p:cNvSpPr>
          <p:nvPr/>
        </p:nvSpPr>
        <p:spPr>
          <a:xfrm xmlns:a="http://schemas.openxmlformats.org/drawingml/2006/main">
            <a:off x="5769864" y="2952206"/>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[Preset 1 / Preset 2]</a:t>
            </a:r>
            <a:endParaRPr sz="830" b="0" i="0" u="none" cap="none">
              <a:solidFill>
                <a:schemeClr val="dk1"/>
              </a:solidFill>
              <a:latin typeface="Arial"/>
              <a:ea typeface="Arial"/>
              <a:cs typeface="Arial"/>
            </a:endParaRPr>
          </a:p>
        </p:txBody>
      </p:sp>
      <p:sp>
        <p:nvSpPr>
          <p:cNvPr id="3028" name="Google Shape;3028;p48">
            <a:extLst xmlns:a="http://schemas.openxmlformats.org/drawingml/2006/main">
              <a:ext uri="{FF2B5EF4-FFF2-40B4-BE49-F238E27FC236}">
                <a16:creationId xmlns:a16="http://schemas.microsoft.com/office/drawing/2014/main" id="{B53E6FA3-0740-403B-B3A4-B1051E1A41B3}"/>
              </a:ext>
            </a:extLst>
          </p:cNvPr>
          <p:cNvSpPr>
            <a:spLocks xmlns:a="http://schemas.openxmlformats.org/drawingml/2006/main" noGrp="1"/>
          </p:cNvSpPr>
          <p:nvPr/>
        </p:nvSpPr>
        <p:spPr>
          <a:xfrm xmlns:a="http://schemas.openxmlformats.org/drawingml/2006/main">
            <a:off x="4480560" y="3176887"/>
            <a:ext cx="4343400" cy="22468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153" name="Google Shape;3029;p48"/>
          <p:cNvCxnSpPr/>
          <p:nvPr/>
        </p:nvCxnSpPr>
        <p:spPr>
          <a:xfrm xmlns:a="http://schemas.openxmlformats.org/drawingml/2006/main">
            <a:off x="4480560" y="3401568"/>
            <a:ext cx="43434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30" name="Google Shape;3030;p48">
            <a:extLst xmlns:a="http://schemas.openxmlformats.org/drawingml/2006/main">
              <a:ext uri="{FF2B5EF4-FFF2-40B4-BE49-F238E27FC236}">
                <a16:creationId xmlns:a16="http://schemas.microsoft.com/office/drawing/2014/main" id="{8A898891-306B-4757-A4BC-8FC6268EDA60}"/>
              </a:ext>
            </a:extLst>
          </p:cNvPr>
          <p:cNvSpPr>
            <a:spLocks xmlns:a="http://schemas.openxmlformats.org/drawingml/2006/main" noGrp="1"/>
          </p:cNvSpPr>
          <p:nvPr/>
        </p:nvSpPr>
        <p:spPr>
          <a:xfrm xmlns:a="http://schemas.openxmlformats.org/drawingml/2006/main">
            <a:off x="4535424" y="3176887"/>
            <a:ext cx="117957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Up / Down</a:t>
            </a:r>
            <a:endParaRPr sz="830" b="0" i="0" u="none" cap="none">
              <a:solidFill>
                <a:schemeClr val="dk1"/>
              </a:solidFill>
              <a:latin typeface="Arial"/>
              <a:ea typeface="Arial"/>
              <a:cs typeface="Arial"/>
            </a:endParaRPr>
          </a:p>
        </p:txBody>
      </p:sp>
      <p:sp>
        <p:nvSpPr>
          <p:cNvPr id="3031" name="Google Shape;3031;p48">
            <a:extLst xmlns:a="http://schemas.openxmlformats.org/drawingml/2006/main">
              <a:ext uri="{FF2B5EF4-FFF2-40B4-BE49-F238E27FC236}">
                <a16:creationId xmlns:a16="http://schemas.microsoft.com/office/drawing/2014/main" id="{7ECB1117-D6FB-488E-ABBC-A65BFF15B875}"/>
              </a:ext>
            </a:extLst>
          </p:cNvPr>
          <p:cNvSpPr>
            <a:spLocks xmlns:a="http://schemas.openxmlformats.org/drawingml/2006/main" noGrp="1"/>
          </p:cNvSpPr>
          <p:nvPr/>
        </p:nvSpPr>
        <p:spPr>
          <a:xfrm xmlns:a="http://schemas.openxmlformats.org/drawingml/2006/main">
            <a:off x="5769864" y="3176887"/>
            <a:ext cx="3054096" cy="2246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[Menu / status behavior]</a:t>
            </a:r>
            <a:endParaRPr sz="830" b="0" i="0" u="none" cap="none">
              <a:solidFill>
                <a:schemeClr val="dk1"/>
              </a:solidFill>
              <a:latin typeface="Arial"/>
              <a:ea typeface="Arial"/>
              <a:cs typeface="Arial"/>
            </a:endParaRPr>
          </a:p>
        </p:txBody>
      </p:sp>
      <p:sp>
        <p:nvSpPr>
          <p:cNvPr id="3032" name="Google Shape;3032;p48">
            <a:extLst xmlns:a="http://schemas.openxmlformats.org/drawingml/2006/main">
              <a:ext uri="{FF2B5EF4-FFF2-40B4-BE49-F238E27FC236}">
                <a16:creationId xmlns:a16="http://schemas.microsoft.com/office/drawing/2014/main" id="{C624873C-D4B7-468A-A230-FA0AD96A6A2D}"/>
              </a:ext>
            </a:extLst>
          </p:cNvPr>
          <p:cNvSpPr>
            <a:spLocks xmlns:a="http://schemas.openxmlformats.org/drawingml/2006/main" noGrp="1"/>
          </p:cNvSpPr>
          <p:nvPr/>
        </p:nvSpPr>
        <p:spPr>
          <a:xfrm xmlns:a="http://schemas.openxmlformats.org/drawingml/2006/main">
            <a:off x="4480560" y="1645920"/>
            <a:ext cx="4343400" cy="1755648"/>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33" name="Google Shape;3033;p48">
            <a:extLst xmlns:a="http://schemas.openxmlformats.org/drawingml/2006/main">
              <a:ext uri="{FF2B5EF4-FFF2-40B4-BE49-F238E27FC236}">
                <a16:creationId xmlns:a16="http://schemas.microsoft.com/office/drawing/2014/main" id="{19EA543E-F3BB-4922-B50E-06C98FDE119B}"/>
              </a:ext>
            </a:extLst>
          </p:cNvPr>
          <p:cNvSpPr>
            <a:spLocks xmlns:a="http://schemas.openxmlformats.org/drawingml/2006/main" noGrp="1"/>
          </p:cNvSpPr>
          <p:nvPr/>
        </p:nvSpPr>
        <p:spPr>
          <a:xfrm xmlns:a="http://schemas.openxmlformats.org/drawingml/2006/main">
            <a:off x="320040" y="3529584"/>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STATE MACHINES  —  for multi-step autonomous / mechanism sequences</a:t>
            </a:r>
            <a:endParaRPr sz="900" b="0" i="0" u="none" cap="none">
              <a:solidFill>
                <a:schemeClr val="dk1"/>
              </a:solidFill>
              <a:latin typeface="Arial"/>
              <a:ea typeface="Arial"/>
              <a:cs typeface="Arial"/>
            </a:endParaRPr>
          </a:p>
        </p:txBody>
      </p:sp>
      <p:sp>
        <p:nvSpPr>
          <p:cNvPr id="3034" name="Google Shape;3034;p48">
            <a:extLst xmlns:a="http://schemas.openxmlformats.org/drawingml/2006/main">
              <a:ext uri="{FF2B5EF4-FFF2-40B4-BE49-F238E27FC236}">
                <a16:creationId xmlns:a16="http://schemas.microsoft.com/office/drawing/2014/main" id="{1AD81CD7-74A6-4A52-B45F-8A2B7CA46DBA}"/>
              </a:ext>
            </a:extLst>
          </p:cNvPr>
          <p:cNvSpPr>
            <a:spLocks xmlns:a="http://schemas.openxmlformats.org/drawingml/2006/main" noGrp="1"/>
          </p:cNvSpPr>
          <p:nvPr/>
        </p:nvSpPr>
        <p:spPr>
          <a:xfrm xmlns:a="http://schemas.openxmlformats.org/drawingml/2006/main">
            <a:off x="320040" y="3749040"/>
            <a:ext cx="8503920" cy="914400"/>
          </a:xfrm>
          <a:prstGeom xmlns:a="http://schemas.openxmlformats.org/drawingml/2006/main" prst="rect">
            <a:avLst/>
          </a:prstGeom>
          <a:solidFill xmlns:a="http://schemas.openxmlformats.org/drawingml/2006/main">
            <a:srgbClr val="F8FAFC"/>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35" name="Google Shape;3035;p48">
            <a:extLst xmlns:a="http://schemas.openxmlformats.org/drawingml/2006/main">
              <a:ext uri="{FF2B5EF4-FFF2-40B4-BE49-F238E27FC236}">
                <a16:creationId xmlns:a16="http://schemas.microsoft.com/office/drawing/2014/main" id="{EF8D9822-3CF6-4782-A088-D0E86D25F7F9}"/>
              </a:ext>
            </a:extLst>
          </p:cNvPr>
          <p:cNvSpPr>
            <a:spLocks xmlns:a="http://schemas.openxmlformats.org/drawingml/2006/main" noGrp="1"/>
          </p:cNvSpPr>
          <p:nvPr/>
        </p:nvSpPr>
        <p:spPr>
          <a:xfrm xmlns:a="http://schemas.openxmlformats.org/drawingml/2006/main">
            <a:off x="457200" y="3749040"/>
            <a:ext cx="82753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[Diagram or describe state machine logic for any mechanism with multi-step sequences (e.g. intake → hold → score). States: IDLE → GRAB → HOLD → RELEASE. Triggers: button press, sensor value, timer.]</a:t>
            </a:r>
            <a:endParaRPr sz="900" b="0" i="0" u="none" cap="none">
              <a:solidFill>
                <a:schemeClr val="dk1"/>
              </a:solidFill>
              <a:latin typeface="Arial"/>
              <a:ea typeface="Arial"/>
              <a:cs typeface="Arial"/>
            </a:endParaRPr>
          </a:p>
        </p:txBody>
      </p:sp>
      <p:sp>
        <p:nvSpPr>
          <p:cNvPr id="3036" name="Google Shape;3036;p48">
            <a:extLst xmlns:a="http://schemas.openxmlformats.org/drawingml/2006/main">
              <a:ext uri="{FF2B5EF4-FFF2-40B4-BE49-F238E27FC236}">
                <a16:creationId xmlns:a16="http://schemas.microsoft.com/office/drawing/2014/main" id="{B2D9BD06-EB7E-45E4-841F-77C0B2F2CDD0}"/>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f70388dc002f4606"/>
              </a:rPr>
              <a:t>VEXcode IQ organization  ·  My Blocks/functions  ·  concurrent actions  ·  naming</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531386706"/>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3042" name="Google Shape;3042;p49">
            <a:extLst xmlns:a="http://schemas.openxmlformats.org/drawingml/2006/main">
              <a:ext uri="{FF2B5EF4-FFF2-40B4-BE49-F238E27FC236}">
                <a16:creationId xmlns:a16="http://schemas.microsoft.com/office/drawing/2014/main" id="{4697951F-478C-4F4E-8B9F-EEA0CD6728C2}"/>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43" name="Google Shape;3043;p49">
            <a:extLst xmlns:a="http://schemas.openxmlformats.org/drawingml/2006/main">
              <a:ext uri="{FF2B5EF4-FFF2-40B4-BE49-F238E27FC236}">
                <a16:creationId xmlns:a16="http://schemas.microsoft.com/office/drawing/2014/main" id="{C1ADDEAF-BCA8-43C8-B5AD-FB6A8F270179}"/>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EDP STEP 4</a:t>
            </a:r>
            <a:endParaRPr sz="1050" b="0" i="0" u="none" cap="none">
              <a:solidFill>
                <a:schemeClr val="dk1"/>
              </a:solidFill>
              <a:latin typeface="Arial"/>
              <a:ea typeface="Arial"/>
              <a:cs typeface="Arial"/>
            </a:endParaRPr>
          </a:p>
        </p:txBody>
      </p:sp>
      <p:sp>
        <p:nvSpPr>
          <p:cNvPr id="3044" name="Google Shape;3044;p49">
            <a:extLst xmlns:a="http://schemas.openxmlformats.org/drawingml/2006/main">
              <a:ext uri="{FF2B5EF4-FFF2-40B4-BE49-F238E27FC236}">
                <a16:creationId xmlns:a16="http://schemas.microsoft.com/office/drawing/2014/main" id="{9DC6467D-DE4E-4F24-90F0-B15B35A4CB11}"/>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045" name="Google Shape;3045;p49">
            <a:extLst xmlns:a="http://schemas.openxmlformats.org/drawingml/2006/main">
              <a:ext uri="{FF2B5EF4-FFF2-40B4-BE49-F238E27FC236}">
                <a16:creationId xmlns:a16="http://schemas.microsoft.com/office/drawing/2014/main" id="{A86FF23D-62FD-46ED-8920-BC39E4FCAFC4}"/>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Electronics &amp; Device Ports</a:t>
            </a:r>
            <a:endParaRPr sz="2200" b="0" i="0" u="none" cap="none">
              <a:solidFill>
                <a:schemeClr val="dk1"/>
              </a:solidFill>
              <a:latin typeface="Arial"/>
              <a:ea typeface="Arial"/>
              <a:cs typeface="Arial"/>
            </a:endParaRPr>
          </a:p>
        </p:txBody>
      </p:sp>
      <p:sp>
        <p:nvSpPr>
          <p:cNvPr id="3046" name="Google Shape;3046;p49">
            <a:extLst xmlns:a="http://schemas.openxmlformats.org/drawingml/2006/main">
              <a:ext uri="{FF2B5EF4-FFF2-40B4-BE49-F238E27FC236}">
                <a16:creationId xmlns:a16="http://schemas.microsoft.com/office/drawing/2014/main" id="{94DC9C7B-7F68-465F-924D-46A1248F1344}"/>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3047" name="Google Shape;3047;p49">
            <a:extLst xmlns:a="http://schemas.openxmlformats.org/drawingml/2006/main">
              <a:ext uri="{FF2B5EF4-FFF2-40B4-BE49-F238E27FC236}">
                <a16:creationId xmlns:a16="http://schemas.microsoft.com/office/drawing/2014/main" id="{184E83A2-382E-4679-A6F7-E291498B4F1C}"/>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48" name="Google Shape;3048;p49">
            <a:extLst xmlns:a="http://schemas.openxmlformats.org/drawingml/2006/main">
              <a:ext uri="{FF2B5EF4-FFF2-40B4-BE49-F238E27FC236}">
                <a16:creationId xmlns:a16="http://schemas.microsoft.com/office/drawing/2014/main" id="{77990B6C-1C71-4F14-A9B6-8EAF531AEA4E}"/>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47 / 61</a:t>
            </a:r>
            <a:endParaRPr sz="900" b="0" i="0" u="none" cap="none">
              <a:solidFill>
                <a:schemeClr val="dk1"/>
              </a:solidFill>
              <a:latin typeface="Arial"/>
              <a:ea typeface="Arial"/>
              <a:cs typeface="Arial"/>
            </a:endParaRPr>
          </a:p>
        </p:txBody>
      </p:sp>
      <p:sp>
        <p:nvSpPr>
          <p:cNvPr id="3049" name="Google Shape;3049;p49">
            <a:extLst xmlns:a="http://schemas.openxmlformats.org/drawingml/2006/main">
              <a:ext uri="{FF2B5EF4-FFF2-40B4-BE49-F238E27FC236}">
                <a16:creationId xmlns:a16="http://schemas.microsoft.com/office/drawing/2014/main" id="{1BA906DF-9F7A-4B77-99B3-22F524DC0EB5}"/>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050" name="Google Shape;3050;p49">
            <a:extLst xmlns:a="http://schemas.openxmlformats.org/drawingml/2006/main">
              <a:ext uri="{FF2B5EF4-FFF2-40B4-BE49-F238E27FC236}">
                <a16:creationId xmlns:a16="http://schemas.microsoft.com/office/drawing/2014/main" id="{7E460A6D-74E4-4FE6-B853-D2A56381549E}"/>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Document every VEX IQ Brain Smart Port, motor, sensor, project setting, battery, controller, and inspection-critical configuration.</a:t>
            </a:r>
            <a:endParaRPr sz="1000" b="0" i="0" u="none" cap="none">
              <a:solidFill>
                <a:schemeClr val="dk1"/>
              </a:solidFill>
              <a:latin typeface="Arial"/>
              <a:ea typeface="Arial"/>
              <a:cs typeface="Arial"/>
            </a:endParaRPr>
          </a:p>
        </p:txBody>
      </p:sp>
      <p:sp>
        <p:nvSpPr>
          <p:cNvPr id="3051" name="Google Shape;3051;p49">
            <a:extLst xmlns:a="http://schemas.openxmlformats.org/drawingml/2006/main">
              <a:ext uri="{FF2B5EF4-FFF2-40B4-BE49-F238E27FC236}">
                <a16:creationId xmlns:a16="http://schemas.microsoft.com/office/drawing/2014/main" id="{AB8691D2-E402-4E42-81D4-D88D72D9CF49}"/>
              </a:ext>
            </a:extLst>
          </p:cNvPr>
          <p:cNvSpPr>
            <a:spLocks xmlns:a="http://schemas.openxmlformats.org/drawingml/2006/main" noGrp="1"/>
          </p:cNvSpPr>
          <p:nvPr/>
        </p:nvSpPr>
        <p:spPr>
          <a:xfrm xmlns:a="http://schemas.openxmlformats.org/drawingml/2006/main">
            <a:off x="320040" y="1399032"/>
            <a:ext cx="41148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VEX IQ SMART PORTS (1–12)</a:t>
            </a:r>
            <a:endParaRPr sz="900" b="0" i="0" u="none" cap="none">
              <a:solidFill>
                <a:schemeClr val="dk1"/>
              </a:solidFill>
              <a:latin typeface="Arial"/>
              <a:ea typeface="Arial"/>
              <a:cs typeface="Arial"/>
            </a:endParaRPr>
          </a:p>
        </p:txBody>
      </p:sp>
      <p:sp>
        <p:nvSpPr>
          <p:cNvPr id="3052" name="Google Shape;3052;p49">
            <a:extLst xmlns:a="http://schemas.openxmlformats.org/drawingml/2006/main">
              <a:ext uri="{FF2B5EF4-FFF2-40B4-BE49-F238E27FC236}">
                <a16:creationId xmlns:a16="http://schemas.microsoft.com/office/drawing/2014/main" id="{2CDE9DCB-9449-45F4-9470-A670D99F5971}"/>
              </a:ext>
            </a:extLst>
          </p:cNvPr>
          <p:cNvSpPr>
            <a:spLocks xmlns:a="http://schemas.openxmlformats.org/drawingml/2006/main" noGrp="1"/>
          </p:cNvSpPr>
          <p:nvPr/>
        </p:nvSpPr>
        <p:spPr>
          <a:xfrm xmlns:a="http://schemas.openxmlformats.org/drawingml/2006/main">
            <a:off x="320040" y="1627632"/>
            <a:ext cx="411480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53" name="Google Shape;3053;p49">
            <a:extLst xmlns:a="http://schemas.openxmlformats.org/drawingml/2006/main">
              <a:ext uri="{FF2B5EF4-FFF2-40B4-BE49-F238E27FC236}">
                <a16:creationId xmlns:a16="http://schemas.microsoft.com/office/drawing/2014/main" id="{91163423-32BA-4A7A-81C3-D92BEBFB07DA}"/>
              </a:ext>
            </a:extLst>
          </p:cNvPr>
          <p:cNvSpPr>
            <a:spLocks xmlns:a="http://schemas.openxmlformats.org/drawingml/2006/main" noGrp="1"/>
          </p:cNvSpPr>
          <p:nvPr/>
        </p:nvSpPr>
        <p:spPr>
          <a:xfrm xmlns:a="http://schemas.openxmlformats.org/drawingml/2006/main">
            <a:off x="374904" y="1627632"/>
            <a:ext cx="31089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a:t>
            </a:r>
            <a:endParaRPr sz="850" b="0" i="0" u="none" cap="none">
              <a:solidFill>
                <a:schemeClr val="dk1"/>
              </a:solidFill>
              <a:latin typeface="Arial"/>
              <a:ea typeface="Arial"/>
              <a:cs typeface="Arial"/>
            </a:endParaRPr>
          </a:p>
        </p:txBody>
      </p:sp>
      <p:sp>
        <p:nvSpPr>
          <p:cNvPr id="3054" name="Google Shape;3054;p49">
            <a:extLst xmlns:a="http://schemas.openxmlformats.org/drawingml/2006/main">
              <a:ext uri="{FF2B5EF4-FFF2-40B4-BE49-F238E27FC236}">
                <a16:creationId xmlns:a16="http://schemas.microsoft.com/office/drawing/2014/main" id="{53AE02F3-7269-4E07-8525-77EAEC35CB19}"/>
              </a:ext>
            </a:extLst>
          </p:cNvPr>
          <p:cNvSpPr>
            <a:spLocks xmlns:a="http://schemas.openxmlformats.org/drawingml/2006/main" noGrp="1"/>
          </p:cNvSpPr>
          <p:nvPr/>
        </p:nvSpPr>
        <p:spPr>
          <a:xfrm xmlns:a="http://schemas.openxmlformats.org/drawingml/2006/main">
            <a:off x="740664" y="1627632"/>
            <a:ext cx="15910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Device</a:t>
            </a:r>
            <a:endParaRPr sz="850" b="0" i="0" u="none" cap="none">
              <a:solidFill>
                <a:schemeClr val="dk1"/>
              </a:solidFill>
              <a:latin typeface="Arial"/>
              <a:ea typeface="Arial"/>
              <a:cs typeface="Arial"/>
            </a:endParaRPr>
          </a:p>
        </p:txBody>
      </p:sp>
      <p:sp>
        <p:nvSpPr>
          <p:cNvPr id="3055" name="Google Shape;3055;p49">
            <a:extLst xmlns:a="http://schemas.openxmlformats.org/drawingml/2006/main">
              <a:ext uri="{FF2B5EF4-FFF2-40B4-BE49-F238E27FC236}">
                <a16:creationId xmlns:a16="http://schemas.microsoft.com/office/drawing/2014/main" id="{0B6C511A-8669-498A-9D8D-D3C3BD0B39BD}"/>
              </a:ext>
            </a:extLst>
          </p:cNvPr>
          <p:cNvSpPr>
            <a:spLocks xmlns:a="http://schemas.openxmlformats.org/drawingml/2006/main" noGrp="1"/>
          </p:cNvSpPr>
          <p:nvPr/>
        </p:nvSpPr>
        <p:spPr>
          <a:xfrm xmlns:a="http://schemas.openxmlformats.org/drawingml/2006/main">
            <a:off x="2386584" y="1627632"/>
            <a:ext cx="20482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Location / Role</a:t>
            </a:r>
            <a:endParaRPr sz="850" b="0" i="0" u="none" cap="none">
              <a:solidFill>
                <a:schemeClr val="dk1"/>
              </a:solidFill>
              <a:latin typeface="Arial"/>
              <a:ea typeface="Arial"/>
              <a:cs typeface="Arial"/>
            </a:endParaRPr>
          </a:p>
        </p:txBody>
      </p:sp>
      <p:sp>
        <p:nvSpPr>
          <p:cNvPr id="3056" name="Google Shape;3056;p49">
            <a:extLst xmlns:a="http://schemas.openxmlformats.org/drawingml/2006/main">
              <a:ext uri="{FF2B5EF4-FFF2-40B4-BE49-F238E27FC236}">
                <a16:creationId xmlns:a16="http://schemas.microsoft.com/office/drawing/2014/main" id="{36766F34-0E47-4B5B-ADAD-FDF835395086}"/>
              </a:ext>
            </a:extLst>
          </p:cNvPr>
          <p:cNvSpPr>
            <a:spLocks xmlns:a="http://schemas.openxmlformats.org/drawingml/2006/main" noGrp="1"/>
          </p:cNvSpPr>
          <p:nvPr/>
        </p:nvSpPr>
        <p:spPr>
          <a:xfrm xmlns:a="http://schemas.openxmlformats.org/drawingml/2006/main">
            <a:off x="320040" y="1810512"/>
            <a:ext cx="411480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389" name="Google Shape;3057;p49"/>
          <p:cNvCxnSpPr/>
          <p:nvPr/>
        </p:nvCxnSpPr>
        <p:spPr>
          <a:xfrm xmlns:a="http://schemas.openxmlformats.org/drawingml/2006/main">
            <a:off x="320040" y="201168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58" name="Google Shape;3058;p49">
            <a:extLst xmlns:a="http://schemas.openxmlformats.org/drawingml/2006/main">
              <a:ext uri="{FF2B5EF4-FFF2-40B4-BE49-F238E27FC236}">
                <a16:creationId xmlns:a16="http://schemas.microsoft.com/office/drawing/2014/main" id="{9A2A5D71-5733-4435-B36C-39FEACC07419}"/>
              </a:ext>
            </a:extLst>
          </p:cNvPr>
          <p:cNvSpPr>
            <a:spLocks xmlns:a="http://schemas.openxmlformats.org/drawingml/2006/main" noGrp="1"/>
          </p:cNvSpPr>
          <p:nvPr/>
        </p:nvSpPr>
        <p:spPr>
          <a:xfrm xmlns:a="http://schemas.openxmlformats.org/drawingml/2006/main">
            <a:off x="374904" y="1810512"/>
            <a:ext cx="3108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1</a:t>
            </a:r>
            <a:endParaRPr sz="820" b="0" i="0" u="none" cap="none">
              <a:solidFill>
                <a:schemeClr val="dk1"/>
              </a:solidFill>
              <a:latin typeface="Arial"/>
              <a:ea typeface="Arial"/>
              <a:cs typeface="Arial"/>
            </a:endParaRPr>
          </a:p>
        </p:txBody>
      </p:sp>
      <p:sp>
        <p:nvSpPr>
          <p:cNvPr id="3059" name="Google Shape;3059;p49">
            <a:extLst xmlns:a="http://schemas.openxmlformats.org/drawingml/2006/main">
              <a:ext uri="{FF2B5EF4-FFF2-40B4-BE49-F238E27FC236}">
                <a16:creationId xmlns:a16="http://schemas.microsoft.com/office/drawing/2014/main" id="{DD80BD2B-6EA8-4363-B2C8-C192DCCA7499}"/>
              </a:ext>
            </a:extLst>
          </p:cNvPr>
          <p:cNvSpPr>
            <a:spLocks xmlns:a="http://schemas.openxmlformats.org/drawingml/2006/main" noGrp="1"/>
          </p:cNvSpPr>
          <p:nvPr/>
        </p:nvSpPr>
        <p:spPr>
          <a:xfrm xmlns:a="http://schemas.openxmlformats.org/drawingml/2006/main">
            <a:off x="740664" y="1810512"/>
            <a:ext cx="1591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[Motor / Sensor]</a:t>
            </a:r>
            <a:endParaRPr sz="820" b="0" i="0" u="none" cap="none">
              <a:solidFill>
                <a:schemeClr val="dk1"/>
              </a:solidFill>
              <a:latin typeface="Arial"/>
              <a:ea typeface="Arial"/>
              <a:cs typeface="Arial"/>
            </a:endParaRPr>
          </a:p>
        </p:txBody>
      </p:sp>
      <p:sp>
        <p:nvSpPr>
          <p:cNvPr id="3060" name="Google Shape;3060;p49">
            <a:extLst xmlns:a="http://schemas.openxmlformats.org/drawingml/2006/main">
              <a:ext uri="{FF2B5EF4-FFF2-40B4-BE49-F238E27FC236}">
                <a16:creationId xmlns:a16="http://schemas.microsoft.com/office/drawing/2014/main" id="{759FFE98-75B3-4DE1-BBCB-704070B92B95}"/>
              </a:ext>
            </a:extLst>
          </p:cNvPr>
          <p:cNvSpPr>
            <a:spLocks xmlns:a="http://schemas.openxmlformats.org/drawingml/2006/main" noGrp="1"/>
          </p:cNvSpPr>
          <p:nvPr/>
        </p:nvSpPr>
        <p:spPr>
          <a:xfrm xmlns:a="http://schemas.openxmlformats.org/drawingml/2006/main">
            <a:off x="2386584" y="1810512"/>
            <a:ext cx="2048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[Location / Role]</a:t>
            </a:r>
            <a:endParaRPr sz="820" b="0" i="0" u="none" cap="none">
              <a:solidFill>
                <a:schemeClr val="dk1"/>
              </a:solidFill>
              <a:latin typeface="Arial"/>
              <a:ea typeface="Arial"/>
              <a:cs typeface="Arial"/>
            </a:endParaRPr>
          </a:p>
        </p:txBody>
      </p:sp>
      <p:cxnSp>
        <p:nvCxnSpPr>
          <p:cNvPr id="3393" name="Google Shape;3061;p49"/>
          <p:cNvCxnSpPr/>
          <p:nvPr/>
        </p:nvCxnSpPr>
        <p:spPr>
          <a:xfrm xmlns:a="http://schemas.openxmlformats.org/drawingml/2006/main">
            <a:off x="320040" y="2212848"/>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62" name="Google Shape;3062;p49">
            <a:extLst xmlns:a="http://schemas.openxmlformats.org/drawingml/2006/main">
              <a:ext uri="{FF2B5EF4-FFF2-40B4-BE49-F238E27FC236}">
                <a16:creationId xmlns:a16="http://schemas.microsoft.com/office/drawing/2014/main" id="{DBD96A19-FEB8-43D7-BADD-3DB7E23EFB0C}"/>
              </a:ext>
            </a:extLst>
          </p:cNvPr>
          <p:cNvSpPr>
            <a:spLocks xmlns:a="http://schemas.openxmlformats.org/drawingml/2006/main" noGrp="1"/>
          </p:cNvSpPr>
          <p:nvPr/>
        </p:nvSpPr>
        <p:spPr>
          <a:xfrm xmlns:a="http://schemas.openxmlformats.org/drawingml/2006/main">
            <a:off x="374904" y="2011680"/>
            <a:ext cx="3108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2</a:t>
            </a:r>
            <a:endParaRPr sz="820" b="0" i="0" u="none" cap="none">
              <a:solidFill>
                <a:schemeClr val="dk1"/>
              </a:solidFill>
              <a:latin typeface="Arial"/>
              <a:ea typeface="Arial"/>
              <a:cs typeface="Arial"/>
            </a:endParaRPr>
          </a:p>
        </p:txBody>
      </p:sp>
      <p:sp>
        <p:nvSpPr>
          <p:cNvPr id="3063" name="Google Shape;3063;p49">
            <a:extLst xmlns:a="http://schemas.openxmlformats.org/drawingml/2006/main">
              <a:ext uri="{FF2B5EF4-FFF2-40B4-BE49-F238E27FC236}">
                <a16:creationId xmlns:a16="http://schemas.microsoft.com/office/drawing/2014/main" id="{097F6EBB-F2D6-4313-A9F2-84FC5C634614}"/>
              </a:ext>
            </a:extLst>
          </p:cNvPr>
          <p:cNvSpPr>
            <a:spLocks xmlns:a="http://schemas.openxmlformats.org/drawingml/2006/main" noGrp="1"/>
          </p:cNvSpPr>
          <p:nvPr/>
        </p:nvSpPr>
        <p:spPr>
          <a:xfrm xmlns:a="http://schemas.openxmlformats.org/drawingml/2006/main">
            <a:off x="740664" y="2011680"/>
            <a:ext cx="1591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[Motor / Sensor]</a:t>
            </a:r>
            <a:endParaRPr sz="820" b="0" i="0" u="none" cap="none">
              <a:solidFill>
                <a:schemeClr val="dk1"/>
              </a:solidFill>
              <a:latin typeface="Arial"/>
              <a:ea typeface="Arial"/>
              <a:cs typeface="Arial"/>
            </a:endParaRPr>
          </a:p>
        </p:txBody>
      </p:sp>
      <p:sp>
        <p:nvSpPr>
          <p:cNvPr id="3064" name="Google Shape;3064;p49">
            <a:extLst xmlns:a="http://schemas.openxmlformats.org/drawingml/2006/main">
              <a:ext uri="{FF2B5EF4-FFF2-40B4-BE49-F238E27FC236}">
                <a16:creationId xmlns:a16="http://schemas.microsoft.com/office/drawing/2014/main" id="{935C2E0B-C36B-429F-9E6F-8A8745A497B6}"/>
              </a:ext>
            </a:extLst>
          </p:cNvPr>
          <p:cNvSpPr>
            <a:spLocks xmlns:a="http://schemas.openxmlformats.org/drawingml/2006/main" noGrp="1"/>
          </p:cNvSpPr>
          <p:nvPr/>
        </p:nvSpPr>
        <p:spPr>
          <a:xfrm xmlns:a="http://schemas.openxmlformats.org/drawingml/2006/main">
            <a:off x="2386584" y="2011680"/>
            <a:ext cx="2048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[Location / Role]</a:t>
            </a:r>
            <a:endParaRPr sz="820" b="0" i="0" u="none" cap="none">
              <a:solidFill>
                <a:schemeClr val="dk1"/>
              </a:solidFill>
              <a:latin typeface="Arial"/>
              <a:ea typeface="Arial"/>
              <a:cs typeface="Arial"/>
            </a:endParaRPr>
          </a:p>
        </p:txBody>
      </p:sp>
      <p:sp>
        <p:nvSpPr>
          <p:cNvPr id="3065" name="Google Shape;3065;p49">
            <a:extLst xmlns:a="http://schemas.openxmlformats.org/drawingml/2006/main">
              <a:ext uri="{FF2B5EF4-FFF2-40B4-BE49-F238E27FC236}">
                <a16:creationId xmlns:a16="http://schemas.microsoft.com/office/drawing/2014/main" id="{2F0A6753-CC68-42BC-8473-F5F57501C325}"/>
              </a:ext>
            </a:extLst>
          </p:cNvPr>
          <p:cNvSpPr>
            <a:spLocks xmlns:a="http://schemas.openxmlformats.org/drawingml/2006/main" noGrp="1"/>
          </p:cNvSpPr>
          <p:nvPr/>
        </p:nvSpPr>
        <p:spPr>
          <a:xfrm xmlns:a="http://schemas.openxmlformats.org/drawingml/2006/main">
            <a:off x="320040" y="2212848"/>
            <a:ext cx="411480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398" name="Google Shape;3066;p49"/>
          <p:cNvCxnSpPr/>
          <p:nvPr/>
        </p:nvCxnSpPr>
        <p:spPr>
          <a:xfrm xmlns:a="http://schemas.openxmlformats.org/drawingml/2006/main">
            <a:off x="320040" y="2414016"/>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67" name="Google Shape;3067;p49">
            <a:extLst xmlns:a="http://schemas.openxmlformats.org/drawingml/2006/main">
              <a:ext uri="{FF2B5EF4-FFF2-40B4-BE49-F238E27FC236}">
                <a16:creationId xmlns:a16="http://schemas.microsoft.com/office/drawing/2014/main" id="{0206B09D-6A0E-477B-88CC-1A7886A9401B}"/>
              </a:ext>
            </a:extLst>
          </p:cNvPr>
          <p:cNvSpPr>
            <a:spLocks xmlns:a="http://schemas.openxmlformats.org/drawingml/2006/main" noGrp="1"/>
          </p:cNvSpPr>
          <p:nvPr/>
        </p:nvSpPr>
        <p:spPr>
          <a:xfrm xmlns:a="http://schemas.openxmlformats.org/drawingml/2006/main">
            <a:off x="374904" y="2212848"/>
            <a:ext cx="3108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3</a:t>
            </a:r>
            <a:endParaRPr sz="820" b="0" i="0" u="none" cap="none">
              <a:solidFill>
                <a:schemeClr val="dk1"/>
              </a:solidFill>
              <a:latin typeface="Arial"/>
              <a:ea typeface="Arial"/>
              <a:cs typeface="Arial"/>
            </a:endParaRPr>
          </a:p>
        </p:txBody>
      </p:sp>
      <p:sp>
        <p:nvSpPr>
          <p:cNvPr id="3068" name="Google Shape;3068;p49">
            <a:extLst xmlns:a="http://schemas.openxmlformats.org/drawingml/2006/main">
              <a:ext uri="{FF2B5EF4-FFF2-40B4-BE49-F238E27FC236}">
                <a16:creationId xmlns:a16="http://schemas.microsoft.com/office/drawing/2014/main" id="{2E728E6B-0AC1-4472-A53F-B0899DCCBFA3}"/>
              </a:ext>
            </a:extLst>
          </p:cNvPr>
          <p:cNvSpPr>
            <a:spLocks xmlns:a="http://schemas.openxmlformats.org/drawingml/2006/main" noGrp="1"/>
          </p:cNvSpPr>
          <p:nvPr/>
        </p:nvSpPr>
        <p:spPr>
          <a:xfrm xmlns:a="http://schemas.openxmlformats.org/drawingml/2006/main">
            <a:off x="740664" y="2212848"/>
            <a:ext cx="1591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[Motor / Sensor]</a:t>
            </a:r>
            <a:endParaRPr sz="820" b="0" i="0" u="none" cap="none">
              <a:solidFill>
                <a:schemeClr val="dk1"/>
              </a:solidFill>
              <a:latin typeface="Arial"/>
              <a:ea typeface="Arial"/>
              <a:cs typeface="Arial"/>
            </a:endParaRPr>
          </a:p>
        </p:txBody>
      </p:sp>
      <p:sp>
        <p:nvSpPr>
          <p:cNvPr id="3069" name="Google Shape;3069;p49">
            <a:extLst xmlns:a="http://schemas.openxmlformats.org/drawingml/2006/main">
              <a:ext uri="{FF2B5EF4-FFF2-40B4-BE49-F238E27FC236}">
                <a16:creationId xmlns:a16="http://schemas.microsoft.com/office/drawing/2014/main" id="{2CF89407-0562-43C6-8454-51354F5B9BE5}"/>
              </a:ext>
            </a:extLst>
          </p:cNvPr>
          <p:cNvSpPr>
            <a:spLocks xmlns:a="http://schemas.openxmlformats.org/drawingml/2006/main" noGrp="1"/>
          </p:cNvSpPr>
          <p:nvPr/>
        </p:nvSpPr>
        <p:spPr>
          <a:xfrm xmlns:a="http://schemas.openxmlformats.org/drawingml/2006/main">
            <a:off x="2386584" y="2212848"/>
            <a:ext cx="2048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[Location / Role]</a:t>
            </a:r>
            <a:endParaRPr sz="820" b="0" i="0" u="none" cap="none">
              <a:solidFill>
                <a:schemeClr val="dk1"/>
              </a:solidFill>
              <a:latin typeface="Arial"/>
              <a:ea typeface="Arial"/>
              <a:cs typeface="Arial"/>
            </a:endParaRPr>
          </a:p>
        </p:txBody>
      </p:sp>
      <p:cxnSp>
        <p:nvCxnSpPr>
          <p:cNvPr id="3402" name="Google Shape;3070;p49"/>
          <p:cNvCxnSpPr/>
          <p:nvPr/>
        </p:nvCxnSpPr>
        <p:spPr>
          <a:xfrm xmlns:a="http://schemas.openxmlformats.org/drawingml/2006/main">
            <a:off x="320040" y="261518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71" name="Google Shape;3071;p49">
            <a:extLst xmlns:a="http://schemas.openxmlformats.org/drawingml/2006/main">
              <a:ext uri="{FF2B5EF4-FFF2-40B4-BE49-F238E27FC236}">
                <a16:creationId xmlns:a16="http://schemas.microsoft.com/office/drawing/2014/main" id="{2D272103-09AF-40CE-8249-C13D9CB5CEBD}"/>
              </a:ext>
            </a:extLst>
          </p:cNvPr>
          <p:cNvSpPr>
            <a:spLocks xmlns:a="http://schemas.openxmlformats.org/drawingml/2006/main" noGrp="1"/>
          </p:cNvSpPr>
          <p:nvPr/>
        </p:nvSpPr>
        <p:spPr>
          <a:xfrm xmlns:a="http://schemas.openxmlformats.org/drawingml/2006/main">
            <a:off x="374904" y="2414016"/>
            <a:ext cx="3108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a:t>
            </a:r>
            <a:endParaRPr sz="820" b="0" i="0" u="none" cap="none">
              <a:solidFill>
                <a:schemeClr val="dk1"/>
              </a:solidFill>
              <a:latin typeface="Arial"/>
              <a:ea typeface="Arial"/>
              <a:cs typeface="Arial"/>
            </a:endParaRPr>
          </a:p>
        </p:txBody>
      </p:sp>
      <p:sp>
        <p:nvSpPr>
          <p:cNvPr id="3072" name="Google Shape;3072;p49">
            <a:extLst xmlns:a="http://schemas.openxmlformats.org/drawingml/2006/main">
              <a:ext uri="{FF2B5EF4-FFF2-40B4-BE49-F238E27FC236}">
                <a16:creationId xmlns:a16="http://schemas.microsoft.com/office/drawing/2014/main" id="{2C0E6924-2E4D-4E0D-A786-FB7003CFD5C1}"/>
              </a:ext>
            </a:extLst>
          </p:cNvPr>
          <p:cNvSpPr>
            <a:spLocks xmlns:a="http://schemas.openxmlformats.org/drawingml/2006/main" noGrp="1"/>
          </p:cNvSpPr>
          <p:nvPr/>
        </p:nvSpPr>
        <p:spPr>
          <a:xfrm xmlns:a="http://schemas.openxmlformats.org/drawingml/2006/main">
            <a:off x="740664" y="2414016"/>
            <a:ext cx="1591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[fill in ports 4–12 as used]</a:t>
            </a:r>
            <a:endParaRPr sz="820" b="0" i="0" u="none" cap="none">
              <a:solidFill>
                <a:schemeClr val="dk1"/>
              </a:solidFill>
              <a:latin typeface="Arial"/>
              <a:ea typeface="Arial"/>
              <a:cs typeface="Arial"/>
            </a:endParaRPr>
          </a:p>
        </p:txBody>
      </p:sp>
      <p:sp>
        <p:nvSpPr>
          <p:cNvPr id="3073" name="Google Shape;3073;p49">
            <a:extLst xmlns:a="http://schemas.openxmlformats.org/drawingml/2006/main">
              <a:ext uri="{FF2B5EF4-FFF2-40B4-BE49-F238E27FC236}">
                <a16:creationId xmlns:a16="http://schemas.microsoft.com/office/drawing/2014/main" id="{EAC9D745-097A-4A41-AFCB-7B9BE6C1EB33}"/>
              </a:ext>
            </a:extLst>
          </p:cNvPr>
          <p:cNvSpPr>
            <a:spLocks xmlns:a="http://schemas.openxmlformats.org/drawingml/2006/main" noGrp="1"/>
          </p:cNvSpPr>
          <p:nvPr/>
        </p:nvSpPr>
        <p:spPr>
          <a:xfrm xmlns:a="http://schemas.openxmlformats.org/drawingml/2006/main">
            <a:off x="2386584" y="2414016"/>
            <a:ext cx="2048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074" name="Google Shape;3074;p49">
            <a:extLst xmlns:a="http://schemas.openxmlformats.org/drawingml/2006/main">
              <a:ext uri="{FF2B5EF4-FFF2-40B4-BE49-F238E27FC236}">
                <a16:creationId xmlns:a16="http://schemas.microsoft.com/office/drawing/2014/main" id="{1B8075AE-997C-4215-A672-50B547D81177}"/>
              </a:ext>
            </a:extLst>
          </p:cNvPr>
          <p:cNvSpPr>
            <a:spLocks xmlns:a="http://schemas.openxmlformats.org/drawingml/2006/main" noGrp="1"/>
          </p:cNvSpPr>
          <p:nvPr/>
        </p:nvSpPr>
        <p:spPr>
          <a:xfrm xmlns:a="http://schemas.openxmlformats.org/drawingml/2006/main">
            <a:off x="320040" y="2615184"/>
            <a:ext cx="411480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07" name="Google Shape;3075;p49"/>
          <p:cNvCxnSpPr/>
          <p:nvPr/>
        </p:nvCxnSpPr>
        <p:spPr>
          <a:xfrm xmlns:a="http://schemas.openxmlformats.org/drawingml/2006/main">
            <a:off x="320040" y="281635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76" name="Google Shape;3076;p49">
            <a:extLst xmlns:a="http://schemas.openxmlformats.org/drawingml/2006/main">
              <a:ext uri="{FF2B5EF4-FFF2-40B4-BE49-F238E27FC236}">
                <a16:creationId xmlns:a16="http://schemas.microsoft.com/office/drawing/2014/main" id="{F5CA1F1B-944C-4440-80C8-DAB390CC9A49}"/>
              </a:ext>
            </a:extLst>
          </p:cNvPr>
          <p:cNvSpPr>
            <a:spLocks xmlns:a="http://schemas.openxmlformats.org/drawingml/2006/main" noGrp="1"/>
          </p:cNvSpPr>
          <p:nvPr/>
        </p:nvSpPr>
        <p:spPr>
          <a:xfrm xmlns:a="http://schemas.openxmlformats.org/drawingml/2006/main">
            <a:off x="374904" y="2615184"/>
            <a:ext cx="3108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12</a:t>
            </a:r>
            <a:endParaRPr sz="820" b="0" i="0" u="none" cap="none">
              <a:solidFill>
                <a:schemeClr val="dk1"/>
              </a:solidFill>
              <a:latin typeface="Arial"/>
              <a:ea typeface="Arial"/>
              <a:cs typeface="Arial"/>
            </a:endParaRPr>
          </a:p>
        </p:txBody>
      </p:sp>
      <p:sp>
        <p:nvSpPr>
          <p:cNvPr id="3077" name="Google Shape;3077;p49">
            <a:extLst xmlns:a="http://schemas.openxmlformats.org/drawingml/2006/main">
              <a:ext uri="{FF2B5EF4-FFF2-40B4-BE49-F238E27FC236}">
                <a16:creationId xmlns:a16="http://schemas.microsoft.com/office/drawing/2014/main" id="{05F10CFA-3610-4C91-8A86-2713CB3AD430}"/>
              </a:ext>
            </a:extLst>
          </p:cNvPr>
          <p:cNvSpPr>
            <a:spLocks xmlns:a="http://schemas.openxmlformats.org/drawingml/2006/main" noGrp="1"/>
          </p:cNvSpPr>
          <p:nvPr/>
        </p:nvSpPr>
        <p:spPr>
          <a:xfrm xmlns:a="http://schemas.openxmlformats.org/drawingml/2006/main">
            <a:off x="740664" y="2615184"/>
            <a:ext cx="1591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[Motor / Sensor]</a:t>
            </a:r>
            <a:endParaRPr sz="820" b="0" i="0" u="none" cap="none">
              <a:solidFill>
                <a:schemeClr val="dk1"/>
              </a:solidFill>
              <a:latin typeface="Arial"/>
              <a:ea typeface="Arial"/>
              <a:cs typeface="Arial"/>
            </a:endParaRPr>
          </a:p>
        </p:txBody>
      </p:sp>
      <p:sp>
        <p:nvSpPr>
          <p:cNvPr id="3078" name="Google Shape;3078;p49">
            <a:extLst xmlns:a="http://schemas.openxmlformats.org/drawingml/2006/main">
              <a:ext uri="{FF2B5EF4-FFF2-40B4-BE49-F238E27FC236}">
                <a16:creationId xmlns:a16="http://schemas.microsoft.com/office/drawing/2014/main" id="{AA64B564-99D0-4722-9FDA-3A6FD78A9438}"/>
              </a:ext>
            </a:extLst>
          </p:cNvPr>
          <p:cNvSpPr>
            <a:spLocks xmlns:a="http://schemas.openxmlformats.org/drawingml/2006/main" noGrp="1"/>
          </p:cNvSpPr>
          <p:nvPr/>
        </p:nvSpPr>
        <p:spPr>
          <a:xfrm xmlns:a="http://schemas.openxmlformats.org/drawingml/2006/main">
            <a:off x="2386584" y="2615184"/>
            <a:ext cx="2048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[Location / Role]</a:t>
            </a:r>
            <a:endParaRPr sz="820" b="0" i="0" u="none" cap="none">
              <a:solidFill>
                <a:schemeClr val="dk1"/>
              </a:solidFill>
              <a:latin typeface="Arial"/>
              <a:ea typeface="Arial"/>
              <a:cs typeface="Arial"/>
            </a:endParaRPr>
          </a:p>
        </p:txBody>
      </p:sp>
      <p:sp>
        <p:nvSpPr>
          <p:cNvPr id="3079" name="Google Shape;3079;p49">
            <a:extLst xmlns:a="http://schemas.openxmlformats.org/drawingml/2006/main">
              <a:ext uri="{FF2B5EF4-FFF2-40B4-BE49-F238E27FC236}">
                <a16:creationId xmlns:a16="http://schemas.microsoft.com/office/drawing/2014/main" id="{DD4076C4-3E00-4ED3-894C-0840B4786E8E}"/>
              </a:ext>
            </a:extLst>
          </p:cNvPr>
          <p:cNvSpPr>
            <a:spLocks xmlns:a="http://schemas.openxmlformats.org/drawingml/2006/main" noGrp="1"/>
          </p:cNvSpPr>
          <p:nvPr/>
        </p:nvSpPr>
        <p:spPr>
          <a:xfrm xmlns:a="http://schemas.openxmlformats.org/drawingml/2006/main">
            <a:off x="320040" y="1627632"/>
            <a:ext cx="411480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80" name="Google Shape;3080;p49">
            <a:extLst xmlns:a="http://schemas.openxmlformats.org/drawingml/2006/main">
              <a:ext uri="{FF2B5EF4-FFF2-40B4-BE49-F238E27FC236}">
                <a16:creationId xmlns:a16="http://schemas.microsoft.com/office/drawing/2014/main" id="{35747835-622A-4896-B0F7-0DC71B258231}"/>
              </a:ext>
            </a:extLst>
          </p:cNvPr>
          <p:cNvSpPr>
            <a:spLocks xmlns:a="http://schemas.openxmlformats.org/drawingml/2006/main" noGrp="1"/>
          </p:cNvSpPr>
          <p:nvPr/>
        </p:nvSpPr>
        <p:spPr>
          <a:xfrm xmlns:a="http://schemas.openxmlformats.org/drawingml/2006/main">
            <a:off x="4617720" y="1399032"/>
            <a:ext cx="4206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BRAIN / CONTROLLER CHECK</a:t>
            </a:r>
            <a:endParaRPr sz="900" b="0" i="0" u="none" cap="none">
              <a:solidFill>
                <a:schemeClr val="dk1"/>
              </a:solidFill>
              <a:latin typeface="Arial"/>
              <a:ea typeface="Arial"/>
              <a:cs typeface="Arial"/>
            </a:endParaRPr>
          </a:p>
        </p:txBody>
      </p:sp>
      <p:sp>
        <p:nvSpPr>
          <p:cNvPr id="3081" name="Google Shape;3081;p49">
            <a:extLst xmlns:a="http://schemas.openxmlformats.org/drawingml/2006/main">
              <a:ext uri="{FF2B5EF4-FFF2-40B4-BE49-F238E27FC236}">
                <a16:creationId xmlns:a16="http://schemas.microsoft.com/office/drawing/2014/main" id="{3209EF8E-DD13-43DF-A859-B44E69B8FBC4}"/>
              </a:ext>
            </a:extLst>
          </p:cNvPr>
          <p:cNvSpPr>
            <a:spLocks xmlns:a="http://schemas.openxmlformats.org/drawingml/2006/main" noGrp="1"/>
          </p:cNvSpPr>
          <p:nvPr/>
        </p:nvSpPr>
        <p:spPr>
          <a:xfrm xmlns:a="http://schemas.openxmlformats.org/drawingml/2006/main">
            <a:off x="4617720" y="1627632"/>
            <a:ext cx="420624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082" name="Google Shape;3082;p49">
            <a:extLst xmlns:a="http://schemas.openxmlformats.org/drawingml/2006/main">
              <a:ext uri="{FF2B5EF4-FFF2-40B4-BE49-F238E27FC236}">
                <a16:creationId xmlns:a16="http://schemas.microsoft.com/office/drawing/2014/main" id="{9836A154-68AB-432E-B9E2-AE824CF387F5}"/>
              </a:ext>
            </a:extLst>
          </p:cNvPr>
          <p:cNvSpPr>
            <a:spLocks xmlns:a="http://schemas.openxmlformats.org/drawingml/2006/main" noGrp="1"/>
          </p:cNvSpPr>
          <p:nvPr/>
        </p:nvSpPr>
        <p:spPr>
          <a:xfrm xmlns:a="http://schemas.openxmlformats.org/drawingml/2006/main">
            <a:off x="4672584" y="1627632"/>
            <a:ext cx="4937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Port</a:t>
            </a:r>
            <a:endParaRPr sz="850" b="0" i="0" u="none" cap="none">
              <a:solidFill>
                <a:schemeClr val="dk1"/>
              </a:solidFill>
              <a:latin typeface="Arial"/>
              <a:ea typeface="Arial"/>
              <a:cs typeface="Arial"/>
            </a:endParaRPr>
          </a:p>
        </p:txBody>
      </p:sp>
      <p:sp>
        <p:nvSpPr>
          <p:cNvPr id="3083" name="Google Shape;3083;p49">
            <a:extLst xmlns:a="http://schemas.openxmlformats.org/drawingml/2006/main">
              <a:ext uri="{FF2B5EF4-FFF2-40B4-BE49-F238E27FC236}">
                <a16:creationId xmlns:a16="http://schemas.microsoft.com/office/drawing/2014/main" id="{EB744075-F80F-4B8D-8F9F-3608DE9A859E}"/>
              </a:ext>
            </a:extLst>
          </p:cNvPr>
          <p:cNvSpPr>
            <a:spLocks xmlns:a="http://schemas.openxmlformats.org/drawingml/2006/main" noGrp="1"/>
          </p:cNvSpPr>
          <p:nvPr/>
        </p:nvSpPr>
        <p:spPr>
          <a:xfrm xmlns:a="http://schemas.openxmlformats.org/drawingml/2006/main">
            <a:off x="5221224" y="1627632"/>
            <a:ext cx="360273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Device / Role</a:t>
            </a:r>
            <a:endParaRPr sz="850" b="0" i="0" u="none" cap="none">
              <a:solidFill>
                <a:schemeClr val="dk1"/>
              </a:solidFill>
              <a:latin typeface="Arial"/>
              <a:ea typeface="Arial"/>
              <a:cs typeface="Arial"/>
            </a:endParaRPr>
          </a:p>
        </p:txBody>
      </p:sp>
      <p:sp>
        <p:nvSpPr>
          <p:cNvPr id="3084" name="Google Shape;3084;p49">
            <a:extLst xmlns:a="http://schemas.openxmlformats.org/drawingml/2006/main">
              <a:ext uri="{FF2B5EF4-FFF2-40B4-BE49-F238E27FC236}">
                <a16:creationId xmlns:a16="http://schemas.microsoft.com/office/drawing/2014/main" id="{78A05438-D008-48E7-A574-FBF1A72A0863}"/>
              </a:ext>
            </a:extLst>
          </p:cNvPr>
          <p:cNvSpPr>
            <a:spLocks xmlns:a="http://schemas.openxmlformats.org/drawingml/2006/main" noGrp="1"/>
          </p:cNvSpPr>
          <p:nvPr/>
        </p:nvSpPr>
        <p:spPr>
          <a:xfrm xmlns:a="http://schemas.openxmlformats.org/drawingml/2006/main">
            <a:off x="4617720" y="1810512"/>
            <a:ext cx="420624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17" name="Google Shape;3085;p49"/>
          <p:cNvCxnSpPr/>
          <p:nvPr/>
        </p:nvCxnSpPr>
        <p:spPr>
          <a:xfrm xmlns:a="http://schemas.openxmlformats.org/drawingml/2006/main">
            <a:off x="4617720" y="2011680"/>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86" name="Google Shape;3086;p49">
            <a:extLst xmlns:a="http://schemas.openxmlformats.org/drawingml/2006/main">
              <a:ext uri="{FF2B5EF4-FFF2-40B4-BE49-F238E27FC236}">
                <a16:creationId xmlns:a16="http://schemas.microsoft.com/office/drawing/2014/main" id="{B0F06A16-3F32-4406-B43D-34A8FC20CAEA}"/>
              </a:ext>
            </a:extLst>
          </p:cNvPr>
          <p:cNvSpPr>
            <a:spLocks xmlns:a="http://schemas.openxmlformats.org/drawingml/2006/main" noGrp="1"/>
          </p:cNvSpPr>
          <p:nvPr/>
        </p:nvSpPr>
        <p:spPr>
          <a:xfrm xmlns:a="http://schemas.openxmlformats.org/drawingml/2006/main">
            <a:off x="4672584" y="1810512"/>
            <a:ext cx="493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Brain</a:t>
            </a:r>
            <a:endParaRPr sz="820" b="0" i="0" u="none" cap="none">
              <a:solidFill>
                <a:schemeClr val="dk1"/>
              </a:solidFill>
              <a:latin typeface="Arial"/>
              <a:ea typeface="Arial"/>
              <a:cs typeface="Arial"/>
            </a:endParaRPr>
          </a:p>
        </p:txBody>
      </p:sp>
      <p:sp>
        <p:nvSpPr>
          <p:cNvPr id="3087" name="Google Shape;3087;p49">
            <a:extLst xmlns:a="http://schemas.openxmlformats.org/drawingml/2006/main">
              <a:ext uri="{FF2B5EF4-FFF2-40B4-BE49-F238E27FC236}">
                <a16:creationId xmlns:a16="http://schemas.microsoft.com/office/drawing/2014/main" id="{679F295C-8362-48F5-AB61-81B54BCB176F}"/>
              </a:ext>
            </a:extLst>
          </p:cNvPr>
          <p:cNvSpPr>
            <a:spLocks xmlns:a="http://schemas.openxmlformats.org/drawingml/2006/main" noGrp="1"/>
          </p:cNvSpPr>
          <p:nvPr/>
        </p:nvSpPr>
        <p:spPr>
          <a:xfrm xmlns:a="http://schemas.openxmlformats.org/drawingml/2006/main">
            <a:off x="5221224" y="1810512"/>
            <a:ext cx="3602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[2nd gen / firmware / battery]</a:t>
            </a:r>
            <a:endParaRPr sz="820" b="0" i="0" u="none" cap="none">
              <a:solidFill>
                <a:schemeClr val="dk1"/>
              </a:solidFill>
              <a:latin typeface="Arial"/>
              <a:ea typeface="Arial"/>
              <a:cs typeface="Arial"/>
            </a:endParaRPr>
          </a:p>
        </p:txBody>
      </p:sp>
      <p:cxnSp>
        <p:nvCxnSpPr>
          <p:cNvPr id="3420" name="Google Shape;3088;p49"/>
          <p:cNvCxnSpPr/>
          <p:nvPr/>
        </p:nvCxnSpPr>
        <p:spPr>
          <a:xfrm xmlns:a="http://schemas.openxmlformats.org/drawingml/2006/main">
            <a:off x="4617720" y="2212848"/>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89" name="Google Shape;3089;p49">
            <a:extLst xmlns:a="http://schemas.openxmlformats.org/drawingml/2006/main">
              <a:ext uri="{FF2B5EF4-FFF2-40B4-BE49-F238E27FC236}">
                <a16:creationId xmlns:a16="http://schemas.microsoft.com/office/drawing/2014/main" id="{C8383571-E7BA-4BB0-AF28-EFDFC6D61C7D}"/>
              </a:ext>
            </a:extLst>
          </p:cNvPr>
          <p:cNvSpPr>
            <a:spLocks xmlns:a="http://schemas.openxmlformats.org/drawingml/2006/main" noGrp="1"/>
          </p:cNvSpPr>
          <p:nvPr/>
        </p:nvSpPr>
        <p:spPr>
          <a:xfrm xmlns:a="http://schemas.openxmlformats.org/drawingml/2006/main">
            <a:off x="4672584" y="2011680"/>
            <a:ext cx="493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Controller</a:t>
            </a:r>
            <a:endParaRPr sz="820" b="0" i="0" u="none" cap="none">
              <a:solidFill>
                <a:schemeClr val="dk1"/>
              </a:solidFill>
              <a:latin typeface="Arial"/>
              <a:ea typeface="Arial"/>
              <a:cs typeface="Arial"/>
            </a:endParaRPr>
          </a:p>
        </p:txBody>
      </p:sp>
      <p:sp>
        <p:nvSpPr>
          <p:cNvPr id="3090" name="Google Shape;3090;p49">
            <a:extLst xmlns:a="http://schemas.openxmlformats.org/drawingml/2006/main">
              <a:ext uri="{FF2B5EF4-FFF2-40B4-BE49-F238E27FC236}">
                <a16:creationId xmlns:a16="http://schemas.microsoft.com/office/drawing/2014/main" id="{910D15EE-A9A9-42A4-BB38-95877538CCA0}"/>
              </a:ext>
            </a:extLst>
          </p:cNvPr>
          <p:cNvSpPr>
            <a:spLocks xmlns:a="http://schemas.openxmlformats.org/drawingml/2006/main" noGrp="1"/>
          </p:cNvSpPr>
          <p:nvPr/>
        </p:nvSpPr>
        <p:spPr>
          <a:xfrm xmlns:a="http://schemas.openxmlformats.org/drawingml/2006/main">
            <a:off x="5221224" y="2011680"/>
            <a:ext cx="3602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[paired / charged]</a:t>
            </a:r>
            <a:endParaRPr sz="820" b="0" i="0" u="none" cap="none">
              <a:solidFill>
                <a:schemeClr val="dk1"/>
              </a:solidFill>
              <a:latin typeface="Arial"/>
              <a:ea typeface="Arial"/>
              <a:cs typeface="Arial"/>
            </a:endParaRPr>
          </a:p>
        </p:txBody>
      </p:sp>
      <p:sp>
        <p:nvSpPr>
          <p:cNvPr id="3091" name="Google Shape;3091;p49">
            <a:extLst xmlns:a="http://schemas.openxmlformats.org/drawingml/2006/main">
              <a:ext uri="{FF2B5EF4-FFF2-40B4-BE49-F238E27FC236}">
                <a16:creationId xmlns:a16="http://schemas.microsoft.com/office/drawing/2014/main" id="{200D951A-355C-4A2B-8263-BD5CC8CFFD0B}"/>
              </a:ext>
            </a:extLst>
          </p:cNvPr>
          <p:cNvSpPr>
            <a:spLocks xmlns:a="http://schemas.openxmlformats.org/drawingml/2006/main" noGrp="1"/>
          </p:cNvSpPr>
          <p:nvPr/>
        </p:nvSpPr>
        <p:spPr>
          <a:xfrm xmlns:a="http://schemas.openxmlformats.org/drawingml/2006/main">
            <a:off x="4617720" y="2212848"/>
            <a:ext cx="420624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24" name="Google Shape;3092;p49"/>
          <p:cNvCxnSpPr/>
          <p:nvPr/>
        </p:nvCxnSpPr>
        <p:spPr>
          <a:xfrm xmlns:a="http://schemas.openxmlformats.org/drawingml/2006/main">
            <a:off x="4617720" y="2414016"/>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93" name="Google Shape;3093;p49">
            <a:extLst xmlns:a="http://schemas.openxmlformats.org/drawingml/2006/main">
              <a:ext uri="{FF2B5EF4-FFF2-40B4-BE49-F238E27FC236}">
                <a16:creationId xmlns:a16="http://schemas.microsoft.com/office/drawing/2014/main" id="{8B9A4DA9-29BF-4269-B674-1A4A20D7BB30}"/>
              </a:ext>
            </a:extLst>
          </p:cNvPr>
          <p:cNvSpPr>
            <a:spLocks xmlns:a="http://schemas.openxmlformats.org/drawingml/2006/main" noGrp="1"/>
          </p:cNvSpPr>
          <p:nvPr/>
        </p:nvSpPr>
        <p:spPr>
          <a:xfrm xmlns:a="http://schemas.openxmlformats.org/drawingml/2006/main">
            <a:off x="4672584" y="2212848"/>
            <a:ext cx="493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Project</a:t>
            </a:r>
            <a:endParaRPr sz="820" b="0" i="0" u="none" cap="none">
              <a:solidFill>
                <a:schemeClr val="dk1"/>
              </a:solidFill>
              <a:latin typeface="Arial"/>
              <a:ea typeface="Arial"/>
              <a:cs typeface="Arial"/>
            </a:endParaRPr>
          </a:p>
        </p:txBody>
      </p:sp>
      <p:sp>
        <p:nvSpPr>
          <p:cNvPr id="3094" name="Google Shape;3094;p49">
            <a:extLst xmlns:a="http://schemas.openxmlformats.org/drawingml/2006/main">
              <a:ext uri="{FF2B5EF4-FFF2-40B4-BE49-F238E27FC236}">
                <a16:creationId xmlns:a16="http://schemas.microsoft.com/office/drawing/2014/main" id="{06C1DC08-C4D9-4279-95B6-9988D2F96DFE}"/>
              </a:ext>
            </a:extLst>
          </p:cNvPr>
          <p:cNvSpPr>
            <a:spLocks xmlns:a="http://schemas.openxmlformats.org/drawingml/2006/main" noGrp="1"/>
          </p:cNvSpPr>
          <p:nvPr/>
        </p:nvSpPr>
        <p:spPr>
          <a:xfrm xmlns:a="http://schemas.openxmlformats.org/drawingml/2006/main">
            <a:off x="5221224" y="2212848"/>
            <a:ext cx="3602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[name / version]</a:t>
            </a:r>
            <a:endParaRPr sz="820" b="0" i="0" u="none" cap="none">
              <a:solidFill>
                <a:schemeClr val="dk1"/>
              </a:solidFill>
              <a:latin typeface="Arial"/>
              <a:ea typeface="Arial"/>
              <a:cs typeface="Arial"/>
            </a:endParaRPr>
          </a:p>
        </p:txBody>
      </p:sp>
      <p:cxnSp>
        <p:nvCxnSpPr>
          <p:cNvPr id="3427" name="Google Shape;3095;p49"/>
          <p:cNvCxnSpPr/>
          <p:nvPr/>
        </p:nvCxnSpPr>
        <p:spPr>
          <a:xfrm xmlns:a="http://schemas.openxmlformats.org/drawingml/2006/main">
            <a:off x="4617720" y="2615184"/>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096" name="Google Shape;3096;p49">
            <a:extLst xmlns:a="http://schemas.openxmlformats.org/drawingml/2006/main">
              <a:ext uri="{FF2B5EF4-FFF2-40B4-BE49-F238E27FC236}">
                <a16:creationId xmlns:a16="http://schemas.microsoft.com/office/drawing/2014/main" id="{43839EEE-4CB7-43B2-A283-3100E7D688C1}"/>
              </a:ext>
            </a:extLst>
          </p:cNvPr>
          <p:cNvSpPr>
            <a:spLocks xmlns:a="http://schemas.openxmlformats.org/drawingml/2006/main" noGrp="1"/>
          </p:cNvSpPr>
          <p:nvPr/>
        </p:nvSpPr>
        <p:spPr>
          <a:xfrm xmlns:a="http://schemas.openxmlformats.org/drawingml/2006/main">
            <a:off x="4672584" y="2414016"/>
            <a:ext cx="493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Team ID</a:t>
            </a:r>
            <a:endParaRPr sz="820" b="0" i="0" u="none" cap="none">
              <a:solidFill>
                <a:schemeClr val="dk1"/>
              </a:solidFill>
              <a:latin typeface="Arial"/>
              <a:ea typeface="Arial"/>
              <a:cs typeface="Arial"/>
            </a:endParaRPr>
          </a:p>
        </p:txBody>
      </p:sp>
      <p:sp>
        <p:nvSpPr>
          <p:cNvPr id="3097" name="Google Shape;3097;p49">
            <a:extLst xmlns:a="http://schemas.openxmlformats.org/drawingml/2006/main">
              <a:ext uri="{FF2B5EF4-FFF2-40B4-BE49-F238E27FC236}">
                <a16:creationId xmlns:a16="http://schemas.microsoft.com/office/drawing/2014/main" id="{F331CB5E-018E-45C3-864F-C11A89E756B2}"/>
              </a:ext>
            </a:extLst>
          </p:cNvPr>
          <p:cNvSpPr>
            <a:spLocks xmlns:a="http://schemas.openxmlformats.org/drawingml/2006/main" noGrp="1"/>
          </p:cNvSpPr>
          <p:nvPr/>
        </p:nvSpPr>
        <p:spPr>
          <a:xfrm xmlns:a="http://schemas.openxmlformats.org/drawingml/2006/main">
            <a:off x="5221224" y="2414016"/>
            <a:ext cx="3602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[number / plate color]</a:t>
            </a:r>
            <a:endParaRPr sz="820" b="0" i="0" u="none" cap="none">
              <a:solidFill>
                <a:schemeClr val="dk1"/>
              </a:solidFill>
              <a:latin typeface="Arial"/>
              <a:ea typeface="Arial"/>
              <a:cs typeface="Arial"/>
            </a:endParaRPr>
          </a:p>
        </p:txBody>
      </p:sp>
      <p:sp>
        <p:nvSpPr>
          <p:cNvPr id="3098" name="Google Shape;3098;p49">
            <a:extLst xmlns:a="http://schemas.openxmlformats.org/drawingml/2006/main">
              <a:ext uri="{FF2B5EF4-FFF2-40B4-BE49-F238E27FC236}">
                <a16:creationId xmlns:a16="http://schemas.microsoft.com/office/drawing/2014/main" id="{9F7E25F5-F9FB-4E42-B00A-B50D75C577C7}"/>
              </a:ext>
            </a:extLst>
          </p:cNvPr>
          <p:cNvSpPr>
            <a:spLocks xmlns:a="http://schemas.openxmlformats.org/drawingml/2006/main" noGrp="1"/>
          </p:cNvSpPr>
          <p:nvPr/>
        </p:nvSpPr>
        <p:spPr>
          <a:xfrm xmlns:a="http://schemas.openxmlformats.org/drawingml/2006/main">
            <a:off x="4617720" y="2615184"/>
            <a:ext cx="420624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31" name="Google Shape;3099;p49"/>
          <p:cNvCxnSpPr/>
          <p:nvPr/>
        </p:nvCxnSpPr>
        <p:spPr>
          <a:xfrm xmlns:a="http://schemas.openxmlformats.org/drawingml/2006/main">
            <a:off x="4617720" y="2816352"/>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00" name="Google Shape;3100;p49">
            <a:extLst xmlns:a="http://schemas.openxmlformats.org/drawingml/2006/main">
              <a:ext uri="{FF2B5EF4-FFF2-40B4-BE49-F238E27FC236}">
                <a16:creationId xmlns:a16="http://schemas.microsoft.com/office/drawing/2014/main" id="{4841C48F-C9F2-44A3-80BC-CEC6264D7A45}"/>
              </a:ext>
            </a:extLst>
          </p:cNvPr>
          <p:cNvSpPr>
            <a:spLocks xmlns:a="http://schemas.openxmlformats.org/drawingml/2006/main" noGrp="1"/>
          </p:cNvSpPr>
          <p:nvPr/>
        </p:nvSpPr>
        <p:spPr>
          <a:xfrm xmlns:a="http://schemas.openxmlformats.org/drawingml/2006/main">
            <a:off x="4672584" y="2615184"/>
            <a:ext cx="493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Notes</a:t>
            </a:r>
            <a:endParaRPr sz="820" b="0" i="0" u="none" cap="none">
              <a:solidFill>
                <a:schemeClr val="dk1"/>
              </a:solidFill>
              <a:latin typeface="Arial"/>
              <a:ea typeface="Arial"/>
              <a:cs typeface="Arial"/>
            </a:endParaRPr>
          </a:p>
        </p:txBody>
      </p:sp>
      <p:sp>
        <p:nvSpPr>
          <p:cNvPr id="3101" name="Google Shape;3101;p49">
            <a:extLst xmlns:a="http://schemas.openxmlformats.org/drawingml/2006/main">
              <a:ext uri="{FF2B5EF4-FFF2-40B4-BE49-F238E27FC236}">
                <a16:creationId xmlns:a16="http://schemas.microsoft.com/office/drawing/2014/main" id="{EA6624E4-C863-412C-81AD-96D70562E0BF}"/>
              </a:ext>
            </a:extLst>
          </p:cNvPr>
          <p:cNvSpPr>
            <a:spLocks xmlns:a="http://schemas.openxmlformats.org/drawingml/2006/main" noGrp="1"/>
          </p:cNvSpPr>
          <p:nvPr/>
        </p:nvSpPr>
        <p:spPr>
          <a:xfrm xmlns:a="http://schemas.openxmlformats.org/drawingml/2006/main">
            <a:off x="5221224" y="2615184"/>
            <a:ext cx="3602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[inspection-critical setup]</a:t>
            </a:r>
            <a:endParaRPr sz="820" b="0" i="0" u="none" cap="none">
              <a:solidFill>
                <a:schemeClr val="dk1"/>
              </a:solidFill>
              <a:latin typeface="Arial"/>
              <a:ea typeface="Arial"/>
              <a:cs typeface="Arial"/>
            </a:endParaRPr>
          </a:p>
        </p:txBody>
      </p:sp>
      <p:sp>
        <p:nvSpPr>
          <p:cNvPr id="3102" name="Google Shape;3102;p49">
            <a:extLst xmlns:a="http://schemas.openxmlformats.org/drawingml/2006/main">
              <a:ext uri="{FF2B5EF4-FFF2-40B4-BE49-F238E27FC236}">
                <a16:creationId xmlns:a16="http://schemas.microsoft.com/office/drawing/2014/main" id="{8F06C4F2-8C4B-46E2-A61E-68C05ACDA81D}"/>
              </a:ext>
            </a:extLst>
          </p:cNvPr>
          <p:cNvSpPr>
            <a:spLocks xmlns:a="http://schemas.openxmlformats.org/drawingml/2006/main" noGrp="1"/>
          </p:cNvSpPr>
          <p:nvPr/>
        </p:nvSpPr>
        <p:spPr>
          <a:xfrm xmlns:a="http://schemas.openxmlformats.org/drawingml/2006/main">
            <a:off x="4617720" y="1627632"/>
            <a:ext cx="420624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03" name="Google Shape;3103;p49">
            <a:extLst xmlns:a="http://schemas.openxmlformats.org/drawingml/2006/main">
              <a:ext uri="{FF2B5EF4-FFF2-40B4-BE49-F238E27FC236}">
                <a16:creationId xmlns:a16="http://schemas.microsoft.com/office/drawing/2014/main" id="{AB705E0F-C383-4330-B234-F90C07E6AD80}"/>
              </a:ext>
            </a:extLst>
          </p:cNvPr>
          <p:cNvSpPr>
            <a:spLocks xmlns:a="http://schemas.openxmlformats.org/drawingml/2006/main" noGrp="1"/>
          </p:cNvSpPr>
          <p:nvPr/>
        </p:nvSpPr>
        <p:spPr>
          <a:xfrm xmlns:a="http://schemas.openxmlformats.org/drawingml/2006/main">
            <a:off x="320040" y="2889504"/>
            <a:ext cx="41148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ROBOT LIMITS &amp; INSPECTION</a:t>
            </a:r>
            <a:endParaRPr sz="900" b="0" i="0" u="none" cap="none">
              <a:solidFill>
                <a:schemeClr val="dk1"/>
              </a:solidFill>
              <a:latin typeface="Arial"/>
              <a:ea typeface="Arial"/>
              <a:cs typeface="Arial"/>
            </a:endParaRPr>
          </a:p>
        </p:txBody>
      </p:sp>
      <p:sp>
        <p:nvSpPr>
          <p:cNvPr id="3104" name="Google Shape;3104;p49">
            <a:extLst xmlns:a="http://schemas.openxmlformats.org/drawingml/2006/main">
              <a:ext uri="{FF2B5EF4-FFF2-40B4-BE49-F238E27FC236}">
                <a16:creationId xmlns:a16="http://schemas.microsoft.com/office/drawing/2014/main" id="{0AEFF7CD-464D-4876-B4CD-E0398630555D}"/>
              </a:ext>
            </a:extLst>
          </p:cNvPr>
          <p:cNvSpPr>
            <a:spLocks xmlns:a="http://schemas.openxmlformats.org/drawingml/2006/main" noGrp="1"/>
          </p:cNvSpPr>
          <p:nvPr/>
        </p:nvSpPr>
        <p:spPr>
          <a:xfrm xmlns:a="http://schemas.openxmlformats.org/drawingml/2006/main">
            <a:off x="320040" y="3108960"/>
            <a:ext cx="4114800" cy="237744"/>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05" name="Google Shape;3105;p49">
            <a:extLst xmlns:a="http://schemas.openxmlformats.org/drawingml/2006/main">
              <a:ext uri="{FF2B5EF4-FFF2-40B4-BE49-F238E27FC236}">
                <a16:creationId xmlns:a16="http://schemas.microsoft.com/office/drawing/2014/main" id="{DD18D009-378E-4CEA-B1E3-B188080251B1}"/>
              </a:ext>
            </a:extLst>
          </p:cNvPr>
          <p:cNvSpPr>
            <a:spLocks xmlns:a="http://schemas.openxmlformats.org/drawingml/2006/main" noGrp="1"/>
          </p:cNvSpPr>
          <p:nvPr/>
        </p:nvSpPr>
        <p:spPr>
          <a:xfrm xmlns:a="http://schemas.openxmlformats.org/drawingml/2006/main">
            <a:off x="374904" y="3108960"/>
            <a:ext cx="13167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3106" name="Google Shape;3106;p49">
            <a:extLst xmlns:a="http://schemas.openxmlformats.org/drawingml/2006/main">
              <a:ext uri="{FF2B5EF4-FFF2-40B4-BE49-F238E27FC236}">
                <a16:creationId xmlns:a16="http://schemas.microsoft.com/office/drawing/2014/main" id="{1FE084F7-0F21-4A86-8660-95C68FA8DB13}"/>
              </a:ext>
            </a:extLst>
          </p:cNvPr>
          <p:cNvSpPr>
            <a:spLocks xmlns:a="http://schemas.openxmlformats.org/drawingml/2006/main" noGrp="1"/>
          </p:cNvSpPr>
          <p:nvPr/>
        </p:nvSpPr>
        <p:spPr>
          <a:xfrm xmlns:a="http://schemas.openxmlformats.org/drawingml/2006/main">
            <a:off x="1746504" y="3108960"/>
            <a:ext cx="26883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50"/>
              <a:buFont typeface="Arial"/>
              <a:buNone/>
            </a:pPr>
            <a:r>
              <a:t/>
            </a:r>
            <a:endParaRPr sz="850" b="0" i="0" u="none" cap="none">
              <a:solidFill>
                <a:schemeClr val="dk1"/>
              </a:solidFill>
              <a:latin typeface="Arial"/>
              <a:ea typeface="Arial"/>
              <a:cs typeface="Arial"/>
            </a:endParaRPr>
          </a:p>
        </p:txBody>
      </p:sp>
      <p:sp>
        <p:nvSpPr>
          <p:cNvPr id="3107" name="Google Shape;3107;p49">
            <a:extLst xmlns:a="http://schemas.openxmlformats.org/drawingml/2006/main">
              <a:ext uri="{FF2B5EF4-FFF2-40B4-BE49-F238E27FC236}">
                <a16:creationId xmlns:a16="http://schemas.microsoft.com/office/drawing/2014/main" id="{14EDB967-6DFC-49B0-888B-DFBCF056FF52}"/>
              </a:ext>
            </a:extLst>
          </p:cNvPr>
          <p:cNvSpPr>
            <a:spLocks xmlns:a="http://schemas.openxmlformats.org/drawingml/2006/main" noGrp="1"/>
          </p:cNvSpPr>
          <p:nvPr/>
        </p:nvSpPr>
        <p:spPr>
          <a:xfrm xmlns:a="http://schemas.openxmlformats.org/drawingml/2006/main">
            <a:off x="320040" y="3346704"/>
            <a:ext cx="4114800" cy="15361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40" name="Google Shape;3108;p49"/>
          <p:cNvCxnSpPr/>
          <p:nvPr/>
        </p:nvCxnSpPr>
        <p:spPr>
          <a:xfrm xmlns:a="http://schemas.openxmlformats.org/drawingml/2006/main">
            <a:off x="320040" y="3500323"/>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09" name="Google Shape;3109;p49">
            <a:extLst xmlns:a="http://schemas.openxmlformats.org/drawingml/2006/main">
              <a:ext uri="{FF2B5EF4-FFF2-40B4-BE49-F238E27FC236}">
                <a16:creationId xmlns:a16="http://schemas.microsoft.com/office/drawing/2014/main" id="{FCD045EF-1F81-43F5-B235-6BB9C6C552E6}"/>
              </a:ext>
            </a:extLst>
          </p:cNvPr>
          <p:cNvSpPr>
            <a:spLocks xmlns:a="http://schemas.openxmlformats.org/drawingml/2006/main" noGrp="1"/>
          </p:cNvSpPr>
          <p:nvPr/>
        </p:nvSpPr>
        <p:spPr>
          <a:xfrm xmlns:a="http://schemas.openxmlformats.org/drawingml/2006/main">
            <a:off x="374904" y="3346704"/>
            <a:ext cx="13167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Smart Motors</a:t>
            </a:r>
            <a:endParaRPr sz="820" b="0" i="0" u="none" cap="none">
              <a:solidFill>
                <a:schemeClr val="dk1"/>
              </a:solidFill>
              <a:latin typeface="Arial"/>
              <a:ea typeface="Arial"/>
              <a:cs typeface="Arial"/>
            </a:endParaRPr>
          </a:p>
        </p:txBody>
      </p:sp>
      <p:sp>
        <p:nvSpPr>
          <p:cNvPr id="3110" name="Google Shape;3110;p49">
            <a:extLst xmlns:a="http://schemas.openxmlformats.org/drawingml/2006/main">
              <a:ext uri="{FF2B5EF4-FFF2-40B4-BE49-F238E27FC236}">
                <a16:creationId xmlns:a16="http://schemas.microsoft.com/office/drawing/2014/main" id="{E0CCC9E2-7D11-4997-9380-1F3098D08822}"/>
              </a:ext>
            </a:extLst>
          </p:cNvPr>
          <p:cNvSpPr>
            <a:spLocks xmlns:a="http://schemas.openxmlformats.org/drawingml/2006/main" noGrp="1"/>
          </p:cNvSpPr>
          <p:nvPr/>
        </p:nvSpPr>
        <p:spPr>
          <a:xfrm xmlns:a="http://schemas.openxmlformats.org/drawingml/2006/main">
            <a:off x="1746504" y="3346704"/>
            <a:ext cx="26883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 max 6]</a:t>
            </a:r>
            <a:endParaRPr sz="820" b="0" i="0" u="none" cap="none">
              <a:solidFill>
                <a:schemeClr val="dk1"/>
              </a:solidFill>
              <a:latin typeface="Arial"/>
              <a:ea typeface="Arial"/>
              <a:cs typeface="Arial"/>
            </a:endParaRPr>
          </a:p>
        </p:txBody>
      </p:sp>
      <p:cxnSp>
        <p:nvCxnSpPr>
          <p:cNvPr id="3443" name="Google Shape;3111;p49"/>
          <p:cNvCxnSpPr/>
          <p:nvPr/>
        </p:nvCxnSpPr>
        <p:spPr>
          <a:xfrm xmlns:a="http://schemas.openxmlformats.org/drawingml/2006/main">
            <a:off x="320040" y="365394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12" name="Google Shape;3112;p49">
            <a:extLst xmlns:a="http://schemas.openxmlformats.org/drawingml/2006/main">
              <a:ext uri="{FF2B5EF4-FFF2-40B4-BE49-F238E27FC236}">
                <a16:creationId xmlns:a16="http://schemas.microsoft.com/office/drawing/2014/main" id="{19E8BF4D-5FCB-46A2-AF88-3FDBEFAC9B0A}"/>
              </a:ext>
            </a:extLst>
          </p:cNvPr>
          <p:cNvSpPr>
            <a:spLocks xmlns:a="http://schemas.openxmlformats.org/drawingml/2006/main" noGrp="1"/>
          </p:cNvSpPr>
          <p:nvPr/>
        </p:nvSpPr>
        <p:spPr>
          <a:xfrm xmlns:a="http://schemas.openxmlformats.org/drawingml/2006/main">
            <a:off x="374904" y="3500323"/>
            <a:ext cx="13167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Battery</a:t>
            </a:r>
            <a:endParaRPr sz="820" b="0" i="0" u="none" cap="none">
              <a:solidFill>
                <a:schemeClr val="dk1"/>
              </a:solidFill>
              <a:latin typeface="Arial"/>
              <a:ea typeface="Arial"/>
              <a:cs typeface="Arial"/>
            </a:endParaRPr>
          </a:p>
        </p:txBody>
      </p:sp>
      <p:sp>
        <p:nvSpPr>
          <p:cNvPr id="3113" name="Google Shape;3113;p49">
            <a:extLst xmlns:a="http://schemas.openxmlformats.org/drawingml/2006/main">
              <a:ext uri="{FF2B5EF4-FFF2-40B4-BE49-F238E27FC236}">
                <a16:creationId xmlns:a16="http://schemas.microsoft.com/office/drawing/2014/main" id="{44783221-A561-4F91-BAC2-60DF4728E9AE}"/>
              </a:ext>
            </a:extLst>
          </p:cNvPr>
          <p:cNvSpPr>
            <a:spLocks xmlns:a="http://schemas.openxmlformats.org/drawingml/2006/main" noGrp="1"/>
          </p:cNvSpPr>
          <p:nvPr/>
        </p:nvSpPr>
        <p:spPr>
          <a:xfrm xmlns:a="http://schemas.openxmlformats.org/drawingml/2006/main">
            <a:off x="1746504" y="3500323"/>
            <a:ext cx="26883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[1 installed]</a:t>
            </a:r>
            <a:endParaRPr sz="820" b="0" i="0" u="none" cap="none">
              <a:solidFill>
                <a:schemeClr val="dk1"/>
              </a:solidFill>
              <a:latin typeface="Arial"/>
              <a:ea typeface="Arial"/>
              <a:cs typeface="Arial"/>
            </a:endParaRPr>
          </a:p>
        </p:txBody>
      </p:sp>
      <p:sp>
        <p:nvSpPr>
          <p:cNvPr id="3114" name="Google Shape;3114;p49">
            <a:extLst xmlns:a="http://schemas.openxmlformats.org/drawingml/2006/main">
              <a:ext uri="{FF2B5EF4-FFF2-40B4-BE49-F238E27FC236}">
                <a16:creationId xmlns:a16="http://schemas.microsoft.com/office/drawing/2014/main" id="{4898DAEB-9E7A-41E4-849B-C59F63F96FDB}"/>
              </a:ext>
            </a:extLst>
          </p:cNvPr>
          <p:cNvSpPr>
            <a:spLocks xmlns:a="http://schemas.openxmlformats.org/drawingml/2006/main" noGrp="1"/>
          </p:cNvSpPr>
          <p:nvPr/>
        </p:nvSpPr>
        <p:spPr>
          <a:xfrm xmlns:a="http://schemas.openxmlformats.org/drawingml/2006/main">
            <a:off x="320040" y="3653942"/>
            <a:ext cx="4114800" cy="15361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47" name="Google Shape;3115;p49"/>
          <p:cNvCxnSpPr/>
          <p:nvPr/>
        </p:nvCxnSpPr>
        <p:spPr>
          <a:xfrm xmlns:a="http://schemas.openxmlformats.org/drawingml/2006/main">
            <a:off x="320040" y="380756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16" name="Google Shape;3116;p49">
            <a:extLst xmlns:a="http://schemas.openxmlformats.org/drawingml/2006/main">
              <a:ext uri="{FF2B5EF4-FFF2-40B4-BE49-F238E27FC236}">
                <a16:creationId xmlns:a16="http://schemas.microsoft.com/office/drawing/2014/main" id="{F65C25FE-192D-48F3-8CBD-355ECD9DBE97}"/>
              </a:ext>
            </a:extLst>
          </p:cNvPr>
          <p:cNvSpPr>
            <a:spLocks xmlns:a="http://schemas.openxmlformats.org/drawingml/2006/main" noGrp="1"/>
          </p:cNvSpPr>
          <p:nvPr/>
        </p:nvSpPr>
        <p:spPr>
          <a:xfrm xmlns:a="http://schemas.openxmlformats.org/drawingml/2006/main">
            <a:off x="374904" y="3653942"/>
            <a:ext cx="13167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Controller</a:t>
            </a:r>
            <a:endParaRPr sz="820" b="0" i="0" u="none" cap="none">
              <a:solidFill>
                <a:schemeClr val="dk1"/>
              </a:solidFill>
              <a:latin typeface="Arial"/>
              <a:ea typeface="Arial"/>
              <a:cs typeface="Arial"/>
            </a:endParaRPr>
          </a:p>
        </p:txBody>
      </p:sp>
      <p:sp>
        <p:nvSpPr>
          <p:cNvPr id="3117" name="Google Shape;3117;p49">
            <a:extLst xmlns:a="http://schemas.openxmlformats.org/drawingml/2006/main">
              <a:ext uri="{FF2B5EF4-FFF2-40B4-BE49-F238E27FC236}">
                <a16:creationId xmlns:a16="http://schemas.microsoft.com/office/drawing/2014/main" id="{47C1D85D-785A-40FA-BB4F-5C6341EA6EB8}"/>
              </a:ext>
            </a:extLst>
          </p:cNvPr>
          <p:cNvSpPr>
            <a:spLocks xmlns:a="http://schemas.openxmlformats.org/drawingml/2006/main" noGrp="1"/>
          </p:cNvSpPr>
          <p:nvPr/>
        </p:nvSpPr>
        <p:spPr>
          <a:xfrm xmlns:a="http://schemas.openxmlformats.org/drawingml/2006/main">
            <a:off x="1746504" y="3653942"/>
            <a:ext cx="26883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[1 paired]</a:t>
            </a:r>
            <a:endParaRPr sz="820" b="0" i="0" u="none" cap="none">
              <a:solidFill>
                <a:schemeClr val="dk1"/>
              </a:solidFill>
              <a:latin typeface="Arial"/>
              <a:ea typeface="Arial"/>
              <a:cs typeface="Arial"/>
            </a:endParaRPr>
          </a:p>
        </p:txBody>
      </p:sp>
      <p:cxnSp>
        <p:nvCxnSpPr>
          <p:cNvPr id="3450" name="Google Shape;3118;p49"/>
          <p:cNvCxnSpPr/>
          <p:nvPr/>
        </p:nvCxnSpPr>
        <p:spPr>
          <a:xfrm xmlns:a="http://schemas.openxmlformats.org/drawingml/2006/main">
            <a:off x="320040" y="396118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19" name="Google Shape;3119;p49">
            <a:extLst xmlns:a="http://schemas.openxmlformats.org/drawingml/2006/main">
              <a:ext uri="{FF2B5EF4-FFF2-40B4-BE49-F238E27FC236}">
                <a16:creationId xmlns:a16="http://schemas.microsoft.com/office/drawing/2014/main" id="{EBECE711-7B7B-46CB-B992-EB78AD0AC10E}"/>
              </a:ext>
            </a:extLst>
          </p:cNvPr>
          <p:cNvSpPr>
            <a:spLocks xmlns:a="http://schemas.openxmlformats.org/drawingml/2006/main" noGrp="1"/>
          </p:cNvSpPr>
          <p:nvPr/>
        </p:nvSpPr>
        <p:spPr>
          <a:xfrm xmlns:a="http://schemas.openxmlformats.org/drawingml/2006/main">
            <a:off x="374904" y="3807562"/>
            <a:ext cx="13167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Start size</a:t>
            </a:r>
            <a:endParaRPr sz="820" b="0" i="0" u="none" cap="none">
              <a:solidFill>
                <a:schemeClr val="dk1"/>
              </a:solidFill>
              <a:latin typeface="Arial"/>
              <a:ea typeface="Arial"/>
              <a:cs typeface="Arial"/>
            </a:endParaRPr>
          </a:p>
        </p:txBody>
      </p:sp>
      <p:sp>
        <p:nvSpPr>
          <p:cNvPr id="3120" name="Google Shape;3120;p49">
            <a:extLst xmlns:a="http://schemas.openxmlformats.org/drawingml/2006/main">
              <a:ext uri="{FF2B5EF4-FFF2-40B4-BE49-F238E27FC236}">
                <a16:creationId xmlns:a16="http://schemas.microsoft.com/office/drawing/2014/main" id="{7263657F-D5BD-457F-841F-25C01423484C}"/>
              </a:ext>
            </a:extLst>
          </p:cNvPr>
          <p:cNvSpPr>
            <a:spLocks xmlns:a="http://schemas.openxmlformats.org/drawingml/2006/main" noGrp="1"/>
          </p:cNvSpPr>
          <p:nvPr/>
        </p:nvSpPr>
        <p:spPr>
          <a:xfrm xmlns:a="http://schemas.openxmlformats.org/drawingml/2006/main">
            <a:off x="1746504" y="3807562"/>
            <a:ext cx="26883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[11" × 20" × 15"]</a:t>
            </a:r>
            <a:endParaRPr sz="820" b="0" i="0" u="none" cap="none">
              <a:solidFill>
                <a:schemeClr val="dk1"/>
              </a:solidFill>
              <a:latin typeface="Arial"/>
              <a:ea typeface="Arial"/>
              <a:cs typeface="Arial"/>
            </a:endParaRPr>
          </a:p>
        </p:txBody>
      </p:sp>
      <p:sp>
        <p:nvSpPr>
          <p:cNvPr id="3121" name="Google Shape;3121;p49">
            <a:extLst xmlns:a="http://schemas.openxmlformats.org/drawingml/2006/main">
              <a:ext uri="{FF2B5EF4-FFF2-40B4-BE49-F238E27FC236}">
                <a16:creationId xmlns:a16="http://schemas.microsoft.com/office/drawing/2014/main" id="{93676305-AF1B-4779-B1ED-BE26B3DDED4A}"/>
              </a:ext>
            </a:extLst>
          </p:cNvPr>
          <p:cNvSpPr>
            <a:spLocks xmlns:a="http://schemas.openxmlformats.org/drawingml/2006/main" noGrp="1"/>
          </p:cNvSpPr>
          <p:nvPr/>
        </p:nvSpPr>
        <p:spPr>
          <a:xfrm xmlns:a="http://schemas.openxmlformats.org/drawingml/2006/main">
            <a:off x="320040" y="3961181"/>
            <a:ext cx="4114800" cy="15361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54" name="Google Shape;3122;p49"/>
          <p:cNvCxnSpPr/>
          <p:nvPr/>
        </p:nvCxnSpPr>
        <p:spPr>
          <a:xfrm xmlns:a="http://schemas.openxmlformats.org/drawingml/2006/main">
            <a:off x="320040" y="4114800"/>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23" name="Google Shape;3123;p49">
            <a:extLst xmlns:a="http://schemas.openxmlformats.org/drawingml/2006/main">
              <a:ext uri="{FF2B5EF4-FFF2-40B4-BE49-F238E27FC236}">
                <a16:creationId xmlns:a16="http://schemas.microsoft.com/office/drawing/2014/main" id="{73C14610-EEE6-4128-A630-E2AAEDD89ADD}"/>
              </a:ext>
            </a:extLst>
          </p:cNvPr>
          <p:cNvSpPr>
            <a:spLocks xmlns:a="http://schemas.openxmlformats.org/drawingml/2006/main" noGrp="1"/>
          </p:cNvSpPr>
          <p:nvPr/>
        </p:nvSpPr>
        <p:spPr>
          <a:xfrm xmlns:a="http://schemas.openxmlformats.org/drawingml/2006/main">
            <a:off x="374904" y="3961181"/>
            <a:ext cx="13167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License plates</a:t>
            </a:r>
            <a:endParaRPr sz="820" b="0" i="0" u="none" cap="none">
              <a:solidFill>
                <a:schemeClr val="dk1"/>
              </a:solidFill>
              <a:latin typeface="Arial"/>
              <a:ea typeface="Arial"/>
              <a:cs typeface="Arial"/>
            </a:endParaRPr>
          </a:p>
        </p:txBody>
      </p:sp>
      <p:sp>
        <p:nvSpPr>
          <p:cNvPr id="3124" name="Google Shape;3124;p49">
            <a:extLst xmlns:a="http://schemas.openxmlformats.org/drawingml/2006/main">
              <a:ext uri="{FF2B5EF4-FFF2-40B4-BE49-F238E27FC236}">
                <a16:creationId xmlns:a16="http://schemas.microsoft.com/office/drawing/2014/main" id="{10116044-7AC5-4242-A5E0-E1DD289C08E4}"/>
              </a:ext>
            </a:extLst>
          </p:cNvPr>
          <p:cNvSpPr>
            <a:spLocks xmlns:a="http://schemas.openxmlformats.org/drawingml/2006/main" noGrp="1"/>
          </p:cNvSpPr>
          <p:nvPr/>
        </p:nvSpPr>
        <p:spPr>
          <a:xfrm xmlns:a="http://schemas.openxmlformats.org/drawingml/2006/main">
            <a:off x="1746504" y="3961181"/>
            <a:ext cx="2688336" cy="1536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[team number + correct color]</a:t>
            </a:r>
            <a:endParaRPr sz="820" b="0" i="0" u="none" cap="none">
              <a:solidFill>
                <a:schemeClr val="dk1"/>
              </a:solidFill>
              <a:latin typeface="Arial"/>
              <a:ea typeface="Arial"/>
              <a:cs typeface="Arial"/>
            </a:endParaRPr>
          </a:p>
        </p:txBody>
      </p:sp>
      <p:sp>
        <p:nvSpPr>
          <p:cNvPr id="3125" name="Google Shape;3125;p49">
            <a:extLst xmlns:a="http://schemas.openxmlformats.org/drawingml/2006/main">
              <a:ext uri="{FF2B5EF4-FFF2-40B4-BE49-F238E27FC236}">
                <a16:creationId xmlns:a16="http://schemas.microsoft.com/office/drawing/2014/main" id="{DB37BF3F-D658-4726-B334-3195CA79664F}"/>
              </a:ext>
            </a:extLst>
          </p:cNvPr>
          <p:cNvSpPr>
            <a:spLocks xmlns:a="http://schemas.openxmlformats.org/drawingml/2006/main" noGrp="1"/>
          </p:cNvSpPr>
          <p:nvPr/>
        </p:nvSpPr>
        <p:spPr>
          <a:xfrm xmlns:a="http://schemas.openxmlformats.org/drawingml/2006/main">
            <a:off x="320040" y="3108960"/>
            <a:ext cx="4114800" cy="10058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26" name="Google Shape;3126;p49">
            <a:extLst xmlns:a="http://schemas.openxmlformats.org/drawingml/2006/main">
              <a:ext uri="{FF2B5EF4-FFF2-40B4-BE49-F238E27FC236}">
                <a16:creationId xmlns:a16="http://schemas.microsoft.com/office/drawing/2014/main" id="{D801FF3D-D541-4C31-828F-284BA1899EC2}"/>
              </a:ext>
            </a:extLst>
          </p:cNvPr>
          <p:cNvSpPr>
            <a:spLocks xmlns:a="http://schemas.openxmlformats.org/drawingml/2006/main" noGrp="1"/>
          </p:cNvSpPr>
          <p:nvPr/>
        </p:nvSpPr>
        <p:spPr>
          <a:xfrm xmlns:a="http://schemas.openxmlformats.org/drawingml/2006/main">
            <a:off x="4617720" y="2889504"/>
            <a:ext cx="4206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SPECIAL SYSTEMS</a:t>
            </a:r>
            <a:endParaRPr sz="900" b="0" i="0" u="none" cap="none">
              <a:solidFill>
                <a:schemeClr val="dk1"/>
              </a:solidFill>
              <a:latin typeface="Arial"/>
              <a:ea typeface="Arial"/>
              <a:cs typeface="Arial"/>
            </a:endParaRPr>
          </a:p>
        </p:txBody>
      </p:sp>
      <p:sp>
        <p:nvSpPr>
          <p:cNvPr id="3127" name="Google Shape;3127;p49">
            <a:extLst xmlns:a="http://schemas.openxmlformats.org/drawingml/2006/main">
              <a:ext uri="{FF2B5EF4-FFF2-40B4-BE49-F238E27FC236}">
                <a16:creationId xmlns:a16="http://schemas.microsoft.com/office/drawing/2014/main" id="{3F4B1D08-ACA2-47B3-9033-C95D81AA3FDF}"/>
              </a:ext>
            </a:extLst>
          </p:cNvPr>
          <p:cNvSpPr>
            <a:spLocks xmlns:a="http://schemas.openxmlformats.org/drawingml/2006/main" noGrp="1"/>
          </p:cNvSpPr>
          <p:nvPr/>
        </p:nvSpPr>
        <p:spPr>
          <a:xfrm xmlns:a="http://schemas.openxmlformats.org/drawingml/2006/main">
            <a:off x="4617720" y="3108960"/>
            <a:ext cx="420624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28" name="Google Shape;3128;p49">
            <a:extLst xmlns:a="http://schemas.openxmlformats.org/drawingml/2006/main">
              <a:ext uri="{FF2B5EF4-FFF2-40B4-BE49-F238E27FC236}">
                <a16:creationId xmlns:a16="http://schemas.microsoft.com/office/drawing/2014/main" id="{5A48C814-E157-4B3F-AE79-CC2859679B69}"/>
              </a:ext>
            </a:extLst>
          </p:cNvPr>
          <p:cNvSpPr>
            <a:spLocks xmlns:a="http://schemas.openxmlformats.org/drawingml/2006/main" noGrp="1"/>
          </p:cNvSpPr>
          <p:nvPr/>
        </p:nvSpPr>
        <p:spPr>
          <a:xfrm xmlns:a="http://schemas.openxmlformats.org/drawingml/2006/main">
            <a:off x="4672584" y="3108960"/>
            <a:ext cx="10424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System</a:t>
            </a:r>
            <a:endParaRPr sz="850" b="0" i="0" u="none" cap="none">
              <a:solidFill>
                <a:schemeClr val="dk1"/>
              </a:solidFill>
              <a:latin typeface="Arial"/>
              <a:ea typeface="Arial"/>
              <a:cs typeface="Arial"/>
            </a:endParaRPr>
          </a:p>
        </p:txBody>
      </p:sp>
      <p:sp>
        <p:nvSpPr>
          <p:cNvPr id="3129" name="Google Shape;3129;p49">
            <a:extLst xmlns:a="http://schemas.openxmlformats.org/drawingml/2006/main">
              <a:ext uri="{FF2B5EF4-FFF2-40B4-BE49-F238E27FC236}">
                <a16:creationId xmlns:a16="http://schemas.microsoft.com/office/drawing/2014/main" id="{89B69468-6E8F-4061-8209-C3F9171010BC}"/>
              </a:ext>
            </a:extLst>
          </p:cNvPr>
          <p:cNvSpPr>
            <a:spLocks xmlns:a="http://schemas.openxmlformats.org/drawingml/2006/main" noGrp="1"/>
          </p:cNvSpPr>
          <p:nvPr/>
        </p:nvSpPr>
        <p:spPr>
          <a:xfrm xmlns:a="http://schemas.openxmlformats.org/drawingml/2006/main">
            <a:off x="5769864" y="3108960"/>
            <a:ext cx="232257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Config / Mount</a:t>
            </a:r>
            <a:endParaRPr sz="850" b="0" i="0" u="none" cap="none">
              <a:solidFill>
                <a:schemeClr val="dk1"/>
              </a:solidFill>
              <a:latin typeface="Arial"/>
              <a:ea typeface="Arial"/>
              <a:cs typeface="Arial"/>
            </a:endParaRPr>
          </a:p>
        </p:txBody>
      </p:sp>
      <p:sp>
        <p:nvSpPr>
          <p:cNvPr id="3130" name="Google Shape;3130;p49">
            <a:extLst xmlns:a="http://schemas.openxmlformats.org/drawingml/2006/main">
              <a:ext uri="{FF2B5EF4-FFF2-40B4-BE49-F238E27FC236}">
                <a16:creationId xmlns:a16="http://schemas.microsoft.com/office/drawing/2014/main" id="{078FA3D8-469B-4466-BFA3-7033C7DCEF2A}"/>
              </a:ext>
            </a:extLst>
          </p:cNvPr>
          <p:cNvSpPr>
            <a:spLocks xmlns:a="http://schemas.openxmlformats.org/drawingml/2006/main" noGrp="1"/>
          </p:cNvSpPr>
          <p:nvPr/>
        </p:nvSpPr>
        <p:spPr>
          <a:xfrm xmlns:a="http://schemas.openxmlformats.org/drawingml/2006/main">
            <a:off x="8147304" y="3108960"/>
            <a:ext cx="6766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Used</a:t>
            </a:r>
            <a:endParaRPr sz="850" b="0" i="0" u="none" cap="none">
              <a:solidFill>
                <a:schemeClr val="dk1"/>
              </a:solidFill>
              <a:latin typeface="Arial"/>
              <a:ea typeface="Arial"/>
              <a:cs typeface="Arial"/>
            </a:endParaRPr>
          </a:p>
        </p:txBody>
      </p:sp>
      <p:sp>
        <p:nvSpPr>
          <p:cNvPr id="3131" name="Google Shape;3131;p49">
            <a:extLst xmlns:a="http://schemas.openxmlformats.org/drawingml/2006/main">
              <a:ext uri="{FF2B5EF4-FFF2-40B4-BE49-F238E27FC236}">
                <a16:creationId xmlns:a16="http://schemas.microsoft.com/office/drawing/2014/main" id="{55202D3E-474A-49AD-9115-CED1B5988FA1}"/>
              </a:ext>
            </a:extLst>
          </p:cNvPr>
          <p:cNvSpPr>
            <a:spLocks xmlns:a="http://schemas.openxmlformats.org/drawingml/2006/main" noGrp="1"/>
          </p:cNvSpPr>
          <p:nvPr/>
        </p:nvSpPr>
        <p:spPr>
          <a:xfrm xmlns:a="http://schemas.openxmlformats.org/drawingml/2006/main">
            <a:off x="4617720" y="3291840"/>
            <a:ext cx="4206240" cy="1645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64" name="Google Shape;3132;p49"/>
          <p:cNvCxnSpPr/>
          <p:nvPr/>
        </p:nvCxnSpPr>
        <p:spPr>
          <a:xfrm xmlns:a="http://schemas.openxmlformats.org/drawingml/2006/main">
            <a:off x="4617720" y="3456432"/>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33" name="Google Shape;3133;p49">
            <a:extLst xmlns:a="http://schemas.openxmlformats.org/drawingml/2006/main">
              <a:ext uri="{FF2B5EF4-FFF2-40B4-BE49-F238E27FC236}">
                <a16:creationId xmlns:a16="http://schemas.microsoft.com/office/drawing/2014/main" id="{B53638E8-897A-4CDD-8D39-E9DDEFF4B165}"/>
              </a:ext>
            </a:extLst>
          </p:cNvPr>
          <p:cNvSpPr>
            <a:spLocks xmlns:a="http://schemas.openxmlformats.org/drawingml/2006/main" noGrp="1"/>
          </p:cNvSpPr>
          <p:nvPr/>
        </p:nvSpPr>
        <p:spPr>
          <a:xfrm xmlns:a="http://schemas.openxmlformats.org/drawingml/2006/main">
            <a:off x="4672584" y="3291840"/>
            <a:ext cx="104241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Distance Sensor</a:t>
            </a:r>
            <a:endParaRPr sz="820" b="0" i="0" u="none" cap="none">
              <a:solidFill>
                <a:schemeClr val="dk1"/>
              </a:solidFill>
              <a:latin typeface="Arial"/>
              <a:ea typeface="Arial"/>
              <a:cs typeface="Arial"/>
            </a:endParaRPr>
          </a:p>
        </p:txBody>
      </p:sp>
      <p:sp>
        <p:nvSpPr>
          <p:cNvPr id="3134" name="Google Shape;3134;p49">
            <a:extLst xmlns:a="http://schemas.openxmlformats.org/drawingml/2006/main">
              <a:ext uri="{FF2B5EF4-FFF2-40B4-BE49-F238E27FC236}">
                <a16:creationId xmlns:a16="http://schemas.microsoft.com/office/drawing/2014/main" id="{A7E044D2-9B25-451A-9E62-8EB85F1D08D0}"/>
              </a:ext>
            </a:extLst>
          </p:cNvPr>
          <p:cNvSpPr>
            <a:spLocks xmlns:a="http://schemas.openxmlformats.org/drawingml/2006/main" noGrp="1"/>
          </p:cNvSpPr>
          <p:nvPr/>
        </p:nvSpPr>
        <p:spPr>
          <a:xfrm xmlns:a="http://schemas.openxmlformats.org/drawingml/2006/main">
            <a:off x="5769864" y="3291840"/>
            <a:ext cx="232257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[port + purpose]</a:t>
            </a:r>
            <a:endParaRPr sz="820" b="0" i="0" u="none" cap="none">
              <a:solidFill>
                <a:schemeClr val="dk1"/>
              </a:solidFill>
              <a:latin typeface="Arial"/>
              <a:ea typeface="Arial"/>
              <a:cs typeface="Arial"/>
            </a:endParaRPr>
          </a:p>
        </p:txBody>
      </p:sp>
      <p:sp>
        <p:nvSpPr>
          <p:cNvPr id="3135" name="Google Shape;3135;p49">
            <a:extLst xmlns:a="http://schemas.openxmlformats.org/drawingml/2006/main">
              <a:ext uri="{FF2B5EF4-FFF2-40B4-BE49-F238E27FC236}">
                <a16:creationId xmlns:a16="http://schemas.microsoft.com/office/drawing/2014/main" id="{B1279152-A8A2-41AA-AD85-2BC93D447B0F}"/>
              </a:ext>
            </a:extLst>
          </p:cNvPr>
          <p:cNvSpPr>
            <a:spLocks xmlns:a="http://schemas.openxmlformats.org/drawingml/2006/main" noGrp="1"/>
          </p:cNvSpPr>
          <p:nvPr/>
        </p:nvSpPr>
        <p:spPr>
          <a:xfrm xmlns:a="http://schemas.openxmlformats.org/drawingml/2006/main">
            <a:off x="8147304" y="3291840"/>
            <a:ext cx="676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[Y/N]</a:t>
            </a:r>
            <a:endParaRPr sz="820" b="0" i="0" u="none" cap="none">
              <a:solidFill>
                <a:schemeClr val="dk1"/>
              </a:solidFill>
              <a:latin typeface="Arial"/>
              <a:ea typeface="Arial"/>
              <a:cs typeface="Arial"/>
            </a:endParaRPr>
          </a:p>
        </p:txBody>
      </p:sp>
      <p:cxnSp>
        <p:nvCxnSpPr>
          <p:cNvPr id="3468" name="Google Shape;3136;p49"/>
          <p:cNvCxnSpPr/>
          <p:nvPr/>
        </p:nvCxnSpPr>
        <p:spPr>
          <a:xfrm xmlns:a="http://schemas.openxmlformats.org/drawingml/2006/main">
            <a:off x="4617720" y="3621024"/>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37" name="Google Shape;3137;p49">
            <a:extLst xmlns:a="http://schemas.openxmlformats.org/drawingml/2006/main">
              <a:ext uri="{FF2B5EF4-FFF2-40B4-BE49-F238E27FC236}">
                <a16:creationId xmlns:a16="http://schemas.microsoft.com/office/drawing/2014/main" id="{24CC4B11-01AB-4134-84B2-08580D5AB2ED}"/>
              </a:ext>
            </a:extLst>
          </p:cNvPr>
          <p:cNvSpPr>
            <a:spLocks xmlns:a="http://schemas.openxmlformats.org/drawingml/2006/main" noGrp="1"/>
          </p:cNvSpPr>
          <p:nvPr/>
        </p:nvSpPr>
        <p:spPr>
          <a:xfrm xmlns:a="http://schemas.openxmlformats.org/drawingml/2006/main">
            <a:off x="4672584" y="3456432"/>
            <a:ext cx="104241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Optical Sensor</a:t>
            </a:r>
            <a:endParaRPr sz="820" b="0" i="0" u="none" cap="none">
              <a:solidFill>
                <a:schemeClr val="dk1"/>
              </a:solidFill>
              <a:latin typeface="Arial"/>
              <a:ea typeface="Arial"/>
              <a:cs typeface="Arial"/>
            </a:endParaRPr>
          </a:p>
        </p:txBody>
      </p:sp>
      <p:sp>
        <p:nvSpPr>
          <p:cNvPr id="3138" name="Google Shape;3138;p49">
            <a:extLst xmlns:a="http://schemas.openxmlformats.org/drawingml/2006/main">
              <a:ext uri="{FF2B5EF4-FFF2-40B4-BE49-F238E27FC236}">
                <a16:creationId xmlns:a16="http://schemas.microsoft.com/office/drawing/2014/main" id="{CC3D7DC4-F726-4D27-82CC-7317F8C7A38F}"/>
              </a:ext>
            </a:extLst>
          </p:cNvPr>
          <p:cNvSpPr>
            <a:spLocks xmlns:a="http://schemas.openxmlformats.org/drawingml/2006/main" noGrp="1"/>
          </p:cNvSpPr>
          <p:nvPr/>
        </p:nvSpPr>
        <p:spPr>
          <a:xfrm xmlns:a="http://schemas.openxmlformats.org/drawingml/2006/main">
            <a:off x="5769864" y="3456432"/>
            <a:ext cx="232257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[port + purpose]</a:t>
            </a:r>
            <a:endParaRPr sz="820" b="0" i="0" u="none" cap="none">
              <a:solidFill>
                <a:schemeClr val="dk1"/>
              </a:solidFill>
              <a:latin typeface="Arial"/>
              <a:ea typeface="Arial"/>
              <a:cs typeface="Arial"/>
            </a:endParaRPr>
          </a:p>
        </p:txBody>
      </p:sp>
      <p:sp>
        <p:nvSpPr>
          <p:cNvPr id="3139" name="Google Shape;3139;p49">
            <a:extLst xmlns:a="http://schemas.openxmlformats.org/drawingml/2006/main">
              <a:ext uri="{FF2B5EF4-FFF2-40B4-BE49-F238E27FC236}">
                <a16:creationId xmlns:a16="http://schemas.microsoft.com/office/drawing/2014/main" id="{9212E9C3-5AD3-4496-AA8E-3DEC2E50D2DC}"/>
              </a:ext>
            </a:extLst>
          </p:cNvPr>
          <p:cNvSpPr>
            <a:spLocks xmlns:a="http://schemas.openxmlformats.org/drawingml/2006/main" noGrp="1"/>
          </p:cNvSpPr>
          <p:nvPr/>
        </p:nvSpPr>
        <p:spPr>
          <a:xfrm xmlns:a="http://schemas.openxmlformats.org/drawingml/2006/main">
            <a:off x="8147304" y="3456432"/>
            <a:ext cx="676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[Y/N]</a:t>
            </a:r>
            <a:endParaRPr sz="820" b="0" i="0" u="none" cap="none">
              <a:solidFill>
                <a:schemeClr val="dk1"/>
              </a:solidFill>
              <a:latin typeface="Arial"/>
              <a:ea typeface="Arial"/>
              <a:cs typeface="Arial"/>
            </a:endParaRPr>
          </a:p>
        </p:txBody>
      </p:sp>
      <p:sp>
        <p:nvSpPr>
          <p:cNvPr id="3140" name="Google Shape;3140;p49">
            <a:extLst xmlns:a="http://schemas.openxmlformats.org/drawingml/2006/main">
              <a:ext uri="{FF2B5EF4-FFF2-40B4-BE49-F238E27FC236}">
                <a16:creationId xmlns:a16="http://schemas.microsoft.com/office/drawing/2014/main" id="{7E64933D-4FC5-4F15-B7E2-628CF4C7BEA9}"/>
              </a:ext>
            </a:extLst>
          </p:cNvPr>
          <p:cNvSpPr>
            <a:spLocks xmlns:a="http://schemas.openxmlformats.org/drawingml/2006/main" noGrp="1"/>
          </p:cNvSpPr>
          <p:nvPr/>
        </p:nvSpPr>
        <p:spPr>
          <a:xfrm xmlns:a="http://schemas.openxmlformats.org/drawingml/2006/main">
            <a:off x="4617720" y="3621024"/>
            <a:ext cx="4206240" cy="1645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73" name="Google Shape;3141;p49"/>
          <p:cNvCxnSpPr/>
          <p:nvPr/>
        </p:nvCxnSpPr>
        <p:spPr>
          <a:xfrm xmlns:a="http://schemas.openxmlformats.org/drawingml/2006/main">
            <a:off x="4617720" y="3785616"/>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42" name="Google Shape;3142;p49">
            <a:extLst xmlns:a="http://schemas.openxmlformats.org/drawingml/2006/main">
              <a:ext uri="{FF2B5EF4-FFF2-40B4-BE49-F238E27FC236}">
                <a16:creationId xmlns:a16="http://schemas.microsoft.com/office/drawing/2014/main" id="{86156142-C167-4020-A33E-BD79DD9D4A47}"/>
              </a:ext>
            </a:extLst>
          </p:cNvPr>
          <p:cNvSpPr>
            <a:spLocks xmlns:a="http://schemas.openxmlformats.org/drawingml/2006/main" noGrp="1"/>
          </p:cNvSpPr>
          <p:nvPr/>
        </p:nvSpPr>
        <p:spPr>
          <a:xfrm xmlns:a="http://schemas.openxmlformats.org/drawingml/2006/main">
            <a:off x="4672584" y="3621024"/>
            <a:ext cx="104241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Touch LED / Bumper</a:t>
            </a:r>
            <a:endParaRPr sz="820" b="0" i="0" u="none" cap="none">
              <a:solidFill>
                <a:schemeClr val="dk1"/>
              </a:solidFill>
              <a:latin typeface="Arial"/>
              <a:ea typeface="Arial"/>
              <a:cs typeface="Arial"/>
            </a:endParaRPr>
          </a:p>
        </p:txBody>
      </p:sp>
      <p:sp>
        <p:nvSpPr>
          <p:cNvPr id="3143" name="Google Shape;3143;p49">
            <a:extLst xmlns:a="http://schemas.openxmlformats.org/drawingml/2006/main">
              <a:ext uri="{FF2B5EF4-FFF2-40B4-BE49-F238E27FC236}">
                <a16:creationId xmlns:a16="http://schemas.microsoft.com/office/drawing/2014/main" id="{6080E57A-38EF-454D-BCBD-89181E0D51AE}"/>
              </a:ext>
            </a:extLst>
          </p:cNvPr>
          <p:cNvSpPr>
            <a:spLocks xmlns:a="http://schemas.openxmlformats.org/drawingml/2006/main" noGrp="1"/>
          </p:cNvSpPr>
          <p:nvPr/>
        </p:nvSpPr>
        <p:spPr>
          <a:xfrm xmlns:a="http://schemas.openxmlformats.org/drawingml/2006/main">
            <a:off x="5769864" y="3621024"/>
            <a:ext cx="232257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[port + purpose]</a:t>
            </a:r>
            <a:endParaRPr sz="820" b="0" i="0" u="none" cap="none">
              <a:solidFill>
                <a:schemeClr val="dk1"/>
              </a:solidFill>
              <a:latin typeface="Arial"/>
              <a:ea typeface="Arial"/>
              <a:cs typeface="Arial"/>
            </a:endParaRPr>
          </a:p>
        </p:txBody>
      </p:sp>
      <p:sp>
        <p:nvSpPr>
          <p:cNvPr id="3144" name="Google Shape;3144;p49">
            <a:extLst xmlns:a="http://schemas.openxmlformats.org/drawingml/2006/main">
              <a:ext uri="{FF2B5EF4-FFF2-40B4-BE49-F238E27FC236}">
                <a16:creationId xmlns:a16="http://schemas.microsoft.com/office/drawing/2014/main" id="{4DCD103B-89F1-4C54-BFC7-785846F45594}"/>
              </a:ext>
            </a:extLst>
          </p:cNvPr>
          <p:cNvSpPr>
            <a:spLocks xmlns:a="http://schemas.openxmlformats.org/drawingml/2006/main" noGrp="1"/>
          </p:cNvSpPr>
          <p:nvPr/>
        </p:nvSpPr>
        <p:spPr>
          <a:xfrm xmlns:a="http://schemas.openxmlformats.org/drawingml/2006/main">
            <a:off x="8147304" y="3621024"/>
            <a:ext cx="676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[Y/N]</a:t>
            </a:r>
            <a:endParaRPr sz="820" b="0" i="0" u="none" cap="none">
              <a:solidFill>
                <a:schemeClr val="dk1"/>
              </a:solidFill>
              <a:latin typeface="Arial"/>
              <a:ea typeface="Arial"/>
              <a:cs typeface="Arial"/>
            </a:endParaRPr>
          </a:p>
        </p:txBody>
      </p:sp>
      <p:cxnSp>
        <p:nvCxnSpPr>
          <p:cNvPr id="3477" name="Google Shape;3145;p49"/>
          <p:cNvCxnSpPr/>
          <p:nvPr/>
        </p:nvCxnSpPr>
        <p:spPr>
          <a:xfrm xmlns:a="http://schemas.openxmlformats.org/drawingml/2006/main">
            <a:off x="4617720" y="3950208"/>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46" name="Google Shape;3146;p49">
            <a:extLst xmlns:a="http://schemas.openxmlformats.org/drawingml/2006/main">
              <a:ext uri="{FF2B5EF4-FFF2-40B4-BE49-F238E27FC236}">
                <a16:creationId xmlns:a16="http://schemas.microsoft.com/office/drawing/2014/main" id="{65B0EAD8-9781-4D39-8E4D-590F550D0CC2}"/>
              </a:ext>
            </a:extLst>
          </p:cNvPr>
          <p:cNvSpPr>
            <a:spLocks xmlns:a="http://schemas.openxmlformats.org/drawingml/2006/main" noGrp="1"/>
          </p:cNvSpPr>
          <p:nvPr/>
        </p:nvSpPr>
        <p:spPr>
          <a:xfrm xmlns:a="http://schemas.openxmlformats.org/drawingml/2006/main">
            <a:off x="4672584" y="3785616"/>
            <a:ext cx="104241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Motor encoder</a:t>
            </a:r>
            <a:endParaRPr sz="820" b="0" i="0" u="none" cap="none">
              <a:solidFill>
                <a:schemeClr val="dk1"/>
              </a:solidFill>
              <a:latin typeface="Arial"/>
              <a:ea typeface="Arial"/>
              <a:cs typeface="Arial"/>
            </a:endParaRPr>
          </a:p>
        </p:txBody>
      </p:sp>
      <p:sp>
        <p:nvSpPr>
          <p:cNvPr id="3147" name="Google Shape;3147;p49">
            <a:extLst xmlns:a="http://schemas.openxmlformats.org/drawingml/2006/main">
              <a:ext uri="{FF2B5EF4-FFF2-40B4-BE49-F238E27FC236}">
                <a16:creationId xmlns:a16="http://schemas.microsoft.com/office/drawing/2014/main" id="{3F42869C-43AE-4475-8F28-6E36244072BC}"/>
              </a:ext>
            </a:extLst>
          </p:cNvPr>
          <p:cNvSpPr>
            <a:spLocks xmlns:a="http://schemas.openxmlformats.org/drawingml/2006/main" noGrp="1"/>
          </p:cNvSpPr>
          <p:nvPr/>
        </p:nvSpPr>
        <p:spPr>
          <a:xfrm xmlns:a="http://schemas.openxmlformats.org/drawingml/2006/main">
            <a:off x="5769864" y="3785616"/>
            <a:ext cx="232257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[motor + purpose]</a:t>
            </a:r>
            <a:endParaRPr sz="820" b="0" i="0" u="none" cap="none">
              <a:solidFill>
                <a:schemeClr val="dk1"/>
              </a:solidFill>
              <a:latin typeface="Arial"/>
              <a:ea typeface="Arial"/>
              <a:cs typeface="Arial"/>
            </a:endParaRPr>
          </a:p>
        </p:txBody>
      </p:sp>
      <p:sp>
        <p:nvSpPr>
          <p:cNvPr id="3148" name="Google Shape;3148;p49">
            <a:extLst xmlns:a="http://schemas.openxmlformats.org/drawingml/2006/main">
              <a:ext uri="{FF2B5EF4-FFF2-40B4-BE49-F238E27FC236}">
                <a16:creationId xmlns:a16="http://schemas.microsoft.com/office/drawing/2014/main" id="{249FD8BC-4699-4DE9-B499-83D10C81A7C7}"/>
              </a:ext>
            </a:extLst>
          </p:cNvPr>
          <p:cNvSpPr>
            <a:spLocks xmlns:a="http://schemas.openxmlformats.org/drawingml/2006/main" noGrp="1"/>
          </p:cNvSpPr>
          <p:nvPr/>
        </p:nvSpPr>
        <p:spPr>
          <a:xfrm xmlns:a="http://schemas.openxmlformats.org/drawingml/2006/main">
            <a:off x="8147304" y="3785616"/>
            <a:ext cx="676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[Y/N]</a:t>
            </a:r>
            <a:endParaRPr sz="820" b="0" i="0" u="none" cap="none">
              <a:solidFill>
                <a:schemeClr val="dk1"/>
              </a:solidFill>
              <a:latin typeface="Arial"/>
              <a:ea typeface="Arial"/>
              <a:cs typeface="Arial"/>
            </a:endParaRPr>
          </a:p>
        </p:txBody>
      </p:sp>
      <p:sp>
        <p:nvSpPr>
          <p:cNvPr id="3149" name="Google Shape;3149;p49">
            <a:extLst xmlns:a="http://schemas.openxmlformats.org/drawingml/2006/main">
              <a:ext uri="{FF2B5EF4-FFF2-40B4-BE49-F238E27FC236}">
                <a16:creationId xmlns:a16="http://schemas.microsoft.com/office/drawing/2014/main" id="{786E5E0A-1012-4B01-A82B-1A1E7EBE3ED5}"/>
              </a:ext>
            </a:extLst>
          </p:cNvPr>
          <p:cNvSpPr>
            <a:spLocks xmlns:a="http://schemas.openxmlformats.org/drawingml/2006/main" noGrp="1"/>
          </p:cNvSpPr>
          <p:nvPr/>
        </p:nvSpPr>
        <p:spPr>
          <a:xfrm xmlns:a="http://schemas.openxmlformats.org/drawingml/2006/main">
            <a:off x="4617720" y="3950208"/>
            <a:ext cx="4206240" cy="1645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82" name="Google Shape;3150;p49"/>
          <p:cNvCxnSpPr/>
          <p:nvPr/>
        </p:nvCxnSpPr>
        <p:spPr>
          <a:xfrm xmlns:a="http://schemas.openxmlformats.org/drawingml/2006/main">
            <a:off x="4617720" y="4114800"/>
            <a:ext cx="420624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51" name="Google Shape;3151;p49">
            <a:extLst xmlns:a="http://schemas.openxmlformats.org/drawingml/2006/main">
              <a:ext uri="{FF2B5EF4-FFF2-40B4-BE49-F238E27FC236}">
                <a16:creationId xmlns:a16="http://schemas.microsoft.com/office/drawing/2014/main" id="{0934E3F5-DB36-4F25-B800-4DEEA6872EB7}"/>
              </a:ext>
            </a:extLst>
          </p:cNvPr>
          <p:cNvSpPr>
            <a:spLocks xmlns:a="http://schemas.openxmlformats.org/drawingml/2006/main" noGrp="1"/>
          </p:cNvSpPr>
          <p:nvPr/>
        </p:nvSpPr>
        <p:spPr>
          <a:xfrm xmlns:a="http://schemas.openxmlformats.org/drawingml/2006/main">
            <a:off x="4672584" y="3950208"/>
            <a:ext cx="104241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Brain Inertial</a:t>
            </a:r>
            <a:endParaRPr sz="820" b="0" i="0" u="none" cap="none">
              <a:solidFill>
                <a:schemeClr val="dk1"/>
              </a:solidFill>
              <a:latin typeface="Arial"/>
              <a:ea typeface="Arial"/>
              <a:cs typeface="Arial"/>
            </a:endParaRPr>
          </a:p>
        </p:txBody>
      </p:sp>
      <p:sp>
        <p:nvSpPr>
          <p:cNvPr id="3152" name="Google Shape;3152;p49">
            <a:extLst xmlns:a="http://schemas.openxmlformats.org/drawingml/2006/main">
              <a:ext uri="{FF2B5EF4-FFF2-40B4-BE49-F238E27FC236}">
                <a16:creationId xmlns:a16="http://schemas.microsoft.com/office/drawing/2014/main" id="{DF0F5F8F-C228-4646-8BFF-60DB0FF6EA7E}"/>
              </a:ext>
            </a:extLst>
          </p:cNvPr>
          <p:cNvSpPr>
            <a:spLocks xmlns:a="http://schemas.openxmlformats.org/drawingml/2006/main" noGrp="1"/>
          </p:cNvSpPr>
          <p:nvPr/>
        </p:nvSpPr>
        <p:spPr>
          <a:xfrm xmlns:a="http://schemas.openxmlformats.org/drawingml/2006/main">
            <a:off x="5769864" y="3950208"/>
            <a:ext cx="232257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[calibration + purpose]</a:t>
            </a:r>
            <a:endParaRPr sz="820" b="0" i="0" u="none" cap="none">
              <a:solidFill>
                <a:schemeClr val="dk1"/>
              </a:solidFill>
              <a:latin typeface="Arial"/>
              <a:ea typeface="Arial"/>
              <a:cs typeface="Arial"/>
            </a:endParaRPr>
          </a:p>
        </p:txBody>
      </p:sp>
      <p:sp>
        <p:nvSpPr>
          <p:cNvPr id="3153" name="Google Shape;3153;p49">
            <a:extLst xmlns:a="http://schemas.openxmlformats.org/drawingml/2006/main">
              <a:ext uri="{FF2B5EF4-FFF2-40B4-BE49-F238E27FC236}">
                <a16:creationId xmlns:a16="http://schemas.microsoft.com/office/drawing/2014/main" id="{8ACF162B-9382-483D-BF89-AD23DEC62DD2}"/>
              </a:ext>
            </a:extLst>
          </p:cNvPr>
          <p:cNvSpPr>
            <a:spLocks xmlns:a="http://schemas.openxmlformats.org/drawingml/2006/main" noGrp="1"/>
          </p:cNvSpPr>
          <p:nvPr/>
        </p:nvSpPr>
        <p:spPr>
          <a:xfrm xmlns:a="http://schemas.openxmlformats.org/drawingml/2006/main">
            <a:off x="8147304" y="3950208"/>
            <a:ext cx="67665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[Y/N]</a:t>
            </a:r>
            <a:endParaRPr sz="820" b="0" i="0" u="none" cap="none">
              <a:solidFill>
                <a:schemeClr val="dk1"/>
              </a:solidFill>
              <a:latin typeface="Arial"/>
              <a:ea typeface="Arial"/>
              <a:cs typeface="Arial"/>
            </a:endParaRPr>
          </a:p>
        </p:txBody>
      </p:sp>
      <p:sp>
        <p:nvSpPr>
          <p:cNvPr id="3154" name="Google Shape;3154;p49">
            <a:extLst xmlns:a="http://schemas.openxmlformats.org/drawingml/2006/main">
              <a:ext uri="{FF2B5EF4-FFF2-40B4-BE49-F238E27FC236}">
                <a16:creationId xmlns:a16="http://schemas.microsoft.com/office/drawing/2014/main" id="{D7C87EF4-1340-4032-8573-6E76A6374C8C}"/>
              </a:ext>
            </a:extLst>
          </p:cNvPr>
          <p:cNvSpPr>
            <a:spLocks xmlns:a="http://schemas.openxmlformats.org/drawingml/2006/main" noGrp="1"/>
          </p:cNvSpPr>
          <p:nvPr/>
        </p:nvSpPr>
        <p:spPr>
          <a:xfrm xmlns:a="http://schemas.openxmlformats.org/drawingml/2006/main">
            <a:off x="4617720" y="3108960"/>
            <a:ext cx="4206240" cy="10058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55" name="Google Shape;3155;p49">
            <a:extLst xmlns:a="http://schemas.openxmlformats.org/drawingml/2006/main">
              <a:ext uri="{FF2B5EF4-FFF2-40B4-BE49-F238E27FC236}">
                <a16:creationId xmlns:a16="http://schemas.microsoft.com/office/drawing/2014/main" id="{A658BD86-836A-489F-AE26-4682957D3346}"/>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39706a427e3144a9"/>
              </a:rPr>
              <a:t>VEX IQ ports  ·  sensor tests  ·  inspection checklist  ·  Brain setup</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21839318"/>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3161" name="Google Shape;3161;p50">
            <a:extLst xmlns:a="http://schemas.openxmlformats.org/drawingml/2006/main">
              <a:ext uri="{FF2B5EF4-FFF2-40B4-BE49-F238E27FC236}">
                <a16:creationId xmlns:a16="http://schemas.microsoft.com/office/drawing/2014/main" id="{C868CDF3-800E-4C81-B19B-C0D8B1A707EF}"/>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62" name="Google Shape;3162;p50">
            <a:extLst xmlns:a="http://schemas.openxmlformats.org/drawingml/2006/main">
              <a:ext uri="{FF2B5EF4-FFF2-40B4-BE49-F238E27FC236}">
                <a16:creationId xmlns:a16="http://schemas.microsoft.com/office/drawing/2014/main" id="{8B1CC8AD-85A8-46CE-B9A8-DAC8DAD03B56}"/>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BUILD &amp; PROGRAM  ·  EDP STEP 4</a:t>
            </a:r>
            <a:endParaRPr sz="1050" b="0" i="0" u="none" cap="none">
              <a:solidFill>
                <a:schemeClr val="dk1"/>
              </a:solidFill>
              <a:latin typeface="Arial"/>
              <a:ea typeface="Arial"/>
              <a:cs typeface="Arial"/>
            </a:endParaRPr>
          </a:p>
        </p:txBody>
      </p:sp>
      <p:sp>
        <p:nvSpPr>
          <p:cNvPr id="3163" name="Google Shape;3163;p50">
            <a:extLst xmlns:a="http://schemas.openxmlformats.org/drawingml/2006/main">
              <a:ext uri="{FF2B5EF4-FFF2-40B4-BE49-F238E27FC236}">
                <a16:creationId xmlns:a16="http://schemas.microsoft.com/office/drawing/2014/main" id="{B8019BAD-61EC-4980-BBAE-A666CDF6C7E3}"/>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164" name="Google Shape;3164;p50">
            <a:extLst xmlns:a="http://schemas.openxmlformats.org/drawingml/2006/main">
              <a:ext uri="{FF2B5EF4-FFF2-40B4-BE49-F238E27FC236}">
                <a16:creationId xmlns:a16="http://schemas.microsoft.com/office/drawing/2014/main" id="{0CDE9656-C6C5-4EA6-B3D7-0FCBEB68D8C3}"/>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Autonomous Coding Skills Strategy — [ Routine Name / V# ]</a:t>
            </a:r>
            <a:endParaRPr sz="2200" b="0" i="0" u="none" cap="none">
              <a:solidFill>
                <a:schemeClr val="dk1"/>
              </a:solidFill>
              <a:latin typeface="Arial"/>
              <a:ea typeface="Arial"/>
              <a:cs typeface="Arial"/>
            </a:endParaRPr>
          </a:p>
        </p:txBody>
      </p:sp>
      <p:sp>
        <p:nvSpPr>
          <p:cNvPr id="3165" name="Google Shape;3165;p50">
            <a:extLst xmlns:a="http://schemas.openxmlformats.org/drawingml/2006/main">
              <a:ext uri="{FF2B5EF4-FFF2-40B4-BE49-F238E27FC236}">
                <a16:creationId xmlns:a16="http://schemas.microsoft.com/office/drawing/2014/main" id="{6ED06787-D938-45C4-B87C-90D841E66C4C}"/>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Duplicate this slide for each Autonomous Coding Skills routine or major revision.</a:t>
            </a:r>
            <a:endParaRPr sz="900" b="0" i="0" u="none" cap="none">
              <a:solidFill>
                <a:schemeClr val="dk1"/>
              </a:solidFill>
              <a:latin typeface="Arial"/>
              <a:ea typeface="Arial"/>
              <a:cs typeface="Arial"/>
            </a:endParaRPr>
          </a:p>
        </p:txBody>
      </p:sp>
      <p:sp>
        <p:nvSpPr>
          <p:cNvPr id="3166" name="Google Shape;3166;p50">
            <a:extLst xmlns:a="http://schemas.openxmlformats.org/drawingml/2006/main">
              <a:ext uri="{FF2B5EF4-FFF2-40B4-BE49-F238E27FC236}">
                <a16:creationId xmlns:a16="http://schemas.microsoft.com/office/drawing/2014/main" id="{27322556-AFB2-4365-BCD3-485ADCC27B41}"/>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67" name="Google Shape;3167;p50">
            <a:extLst xmlns:a="http://schemas.openxmlformats.org/drawingml/2006/main">
              <a:ext uri="{FF2B5EF4-FFF2-40B4-BE49-F238E27FC236}">
                <a16:creationId xmlns:a16="http://schemas.microsoft.com/office/drawing/2014/main" id="{B8FE2280-95A2-4767-93A8-E7D158F05967}"/>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48 / 61</a:t>
            </a:r>
            <a:endParaRPr sz="900" b="0" i="0" u="none" cap="none">
              <a:solidFill>
                <a:schemeClr val="dk1"/>
              </a:solidFill>
              <a:latin typeface="Arial"/>
              <a:ea typeface="Arial"/>
              <a:cs typeface="Arial"/>
            </a:endParaRPr>
          </a:p>
        </p:txBody>
      </p:sp>
      <p:sp>
        <p:nvSpPr>
          <p:cNvPr id="3168" name="Google Shape;3168;p50">
            <a:extLst xmlns:a="http://schemas.openxmlformats.org/drawingml/2006/main">
              <a:ext uri="{FF2B5EF4-FFF2-40B4-BE49-F238E27FC236}">
                <a16:creationId xmlns:a16="http://schemas.microsoft.com/office/drawing/2014/main" id="{48795D06-6B2E-4699-9BB7-311D6C63592F}"/>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169" name="Google Shape;3169;p50">
            <a:extLst xmlns:a="http://schemas.openxmlformats.org/drawingml/2006/main">
              <a:ext uri="{FF2B5EF4-FFF2-40B4-BE49-F238E27FC236}">
                <a16:creationId xmlns:a16="http://schemas.microsoft.com/office/drawing/2014/main" id="{29699843-A2B6-4D98-82A6-04A9069A6AD5}"/>
              </a:ext>
            </a:extLst>
          </p:cNvPr>
          <p:cNvSpPr>
            <a:spLocks xmlns:a="http://schemas.openxmlformats.org/drawingml/2006/main" noGrp="1"/>
          </p:cNvSpPr>
          <p:nvPr/>
        </p:nvSpPr>
        <p:spPr>
          <a:xfrm xmlns:a="http://schemas.openxmlformats.org/drawingml/2006/main">
            <a:off x="320040" y="1078992"/>
            <a:ext cx="411480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ROUTINE OVERVIEW</a:t>
            </a:r>
            <a:endParaRPr sz="900" b="0" i="0" u="none" cap="none">
              <a:solidFill>
                <a:schemeClr val="dk1"/>
              </a:solidFill>
              <a:latin typeface="Arial"/>
              <a:ea typeface="Arial"/>
              <a:cs typeface="Arial"/>
            </a:endParaRPr>
          </a:p>
        </p:txBody>
      </p:sp>
      <p:sp>
        <p:nvSpPr>
          <p:cNvPr id="3170" name="Google Shape;3170;p50">
            <a:extLst xmlns:a="http://schemas.openxmlformats.org/drawingml/2006/main">
              <a:ext uri="{FF2B5EF4-FFF2-40B4-BE49-F238E27FC236}">
                <a16:creationId xmlns:a16="http://schemas.microsoft.com/office/drawing/2014/main" id="{56129030-901D-4FF9-B9C8-434C3EF6FCE8}"/>
              </a:ext>
            </a:extLst>
          </p:cNvPr>
          <p:cNvSpPr>
            <a:spLocks xmlns:a="http://schemas.openxmlformats.org/drawingml/2006/main" noGrp="1"/>
          </p:cNvSpPr>
          <p:nvPr/>
        </p:nvSpPr>
        <p:spPr>
          <a:xfrm xmlns:a="http://schemas.openxmlformats.org/drawingml/2006/main">
            <a:off x="320040" y="1298448"/>
            <a:ext cx="4114800" cy="182880"/>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71" name="Google Shape;3171;p50">
            <a:extLst xmlns:a="http://schemas.openxmlformats.org/drawingml/2006/main">
              <a:ext uri="{FF2B5EF4-FFF2-40B4-BE49-F238E27FC236}">
                <a16:creationId xmlns:a16="http://schemas.microsoft.com/office/drawing/2014/main" id="{2F6CD2CC-836A-4E7D-9D89-B5C4BD579CE6}"/>
              </a:ext>
            </a:extLst>
          </p:cNvPr>
          <p:cNvSpPr>
            <a:spLocks xmlns:a="http://schemas.openxmlformats.org/drawingml/2006/main" noGrp="1"/>
          </p:cNvSpPr>
          <p:nvPr/>
        </p:nvSpPr>
        <p:spPr>
          <a:xfrm xmlns:a="http://schemas.openxmlformats.org/drawingml/2006/main">
            <a:off x="374904" y="1298448"/>
            <a:ext cx="15910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Spec</a:t>
            </a:r>
            <a:endParaRPr sz="850" b="0" i="0" u="none" cap="none">
              <a:solidFill>
                <a:schemeClr val="dk1"/>
              </a:solidFill>
              <a:latin typeface="Arial"/>
              <a:ea typeface="Arial"/>
              <a:cs typeface="Arial"/>
            </a:endParaRPr>
          </a:p>
        </p:txBody>
      </p:sp>
      <p:sp>
        <p:nvSpPr>
          <p:cNvPr id="3172" name="Google Shape;3172;p50">
            <a:extLst xmlns:a="http://schemas.openxmlformats.org/drawingml/2006/main">
              <a:ext uri="{FF2B5EF4-FFF2-40B4-BE49-F238E27FC236}">
                <a16:creationId xmlns:a16="http://schemas.microsoft.com/office/drawing/2014/main" id="{11AD9691-2544-43D6-B0CE-90B57408BEBC}"/>
              </a:ext>
            </a:extLst>
          </p:cNvPr>
          <p:cNvSpPr>
            <a:spLocks xmlns:a="http://schemas.openxmlformats.org/drawingml/2006/main" noGrp="1"/>
          </p:cNvSpPr>
          <p:nvPr/>
        </p:nvSpPr>
        <p:spPr>
          <a:xfrm xmlns:a="http://schemas.openxmlformats.org/drawingml/2006/main">
            <a:off x="2020824" y="1298448"/>
            <a:ext cx="24140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Value</a:t>
            </a:r>
            <a:endParaRPr sz="850" b="0" i="0" u="none" cap="none">
              <a:solidFill>
                <a:schemeClr val="dk1"/>
              </a:solidFill>
              <a:latin typeface="Arial"/>
              <a:ea typeface="Arial"/>
              <a:cs typeface="Arial"/>
            </a:endParaRPr>
          </a:p>
        </p:txBody>
      </p:sp>
      <p:sp>
        <p:nvSpPr>
          <p:cNvPr id="3173" name="Google Shape;3173;p50">
            <a:extLst xmlns:a="http://schemas.openxmlformats.org/drawingml/2006/main">
              <a:ext uri="{FF2B5EF4-FFF2-40B4-BE49-F238E27FC236}">
                <a16:creationId xmlns:a16="http://schemas.microsoft.com/office/drawing/2014/main" id="{CB506BE0-634A-4269-A139-ED0B55A9BAC8}"/>
              </a:ext>
            </a:extLst>
          </p:cNvPr>
          <p:cNvSpPr>
            <a:spLocks xmlns:a="http://schemas.openxmlformats.org/drawingml/2006/main" noGrp="1"/>
          </p:cNvSpPr>
          <p:nvPr/>
        </p:nvSpPr>
        <p:spPr>
          <a:xfrm xmlns:a="http://schemas.openxmlformats.org/drawingml/2006/main">
            <a:off x="320040" y="1481328"/>
            <a:ext cx="4114800" cy="18941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24" name="Google Shape;3174;p50"/>
          <p:cNvCxnSpPr/>
          <p:nvPr/>
        </p:nvCxnSpPr>
        <p:spPr>
          <a:xfrm xmlns:a="http://schemas.openxmlformats.org/drawingml/2006/main">
            <a:off x="320040" y="1670739"/>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75" name="Google Shape;3175;p50">
            <a:extLst xmlns:a="http://schemas.openxmlformats.org/drawingml/2006/main">
              <a:ext uri="{FF2B5EF4-FFF2-40B4-BE49-F238E27FC236}">
                <a16:creationId xmlns:a16="http://schemas.microsoft.com/office/drawing/2014/main" id="{F4E16372-C9D7-438F-B3F3-45556E950BB1}"/>
              </a:ext>
            </a:extLst>
          </p:cNvPr>
          <p:cNvSpPr>
            <a:spLocks xmlns:a="http://schemas.openxmlformats.org/drawingml/2006/main" noGrp="1"/>
          </p:cNvSpPr>
          <p:nvPr/>
        </p:nvSpPr>
        <p:spPr>
          <a:xfrm xmlns:a="http://schemas.openxmlformats.org/drawingml/2006/main">
            <a:off x="374904" y="1481328"/>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Routine type</a:t>
            </a:r>
            <a:endParaRPr sz="820" b="0" i="0" u="none" cap="none">
              <a:solidFill>
                <a:schemeClr val="dk1"/>
              </a:solidFill>
              <a:latin typeface="Arial"/>
              <a:ea typeface="Arial"/>
              <a:cs typeface="Arial"/>
            </a:endParaRPr>
          </a:p>
        </p:txBody>
      </p:sp>
      <p:sp>
        <p:nvSpPr>
          <p:cNvPr id="3176" name="Google Shape;3176;p50">
            <a:extLst xmlns:a="http://schemas.openxmlformats.org/drawingml/2006/main">
              <a:ext uri="{FF2B5EF4-FFF2-40B4-BE49-F238E27FC236}">
                <a16:creationId xmlns:a16="http://schemas.microsoft.com/office/drawing/2014/main" id="{0A089AF7-D87E-48EF-87E1-5D2B2F0EA61F}"/>
              </a:ext>
            </a:extLst>
          </p:cNvPr>
          <p:cNvSpPr>
            <a:spLocks xmlns:a="http://schemas.openxmlformats.org/drawingml/2006/main" noGrp="1"/>
          </p:cNvSpPr>
          <p:nvPr/>
        </p:nvSpPr>
        <p:spPr>
          <a:xfrm xmlns:a="http://schemas.openxmlformats.org/drawingml/2006/main">
            <a:off x="2020824" y="1481328"/>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[Autonomous Coding Skills]</a:t>
            </a:r>
            <a:endParaRPr sz="820" b="0" i="0" u="none" cap="none">
              <a:solidFill>
                <a:schemeClr val="dk1"/>
              </a:solidFill>
              <a:latin typeface="Arial"/>
              <a:ea typeface="Arial"/>
              <a:cs typeface="Arial"/>
            </a:endParaRPr>
          </a:p>
        </p:txBody>
      </p:sp>
      <p:cxnSp>
        <p:nvCxnSpPr>
          <p:cNvPr id="3427" name="Google Shape;3177;p50"/>
          <p:cNvCxnSpPr/>
          <p:nvPr/>
        </p:nvCxnSpPr>
        <p:spPr>
          <a:xfrm xmlns:a="http://schemas.openxmlformats.org/drawingml/2006/main">
            <a:off x="320040" y="1860151"/>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78" name="Google Shape;3178;p50">
            <a:extLst xmlns:a="http://schemas.openxmlformats.org/drawingml/2006/main">
              <a:ext uri="{FF2B5EF4-FFF2-40B4-BE49-F238E27FC236}">
                <a16:creationId xmlns:a16="http://schemas.microsoft.com/office/drawing/2014/main" id="{6BD876C1-9CFB-42C6-B64D-A294E7A09E54}"/>
              </a:ext>
            </a:extLst>
          </p:cNvPr>
          <p:cNvSpPr>
            <a:spLocks xmlns:a="http://schemas.openxmlformats.org/drawingml/2006/main" noGrp="1"/>
          </p:cNvSpPr>
          <p:nvPr/>
        </p:nvSpPr>
        <p:spPr>
          <a:xfrm xmlns:a="http://schemas.openxmlformats.org/drawingml/2006/main">
            <a:off x="374904" y="1670739"/>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Reset plan</a:t>
            </a:r>
            <a:endParaRPr sz="820" b="0" i="0" u="none" cap="none">
              <a:solidFill>
                <a:schemeClr val="dk1"/>
              </a:solidFill>
              <a:latin typeface="Arial"/>
              <a:ea typeface="Arial"/>
              <a:cs typeface="Arial"/>
            </a:endParaRPr>
          </a:p>
        </p:txBody>
      </p:sp>
      <p:sp>
        <p:nvSpPr>
          <p:cNvPr id="3179" name="Google Shape;3179;p50">
            <a:extLst xmlns:a="http://schemas.openxmlformats.org/drawingml/2006/main">
              <a:ext uri="{FF2B5EF4-FFF2-40B4-BE49-F238E27FC236}">
                <a16:creationId xmlns:a16="http://schemas.microsoft.com/office/drawing/2014/main" id="{A89DA5B0-6506-447D-B189-A3E59E9A33AD}"/>
              </a:ext>
            </a:extLst>
          </p:cNvPr>
          <p:cNvSpPr>
            <a:spLocks xmlns:a="http://schemas.openxmlformats.org/drawingml/2006/main" noGrp="1"/>
          </p:cNvSpPr>
          <p:nvPr/>
        </p:nvSpPr>
        <p:spPr>
          <a:xfrm xmlns:a="http://schemas.openxmlformats.org/drawingml/2006/main">
            <a:off x="2020824" y="1670739"/>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[legal starting position after handling]</a:t>
            </a:r>
            <a:endParaRPr sz="820" b="0" i="0" u="none" cap="none">
              <a:solidFill>
                <a:schemeClr val="dk1"/>
              </a:solidFill>
              <a:latin typeface="Arial"/>
              <a:ea typeface="Arial"/>
              <a:cs typeface="Arial"/>
            </a:endParaRPr>
          </a:p>
        </p:txBody>
      </p:sp>
      <p:sp>
        <p:nvSpPr>
          <p:cNvPr id="3180" name="Google Shape;3180;p50">
            <a:extLst xmlns:a="http://schemas.openxmlformats.org/drawingml/2006/main">
              <a:ext uri="{FF2B5EF4-FFF2-40B4-BE49-F238E27FC236}">
                <a16:creationId xmlns:a16="http://schemas.microsoft.com/office/drawing/2014/main" id="{C53909A5-C191-4832-B8B7-BDEAA1688A1D}"/>
              </a:ext>
            </a:extLst>
          </p:cNvPr>
          <p:cNvSpPr>
            <a:spLocks xmlns:a="http://schemas.openxmlformats.org/drawingml/2006/main" noGrp="1"/>
          </p:cNvSpPr>
          <p:nvPr/>
        </p:nvSpPr>
        <p:spPr>
          <a:xfrm xmlns:a="http://schemas.openxmlformats.org/drawingml/2006/main">
            <a:off x="320040" y="1860151"/>
            <a:ext cx="4114800" cy="18941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31" name="Google Shape;3181;p50"/>
          <p:cNvCxnSpPr/>
          <p:nvPr/>
        </p:nvCxnSpPr>
        <p:spPr>
          <a:xfrm xmlns:a="http://schemas.openxmlformats.org/drawingml/2006/main">
            <a:off x="320040" y="2049562"/>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82" name="Google Shape;3182;p50">
            <a:extLst xmlns:a="http://schemas.openxmlformats.org/drawingml/2006/main">
              <a:ext uri="{FF2B5EF4-FFF2-40B4-BE49-F238E27FC236}">
                <a16:creationId xmlns:a16="http://schemas.microsoft.com/office/drawing/2014/main" id="{EEEFFC52-B19F-4B9A-A27E-E125488BD64A}"/>
              </a:ext>
            </a:extLst>
          </p:cNvPr>
          <p:cNvSpPr>
            <a:spLocks xmlns:a="http://schemas.openxmlformats.org/drawingml/2006/main" noGrp="1"/>
          </p:cNvSpPr>
          <p:nvPr/>
        </p:nvSpPr>
        <p:spPr>
          <a:xfrm xmlns:a="http://schemas.openxmlformats.org/drawingml/2006/main">
            <a:off x="374904" y="1860151"/>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Starting position</a:t>
            </a:r>
            <a:endParaRPr sz="820" b="0" i="0" u="none" cap="none">
              <a:solidFill>
                <a:schemeClr val="dk1"/>
              </a:solidFill>
              <a:latin typeface="Arial"/>
              <a:ea typeface="Arial"/>
              <a:cs typeface="Arial"/>
            </a:endParaRPr>
          </a:p>
        </p:txBody>
      </p:sp>
      <p:sp>
        <p:nvSpPr>
          <p:cNvPr id="3183" name="Google Shape;3183;p50">
            <a:extLst xmlns:a="http://schemas.openxmlformats.org/drawingml/2006/main">
              <a:ext uri="{FF2B5EF4-FFF2-40B4-BE49-F238E27FC236}">
                <a16:creationId xmlns:a16="http://schemas.microsoft.com/office/drawing/2014/main" id="{F4414678-3D15-4065-A597-95A54CF5A167}"/>
              </a:ext>
            </a:extLst>
          </p:cNvPr>
          <p:cNvSpPr>
            <a:spLocks xmlns:a="http://schemas.openxmlformats.org/drawingml/2006/main" noGrp="1"/>
          </p:cNvSpPr>
          <p:nvPr/>
        </p:nvSpPr>
        <p:spPr>
          <a:xfrm xmlns:a="http://schemas.openxmlformats.org/drawingml/2006/main">
            <a:off x="2020824" y="1860151"/>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[field location + robot orientation]</a:t>
            </a:r>
            <a:endParaRPr sz="820" b="0" i="0" u="none" cap="none">
              <a:solidFill>
                <a:schemeClr val="dk1"/>
              </a:solidFill>
              <a:latin typeface="Arial"/>
              <a:ea typeface="Arial"/>
              <a:cs typeface="Arial"/>
            </a:endParaRPr>
          </a:p>
        </p:txBody>
      </p:sp>
      <p:cxnSp>
        <p:nvCxnSpPr>
          <p:cNvPr id="3434" name="Google Shape;3184;p50"/>
          <p:cNvCxnSpPr/>
          <p:nvPr/>
        </p:nvCxnSpPr>
        <p:spPr>
          <a:xfrm xmlns:a="http://schemas.openxmlformats.org/drawingml/2006/main">
            <a:off x="320040" y="2238974"/>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85" name="Google Shape;3185;p50">
            <a:extLst xmlns:a="http://schemas.openxmlformats.org/drawingml/2006/main">
              <a:ext uri="{FF2B5EF4-FFF2-40B4-BE49-F238E27FC236}">
                <a16:creationId xmlns:a16="http://schemas.microsoft.com/office/drawing/2014/main" id="{D1CBFD1B-0586-4213-8794-EAFAE9CD42F9}"/>
              </a:ext>
            </a:extLst>
          </p:cNvPr>
          <p:cNvSpPr>
            <a:spLocks xmlns:a="http://schemas.openxmlformats.org/drawingml/2006/main" noGrp="1"/>
          </p:cNvSpPr>
          <p:nvPr/>
        </p:nvSpPr>
        <p:spPr>
          <a:xfrm xmlns:a="http://schemas.openxmlformats.org/drawingml/2006/main">
            <a:off x="374904" y="2049562"/>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Heading</a:t>
            </a:r>
            <a:endParaRPr sz="820" b="0" i="0" u="none" cap="none">
              <a:solidFill>
                <a:schemeClr val="dk1"/>
              </a:solidFill>
              <a:latin typeface="Arial"/>
              <a:ea typeface="Arial"/>
              <a:cs typeface="Arial"/>
            </a:endParaRPr>
          </a:p>
        </p:txBody>
      </p:sp>
      <p:sp>
        <p:nvSpPr>
          <p:cNvPr id="3186" name="Google Shape;3186;p50">
            <a:extLst xmlns:a="http://schemas.openxmlformats.org/drawingml/2006/main">
              <a:ext uri="{FF2B5EF4-FFF2-40B4-BE49-F238E27FC236}">
                <a16:creationId xmlns:a16="http://schemas.microsoft.com/office/drawing/2014/main" id="{C245310A-F9EF-4CA7-A970-4A45670DD204}"/>
              </a:ext>
            </a:extLst>
          </p:cNvPr>
          <p:cNvSpPr>
            <a:spLocks xmlns:a="http://schemas.openxmlformats.org/drawingml/2006/main" noGrp="1"/>
          </p:cNvSpPr>
          <p:nvPr/>
        </p:nvSpPr>
        <p:spPr>
          <a:xfrm xmlns:a="http://schemas.openxmlformats.org/drawingml/2006/main">
            <a:off x="2020824" y="2049562"/>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[deg]</a:t>
            </a:r>
            <a:endParaRPr sz="820" b="0" i="0" u="none" cap="none">
              <a:solidFill>
                <a:schemeClr val="dk1"/>
              </a:solidFill>
              <a:latin typeface="Arial"/>
              <a:ea typeface="Arial"/>
              <a:cs typeface="Arial"/>
            </a:endParaRPr>
          </a:p>
        </p:txBody>
      </p:sp>
      <p:sp>
        <p:nvSpPr>
          <p:cNvPr id="3187" name="Google Shape;3187;p50">
            <a:extLst xmlns:a="http://schemas.openxmlformats.org/drawingml/2006/main">
              <a:ext uri="{FF2B5EF4-FFF2-40B4-BE49-F238E27FC236}">
                <a16:creationId xmlns:a16="http://schemas.microsoft.com/office/drawing/2014/main" id="{EC99434F-D84E-46CE-800D-442A50A39BE7}"/>
              </a:ext>
            </a:extLst>
          </p:cNvPr>
          <p:cNvSpPr>
            <a:spLocks xmlns:a="http://schemas.openxmlformats.org/drawingml/2006/main" noGrp="1"/>
          </p:cNvSpPr>
          <p:nvPr/>
        </p:nvSpPr>
        <p:spPr>
          <a:xfrm xmlns:a="http://schemas.openxmlformats.org/drawingml/2006/main">
            <a:off x="320040" y="2238974"/>
            <a:ext cx="4114800" cy="18941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38" name="Google Shape;3188;p50"/>
          <p:cNvCxnSpPr/>
          <p:nvPr/>
        </p:nvCxnSpPr>
        <p:spPr>
          <a:xfrm xmlns:a="http://schemas.openxmlformats.org/drawingml/2006/main">
            <a:off x="320040" y="2428385"/>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89" name="Google Shape;3189;p50">
            <a:extLst xmlns:a="http://schemas.openxmlformats.org/drawingml/2006/main">
              <a:ext uri="{FF2B5EF4-FFF2-40B4-BE49-F238E27FC236}">
                <a16:creationId xmlns:a16="http://schemas.microsoft.com/office/drawing/2014/main" id="{6C6BD66E-8C3F-456A-A945-032682F3102B}"/>
              </a:ext>
            </a:extLst>
          </p:cNvPr>
          <p:cNvSpPr>
            <a:spLocks xmlns:a="http://schemas.openxmlformats.org/drawingml/2006/main" noGrp="1"/>
          </p:cNvSpPr>
          <p:nvPr/>
        </p:nvSpPr>
        <p:spPr>
          <a:xfrm xmlns:a="http://schemas.openxmlformats.org/drawingml/2006/main">
            <a:off x="374904" y="2238974"/>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Target score</a:t>
            </a:r>
            <a:endParaRPr sz="820" b="0" i="0" u="none" cap="none">
              <a:solidFill>
                <a:schemeClr val="dk1"/>
              </a:solidFill>
              <a:latin typeface="Arial"/>
              <a:ea typeface="Arial"/>
              <a:cs typeface="Arial"/>
            </a:endParaRPr>
          </a:p>
        </p:txBody>
      </p:sp>
      <p:sp>
        <p:nvSpPr>
          <p:cNvPr id="3190" name="Google Shape;3190;p50">
            <a:extLst xmlns:a="http://schemas.openxmlformats.org/drawingml/2006/main">
              <a:ext uri="{FF2B5EF4-FFF2-40B4-BE49-F238E27FC236}">
                <a16:creationId xmlns:a16="http://schemas.microsoft.com/office/drawing/2014/main" id="{E3129483-6C10-46EA-B9E4-5990D4542E26}"/>
              </a:ext>
            </a:extLst>
          </p:cNvPr>
          <p:cNvSpPr>
            <a:spLocks xmlns:a="http://schemas.openxmlformats.org/drawingml/2006/main" noGrp="1"/>
          </p:cNvSpPr>
          <p:nvPr/>
        </p:nvSpPr>
        <p:spPr>
          <a:xfrm xmlns:a="http://schemas.openxmlformats.org/drawingml/2006/main">
            <a:off x="2020824" y="2238974"/>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[pts]</a:t>
            </a:r>
            <a:endParaRPr sz="820" b="0" i="0" u="none" cap="none">
              <a:solidFill>
                <a:schemeClr val="dk1"/>
              </a:solidFill>
              <a:latin typeface="Arial"/>
              <a:ea typeface="Arial"/>
              <a:cs typeface="Arial"/>
            </a:endParaRPr>
          </a:p>
        </p:txBody>
      </p:sp>
      <p:cxnSp>
        <p:nvCxnSpPr>
          <p:cNvPr id="3441" name="Google Shape;3191;p50"/>
          <p:cNvCxnSpPr/>
          <p:nvPr/>
        </p:nvCxnSpPr>
        <p:spPr>
          <a:xfrm xmlns:a="http://schemas.openxmlformats.org/drawingml/2006/main">
            <a:off x="320040" y="2617797"/>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92" name="Google Shape;3192;p50">
            <a:extLst xmlns:a="http://schemas.openxmlformats.org/drawingml/2006/main">
              <a:ext uri="{FF2B5EF4-FFF2-40B4-BE49-F238E27FC236}">
                <a16:creationId xmlns:a16="http://schemas.microsoft.com/office/drawing/2014/main" id="{EF5419DA-A631-404C-82A7-191AA88142FC}"/>
              </a:ext>
            </a:extLst>
          </p:cNvPr>
          <p:cNvSpPr>
            <a:spLocks xmlns:a="http://schemas.openxmlformats.org/drawingml/2006/main" noGrp="1"/>
          </p:cNvSpPr>
          <p:nvPr/>
        </p:nvSpPr>
        <p:spPr>
          <a:xfrm xmlns:a="http://schemas.openxmlformats.org/drawingml/2006/main">
            <a:off x="374904" y="2428385"/>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Duration</a:t>
            </a:r>
            <a:endParaRPr sz="820" b="0" i="0" u="none" cap="none">
              <a:solidFill>
                <a:schemeClr val="dk1"/>
              </a:solidFill>
              <a:latin typeface="Arial"/>
              <a:ea typeface="Arial"/>
              <a:cs typeface="Arial"/>
            </a:endParaRPr>
          </a:p>
        </p:txBody>
      </p:sp>
      <p:sp>
        <p:nvSpPr>
          <p:cNvPr id="3193" name="Google Shape;3193;p50">
            <a:extLst xmlns:a="http://schemas.openxmlformats.org/drawingml/2006/main">
              <a:ext uri="{FF2B5EF4-FFF2-40B4-BE49-F238E27FC236}">
                <a16:creationId xmlns:a16="http://schemas.microsoft.com/office/drawing/2014/main" id="{8FC91362-F250-40F5-960D-558AE1002154}"/>
              </a:ext>
            </a:extLst>
          </p:cNvPr>
          <p:cNvSpPr>
            <a:spLocks xmlns:a="http://schemas.openxmlformats.org/drawingml/2006/main" noGrp="1"/>
          </p:cNvSpPr>
          <p:nvPr/>
        </p:nvSpPr>
        <p:spPr>
          <a:xfrm xmlns:a="http://schemas.openxmlformats.org/drawingml/2006/main">
            <a:off x="2020824" y="2428385"/>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 sec]</a:t>
            </a:r>
            <a:endParaRPr sz="820" b="0" i="0" u="none" cap="none">
              <a:solidFill>
                <a:schemeClr val="dk1"/>
              </a:solidFill>
              <a:latin typeface="Arial"/>
              <a:ea typeface="Arial"/>
              <a:cs typeface="Arial"/>
            </a:endParaRPr>
          </a:p>
        </p:txBody>
      </p:sp>
      <p:sp>
        <p:nvSpPr>
          <p:cNvPr id="3194" name="Google Shape;3194;p50">
            <a:extLst xmlns:a="http://schemas.openxmlformats.org/drawingml/2006/main">
              <a:ext uri="{FF2B5EF4-FFF2-40B4-BE49-F238E27FC236}">
                <a16:creationId xmlns:a16="http://schemas.microsoft.com/office/drawing/2014/main" id="{BB1E7738-EE3E-4031-BE38-F9AB61984F1E}"/>
              </a:ext>
            </a:extLst>
          </p:cNvPr>
          <p:cNvSpPr>
            <a:spLocks xmlns:a="http://schemas.openxmlformats.org/drawingml/2006/main" noGrp="1"/>
          </p:cNvSpPr>
          <p:nvPr/>
        </p:nvSpPr>
        <p:spPr>
          <a:xfrm xmlns:a="http://schemas.openxmlformats.org/drawingml/2006/main">
            <a:off x="320040" y="2617797"/>
            <a:ext cx="4114800" cy="189411"/>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45" name="Google Shape;3195;p50"/>
          <p:cNvCxnSpPr/>
          <p:nvPr/>
        </p:nvCxnSpPr>
        <p:spPr>
          <a:xfrm xmlns:a="http://schemas.openxmlformats.org/drawingml/2006/main">
            <a:off x="320040" y="2807208"/>
            <a:ext cx="411480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196" name="Google Shape;3196;p50">
            <a:extLst xmlns:a="http://schemas.openxmlformats.org/drawingml/2006/main">
              <a:ext uri="{FF2B5EF4-FFF2-40B4-BE49-F238E27FC236}">
                <a16:creationId xmlns:a16="http://schemas.microsoft.com/office/drawing/2014/main" id="{9E44F6F6-6663-4853-B10C-EA6FE2382E17}"/>
              </a:ext>
            </a:extLst>
          </p:cNvPr>
          <p:cNvSpPr>
            <a:spLocks xmlns:a="http://schemas.openxmlformats.org/drawingml/2006/main" noGrp="1"/>
          </p:cNvSpPr>
          <p:nvPr/>
        </p:nvSpPr>
        <p:spPr>
          <a:xfrm xmlns:a="http://schemas.openxmlformats.org/drawingml/2006/main">
            <a:off x="374904" y="2617797"/>
            <a:ext cx="159105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Robot handling</a:t>
            </a:r>
            <a:endParaRPr sz="820" b="0" i="0" u="none" cap="none">
              <a:solidFill>
                <a:schemeClr val="dk1"/>
              </a:solidFill>
              <a:latin typeface="Arial"/>
              <a:ea typeface="Arial"/>
              <a:cs typeface="Arial"/>
            </a:endParaRPr>
          </a:p>
        </p:txBody>
      </p:sp>
      <p:sp>
        <p:nvSpPr>
          <p:cNvPr id="3197" name="Google Shape;3197;p50">
            <a:extLst xmlns:a="http://schemas.openxmlformats.org/drawingml/2006/main">
              <a:ext uri="{FF2B5EF4-FFF2-40B4-BE49-F238E27FC236}">
                <a16:creationId xmlns:a16="http://schemas.microsoft.com/office/drawing/2014/main" id="{F3F83623-8BA7-433C-B37C-CD1106A56D32}"/>
              </a:ext>
            </a:extLst>
          </p:cNvPr>
          <p:cNvSpPr>
            <a:spLocks xmlns:a="http://schemas.openxmlformats.org/drawingml/2006/main" noGrp="1"/>
          </p:cNvSpPr>
          <p:nvPr/>
        </p:nvSpPr>
        <p:spPr>
          <a:xfrm xmlns:a="http://schemas.openxmlformats.org/drawingml/2006/main">
            <a:off x="2020824" y="2617797"/>
            <a:ext cx="2414016" cy="18941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[reset allowed; no new preload (&lt;RSC5&gt;)]</a:t>
            </a:r>
            <a:endParaRPr sz="820" b="0" i="0" u="none" cap="none">
              <a:solidFill>
                <a:schemeClr val="dk1"/>
              </a:solidFill>
              <a:latin typeface="Arial"/>
              <a:ea typeface="Arial"/>
              <a:cs typeface="Arial"/>
            </a:endParaRPr>
          </a:p>
        </p:txBody>
      </p:sp>
      <p:sp>
        <p:nvSpPr>
          <p:cNvPr id="3198" name="Google Shape;3198;p50">
            <a:extLst xmlns:a="http://schemas.openxmlformats.org/drawingml/2006/main">
              <a:ext uri="{FF2B5EF4-FFF2-40B4-BE49-F238E27FC236}">
                <a16:creationId xmlns:a16="http://schemas.microsoft.com/office/drawing/2014/main" id="{902F5652-918B-4284-B2C5-92EEF5B98D24}"/>
              </a:ext>
            </a:extLst>
          </p:cNvPr>
          <p:cNvSpPr>
            <a:spLocks xmlns:a="http://schemas.openxmlformats.org/drawingml/2006/main" noGrp="1"/>
          </p:cNvSpPr>
          <p:nvPr/>
        </p:nvSpPr>
        <p:spPr>
          <a:xfrm xmlns:a="http://schemas.openxmlformats.org/drawingml/2006/main">
            <a:off x="320040" y="1298448"/>
            <a:ext cx="4114800" cy="15087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199" name="Google Shape;3199;p50">
            <a:extLst xmlns:a="http://schemas.openxmlformats.org/drawingml/2006/main">
              <a:ext uri="{FF2B5EF4-FFF2-40B4-BE49-F238E27FC236}">
                <a16:creationId xmlns:a16="http://schemas.microsoft.com/office/drawing/2014/main" id="{9F2B8218-D3C1-4ADD-982B-8A30FE5AD3D7}"/>
              </a:ext>
            </a:extLst>
          </p:cNvPr>
          <p:cNvSpPr>
            <a:spLocks xmlns:a="http://schemas.openxmlformats.org/drawingml/2006/main" noGrp="1"/>
          </p:cNvSpPr>
          <p:nvPr/>
        </p:nvSpPr>
        <p:spPr>
          <a:xfrm xmlns:a="http://schemas.openxmlformats.org/drawingml/2006/main">
            <a:off x="5852160" y="1078992"/>
            <a:ext cx="1737360" cy="173736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00" name="Google Shape;3200;p50">
            <a:extLst xmlns:a="http://schemas.openxmlformats.org/drawingml/2006/main">
              <a:ext uri="{FF2B5EF4-FFF2-40B4-BE49-F238E27FC236}">
                <a16:creationId xmlns:a16="http://schemas.microsoft.com/office/drawing/2014/main" id="{40DFDCFF-759A-410A-B98F-918E6ADFF4F6}"/>
              </a:ext>
            </a:extLst>
          </p:cNvPr>
          <p:cNvSpPr>
            <a:spLocks xmlns:a="http://schemas.openxmlformats.org/drawingml/2006/main" noGrp="1"/>
          </p:cNvSpPr>
          <p:nvPr/>
        </p:nvSpPr>
        <p:spPr>
          <a:xfrm xmlns:a="http://schemas.openxmlformats.org/drawingml/2006/main">
            <a:off x="5852160" y="1078992"/>
            <a:ext cx="173736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[Skills path sketch — arrows, landmarks, handling/reset points, and scoring actions in order]</a:t>
            </a:r>
            <a:endParaRPr sz="900" b="0" i="0" u="none" cap="none">
              <a:solidFill>
                <a:schemeClr val="dk1"/>
              </a:solidFill>
              <a:latin typeface="Arial"/>
              <a:ea typeface="Arial"/>
              <a:cs typeface="Arial"/>
            </a:endParaRPr>
          </a:p>
        </p:txBody>
      </p:sp>
      <p:sp>
        <p:nvSpPr>
          <p:cNvPr id="3201" name="Google Shape;3201;p50">
            <a:extLst xmlns:a="http://schemas.openxmlformats.org/drawingml/2006/main">
              <a:ext uri="{FF2B5EF4-FFF2-40B4-BE49-F238E27FC236}">
                <a16:creationId xmlns:a16="http://schemas.microsoft.com/office/drawing/2014/main" id="{17CC0665-7EAE-4CB3-8D3B-D460BA235704}"/>
              </a:ext>
            </a:extLst>
          </p:cNvPr>
          <p:cNvSpPr>
            <a:spLocks xmlns:a="http://schemas.openxmlformats.org/drawingml/2006/main" noGrp="1"/>
          </p:cNvSpPr>
          <p:nvPr/>
        </p:nvSpPr>
        <p:spPr>
          <a:xfrm xmlns:a="http://schemas.openxmlformats.org/drawingml/2006/main">
            <a:off x="320040" y="2889504"/>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EA580C"/>
              </a:buClr>
              <a:buSzPts val="900"/>
              <a:buFont typeface="Arial"/>
              <a:buNone/>
            </a:pPr>
            <a:r>
              <a:rPr sz="900" b="1" i="0" u="none" cap="none">
                <a:solidFill>
                  <a:srgbClr val="EA580C"/>
                </a:solidFill>
                <a:latin typeface="Arial"/>
                <a:ea typeface="Arial"/>
                <a:cs typeface="Arial"/>
              </a:rPr>
              <a:t>SEQUENCE — step-by-step with coordinates</a:t>
            </a:r>
            <a:endParaRPr sz="900" b="0" i="0" u="none" cap="none">
              <a:solidFill>
                <a:schemeClr val="dk1"/>
              </a:solidFill>
              <a:latin typeface="Arial"/>
              <a:ea typeface="Arial"/>
              <a:cs typeface="Arial"/>
            </a:endParaRPr>
          </a:p>
        </p:txBody>
      </p:sp>
      <p:sp>
        <p:nvSpPr>
          <p:cNvPr id="3202" name="Google Shape;3202;p50">
            <a:extLst xmlns:a="http://schemas.openxmlformats.org/drawingml/2006/main">
              <a:ext uri="{FF2B5EF4-FFF2-40B4-BE49-F238E27FC236}">
                <a16:creationId xmlns:a16="http://schemas.microsoft.com/office/drawing/2014/main" id="{0378A257-B6C0-4640-A0AE-E12215C92E7F}"/>
              </a:ext>
            </a:extLst>
          </p:cNvPr>
          <p:cNvSpPr>
            <a:spLocks xmlns:a="http://schemas.openxmlformats.org/drawingml/2006/main" noGrp="1"/>
          </p:cNvSpPr>
          <p:nvPr/>
        </p:nvSpPr>
        <p:spPr>
          <a:xfrm xmlns:a="http://schemas.openxmlformats.org/drawingml/2006/main">
            <a:off x="320040" y="3108960"/>
            <a:ext cx="8503920" cy="201168"/>
          </a:xfrm>
          <a:prstGeom xmlns:a="http://schemas.openxmlformats.org/drawingml/2006/main" prst="rect">
            <a:avLst/>
          </a:prstGeom>
          <a:solidFill xmlns:a="http://schemas.openxmlformats.org/drawingml/2006/main">
            <a:srgbClr val="EA580C"/>
          </a:solidFill>
          <a:ln xmlns:a="http://schemas.openxmlformats.org/drawingml/2006/main" w="12700" cmpd="sng">
            <a:solidFill>
              <a:srgbClr val="EA580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03" name="Google Shape;3203;p50">
            <a:extLst xmlns:a="http://schemas.openxmlformats.org/drawingml/2006/main">
              <a:ext uri="{FF2B5EF4-FFF2-40B4-BE49-F238E27FC236}">
                <a16:creationId xmlns:a16="http://schemas.microsoft.com/office/drawing/2014/main" id="{7343A265-8F37-4BA5-BC8E-408D3EC5C556}"/>
              </a:ext>
            </a:extLst>
          </p:cNvPr>
          <p:cNvSpPr>
            <a:spLocks xmlns:a="http://schemas.openxmlformats.org/drawingml/2006/main" noGrp="1"/>
          </p:cNvSpPr>
          <p:nvPr/>
        </p:nvSpPr>
        <p:spPr>
          <a:xfrm xmlns:a="http://schemas.openxmlformats.org/drawingml/2006/main">
            <a:off x="374904" y="3108960"/>
            <a:ext cx="448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Step</a:t>
            </a:r>
            <a:endParaRPr sz="850" b="0" i="0" u="none" cap="none">
              <a:solidFill>
                <a:schemeClr val="dk1"/>
              </a:solidFill>
              <a:latin typeface="Arial"/>
              <a:ea typeface="Arial"/>
              <a:cs typeface="Arial"/>
            </a:endParaRPr>
          </a:p>
        </p:txBody>
      </p:sp>
      <p:sp>
        <p:nvSpPr>
          <p:cNvPr id="3204" name="Google Shape;3204;p50">
            <a:extLst xmlns:a="http://schemas.openxmlformats.org/drawingml/2006/main">
              <a:ext uri="{FF2B5EF4-FFF2-40B4-BE49-F238E27FC236}">
                <a16:creationId xmlns:a16="http://schemas.microsoft.com/office/drawing/2014/main" id="{DBAA3FAA-5110-49B1-B7B4-CF1840806588}"/>
              </a:ext>
            </a:extLst>
          </p:cNvPr>
          <p:cNvSpPr>
            <a:spLocks xmlns:a="http://schemas.openxmlformats.org/drawingml/2006/main" noGrp="1"/>
          </p:cNvSpPr>
          <p:nvPr/>
        </p:nvSpPr>
        <p:spPr>
          <a:xfrm xmlns:a="http://schemas.openxmlformats.org/drawingml/2006/main">
            <a:off x="877824" y="3108960"/>
            <a:ext cx="676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Time (s)</a:t>
            </a:r>
            <a:endParaRPr sz="850" b="0" i="0" u="none" cap="none">
              <a:solidFill>
                <a:schemeClr val="dk1"/>
              </a:solidFill>
              <a:latin typeface="Arial"/>
              <a:ea typeface="Arial"/>
              <a:cs typeface="Arial"/>
            </a:endParaRPr>
          </a:p>
        </p:txBody>
      </p:sp>
      <p:sp>
        <p:nvSpPr>
          <p:cNvPr id="3205" name="Google Shape;3205;p50">
            <a:extLst xmlns:a="http://schemas.openxmlformats.org/drawingml/2006/main">
              <a:ext uri="{FF2B5EF4-FFF2-40B4-BE49-F238E27FC236}">
                <a16:creationId xmlns:a16="http://schemas.microsoft.com/office/drawing/2014/main" id="{379BC0C0-7332-45E4-8BC9-767B9F812672}"/>
              </a:ext>
            </a:extLst>
          </p:cNvPr>
          <p:cNvSpPr>
            <a:spLocks xmlns:a="http://schemas.openxmlformats.org/drawingml/2006/main" noGrp="1"/>
          </p:cNvSpPr>
          <p:nvPr/>
        </p:nvSpPr>
        <p:spPr>
          <a:xfrm xmlns:a="http://schemas.openxmlformats.org/drawingml/2006/main">
            <a:off x="1609344" y="3108960"/>
            <a:ext cx="28712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Action</a:t>
            </a:r>
            <a:endParaRPr sz="850" b="0" i="0" u="none" cap="none">
              <a:solidFill>
                <a:schemeClr val="dk1"/>
              </a:solidFill>
              <a:latin typeface="Arial"/>
              <a:ea typeface="Arial"/>
              <a:cs typeface="Arial"/>
            </a:endParaRPr>
          </a:p>
        </p:txBody>
      </p:sp>
      <p:sp>
        <p:nvSpPr>
          <p:cNvPr id="3206" name="Google Shape;3206;p50">
            <a:extLst xmlns:a="http://schemas.openxmlformats.org/drawingml/2006/main">
              <a:ext uri="{FF2B5EF4-FFF2-40B4-BE49-F238E27FC236}">
                <a16:creationId xmlns:a16="http://schemas.microsoft.com/office/drawing/2014/main" id="{DF11B56D-CDA6-46B2-974A-F3CA4C713828}"/>
              </a:ext>
            </a:extLst>
          </p:cNvPr>
          <p:cNvSpPr>
            <a:spLocks xmlns:a="http://schemas.openxmlformats.org/drawingml/2006/main" noGrp="1"/>
          </p:cNvSpPr>
          <p:nvPr/>
        </p:nvSpPr>
        <p:spPr>
          <a:xfrm xmlns:a="http://schemas.openxmlformats.org/drawingml/2006/main">
            <a:off x="4535424" y="3108960"/>
            <a:ext cx="18653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Coords / Heading</a:t>
            </a:r>
            <a:endParaRPr sz="850" b="0" i="0" u="none" cap="none">
              <a:solidFill>
                <a:schemeClr val="dk1"/>
              </a:solidFill>
              <a:latin typeface="Arial"/>
              <a:ea typeface="Arial"/>
              <a:cs typeface="Arial"/>
            </a:endParaRPr>
          </a:p>
        </p:txBody>
      </p:sp>
      <p:sp>
        <p:nvSpPr>
          <p:cNvPr id="3207" name="Google Shape;3207;p50">
            <a:extLst xmlns:a="http://schemas.openxmlformats.org/drawingml/2006/main">
              <a:ext uri="{FF2B5EF4-FFF2-40B4-BE49-F238E27FC236}">
                <a16:creationId xmlns:a16="http://schemas.microsoft.com/office/drawing/2014/main" id="{58B3F68A-B1AA-4F0A-AD0E-90153451EBF2}"/>
              </a:ext>
            </a:extLst>
          </p:cNvPr>
          <p:cNvSpPr>
            <a:spLocks xmlns:a="http://schemas.openxmlformats.org/drawingml/2006/main" noGrp="1"/>
          </p:cNvSpPr>
          <p:nvPr/>
        </p:nvSpPr>
        <p:spPr>
          <a:xfrm xmlns:a="http://schemas.openxmlformats.org/drawingml/2006/main">
            <a:off x="6455664" y="3108960"/>
            <a:ext cx="236829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Expected Result</a:t>
            </a:r>
            <a:endParaRPr sz="850" b="0" i="0" u="none" cap="none">
              <a:solidFill>
                <a:schemeClr val="dk1"/>
              </a:solidFill>
              <a:latin typeface="Arial"/>
              <a:ea typeface="Arial"/>
              <a:cs typeface="Arial"/>
            </a:endParaRPr>
          </a:p>
        </p:txBody>
      </p:sp>
      <p:sp>
        <p:nvSpPr>
          <p:cNvPr id="3208" name="Google Shape;3208;p50">
            <a:extLst xmlns:a="http://schemas.openxmlformats.org/drawingml/2006/main">
              <a:ext uri="{FF2B5EF4-FFF2-40B4-BE49-F238E27FC236}">
                <a16:creationId xmlns:a16="http://schemas.microsoft.com/office/drawing/2014/main" id="{FF1AEE6F-AD55-4740-9B75-E7874E2CD5DF}"/>
              </a:ext>
            </a:extLst>
          </p:cNvPr>
          <p:cNvSpPr>
            <a:spLocks xmlns:a="http://schemas.openxmlformats.org/drawingml/2006/main" noGrp="1"/>
          </p:cNvSpPr>
          <p:nvPr/>
        </p:nvSpPr>
        <p:spPr>
          <a:xfrm xmlns:a="http://schemas.openxmlformats.org/drawingml/2006/main">
            <a:off x="320040" y="3310128"/>
            <a:ext cx="8503920" cy="17983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59" name="Google Shape;3209;p50"/>
          <p:cNvCxnSpPr/>
          <p:nvPr/>
        </p:nvCxnSpPr>
        <p:spPr>
          <a:xfrm xmlns:a="http://schemas.openxmlformats.org/drawingml/2006/main">
            <a:off x="320040" y="34899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10" name="Google Shape;3210;p50">
            <a:extLst xmlns:a="http://schemas.openxmlformats.org/drawingml/2006/main">
              <a:ext uri="{FF2B5EF4-FFF2-40B4-BE49-F238E27FC236}">
                <a16:creationId xmlns:a16="http://schemas.microsoft.com/office/drawing/2014/main" id="{2C254114-4EDB-4CE4-ACB1-E34FD9286AA6}"/>
              </a:ext>
            </a:extLst>
          </p:cNvPr>
          <p:cNvSpPr>
            <a:spLocks xmlns:a="http://schemas.openxmlformats.org/drawingml/2006/main" noGrp="1"/>
          </p:cNvSpPr>
          <p:nvPr/>
        </p:nvSpPr>
        <p:spPr>
          <a:xfrm xmlns:a="http://schemas.openxmlformats.org/drawingml/2006/main">
            <a:off x="374904" y="3310128"/>
            <a:ext cx="4480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1</a:t>
            </a:r>
            <a:endParaRPr sz="820" b="0" i="0" u="none" cap="none">
              <a:solidFill>
                <a:schemeClr val="dk1"/>
              </a:solidFill>
              <a:latin typeface="Arial"/>
              <a:ea typeface="Arial"/>
              <a:cs typeface="Arial"/>
            </a:endParaRPr>
          </a:p>
        </p:txBody>
      </p:sp>
      <p:sp>
        <p:nvSpPr>
          <p:cNvPr id="3211" name="Google Shape;3211;p50">
            <a:extLst xmlns:a="http://schemas.openxmlformats.org/drawingml/2006/main">
              <a:ext uri="{FF2B5EF4-FFF2-40B4-BE49-F238E27FC236}">
                <a16:creationId xmlns:a16="http://schemas.microsoft.com/office/drawing/2014/main" id="{D48D88C2-3B39-4686-BB57-F0F2A9194775}"/>
              </a:ext>
            </a:extLst>
          </p:cNvPr>
          <p:cNvSpPr>
            <a:spLocks xmlns:a="http://schemas.openxmlformats.org/drawingml/2006/main" noGrp="1"/>
          </p:cNvSpPr>
          <p:nvPr/>
        </p:nvSpPr>
        <p:spPr>
          <a:xfrm xmlns:a="http://schemas.openxmlformats.org/drawingml/2006/main">
            <a:off x="877824" y="3310128"/>
            <a:ext cx="6766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0.0</a:t>
            </a:r>
            <a:endParaRPr sz="820" b="0" i="0" u="none" cap="none">
              <a:solidFill>
                <a:schemeClr val="dk1"/>
              </a:solidFill>
              <a:latin typeface="Arial"/>
              <a:ea typeface="Arial"/>
              <a:cs typeface="Arial"/>
            </a:endParaRPr>
          </a:p>
        </p:txBody>
      </p:sp>
      <p:sp>
        <p:nvSpPr>
          <p:cNvPr id="3212" name="Google Shape;3212;p50">
            <a:extLst xmlns:a="http://schemas.openxmlformats.org/drawingml/2006/main">
              <a:ext uri="{FF2B5EF4-FFF2-40B4-BE49-F238E27FC236}">
                <a16:creationId xmlns:a16="http://schemas.microsoft.com/office/drawing/2014/main" id="{0F43FAD3-2913-414C-AB96-CBDEE7FAF14A}"/>
              </a:ext>
            </a:extLst>
          </p:cNvPr>
          <p:cNvSpPr>
            <a:spLocks xmlns:a="http://schemas.openxmlformats.org/drawingml/2006/main" noGrp="1"/>
          </p:cNvSpPr>
          <p:nvPr/>
        </p:nvSpPr>
        <p:spPr>
          <a:xfrm xmlns:a="http://schemas.openxmlformats.org/drawingml/2006/main">
            <a:off x="1609344" y="3310128"/>
            <a:ext cx="287121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[Action: drive, turn, intake, score]</a:t>
            </a:r>
            <a:endParaRPr sz="820" b="0" i="0" u="none" cap="none">
              <a:solidFill>
                <a:schemeClr val="dk1"/>
              </a:solidFill>
              <a:latin typeface="Arial"/>
              <a:ea typeface="Arial"/>
              <a:cs typeface="Arial"/>
            </a:endParaRPr>
          </a:p>
        </p:txBody>
      </p:sp>
      <p:sp>
        <p:nvSpPr>
          <p:cNvPr id="3213" name="Google Shape;3213;p50">
            <a:extLst xmlns:a="http://schemas.openxmlformats.org/drawingml/2006/main">
              <a:ext uri="{FF2B5EF4-FFF2-40B4-BE49-F238E27FC236}">
                <a16:creationId xmlns:a16="http://schemas.microsoft.com/office/drawing/2014/main" id="{9DBC29A0-203B-4145-A443-0150381A2AEC}"/>
              </a:ext>
            </a:extLst>
          </p:cNvPr>
          <p:cNvSpPr>
            <a:spLocks xmlns:a="http://schemas.openxmlformats.org/drawingml/2006/main" noGrp="1"/>
          </p:cNvSpPr>
          <p:nvPr/>
        </p:nvSpPr>
        <p:spPr>
          <a:xfrm xmlns:a="http://schemas.openxmlformats.org/drawingml/2006/main">
            <a:off x="4535424" y="3310128"/>
            <a:ext cx="186537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[Coords / heading]</a:t>
            </a:r>
            <a:endParaRPr sz="820" b="0" i="0" u="none" cap="none">
              <a:solidFill>
                <a:schemeClr val="dk1"/>
              </a:solidFill>
              <a:latin typeface="Arial"/>
              <a:ea typeface="Arial"/>
              <a:cs typeface="Arial"/>
            </a:endParaRPr>
          </a:p>
        </p:txBody>
      </p:sp>
      <p:sp>
        <p:nvSpPr>
          <p:cNvPr id="3214" name="Google Shape;3214;p50">
            <a:extLst xmlns:a="http://schemas.openxmlformats.org/drawingml/2006/main">
              <a:ext uri="{FF2B5EF4-FFF2-40B4-BE49-F238E27FC236}">
                <a16:creationId xmlns:a16="http://schemas.microsoft.com/office/drawing/2014/main" id="{8F2E16E4-3B64-495E-9963-BB63D796B965}"/>
              </a:ext>
            </a:extLst>
          </p:cNvPr>
          <p:cNvSpPr>
            <a:spLocks xmlns:a="http://schemas.openxmlformats.org/drawingml/2006/main" noGrp="1"/>
          </p:cNvSpPr>
          <p:nvPr/>
        </p:nvSpPr>
        <p:spPr>
          <a:xfrm xmlns:a="http://schemas.openxmlformats.org/drawingml/2006/main">
            <a:off x="6455664" y="3310128"/>
            <a:ext cx="236829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[Expected result]</a:t>
            </a:r>
            <a:endParaRPr sz="820" b="0" i="0" u="none" cap="none">
              <a:solidFill>
                <a:schemeClr val="dk1"/>
              </a:solidFill>
              <a:latin typeface="Arial"/>
              <a:ea typeface="Arial"/>
              <a:cs typeface="Arial"/>
            </a:endParaRPr>
          </a:p>
        </p:txBody>
      </p:sp>
      <p:cxnSp>
        <p:nvCxnSpPr>
          <p:cNvPr id="3465" name="Google Shape;3215;p50"/>
          <p:cNvCxnSpPr/>
          <p:nvPr/>
        </p:nvCxnSpPr>
        <p:spPr>
          <a:xfrm xmlns:a="http://schemas.openxmlformats.org/drawingml/2006/main">
            <a:off x="320040" y="366979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16" name="Google Shape;3216;p50">
            <a:extLst xmlns:a="http://schemas.openxmlformats.org/drawingml/2006/main">
              <a:ext uri="{FF2B5EF4-FFF2-40B4-BE49-F238E27FC236}">
                <a16:creationId xmlns:a16="http://schemas.microsoft.com/office/drawing/2014/main" id="{A3D5C3F1-C57E-4650-8857-502320DC9E35}"/>
              </a:ext>
            </a:extLst>
          </p:cNvPr>
          <p:cNvSpPr>
            <a:spLocks xmlns:a="http://schemas.openxmlformats.org/drawingml/2006/main" noGrp="1"/>
          </p:cNvSpPr>
          <p:nvPr/>
        </p:nvSpPr>
        <p:spPr>
          <a:xfrm xmlns:a="http://schemas.openxmlformats.org/drawingml/2006/main">
            <a:off x="374904" y="3489960"/>
            <a:ext cx="4480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2</a:t>
            </a:r>
            <a:endParaRPr sz="820" b="0" i="0" u="none" cap="none">
              <a:solidFill>
                <a:schemeClr val="dk1"/>
              </a:solidFill>
              <a:latin typeface="Arial"/>
              <a:ea typeface="Arial"/>
              <a:cs typeface="Arial"/>
            </a:endParaRPr>
          </a:p>
        </p:txBody>
      </p:sp>
      <p:sp>
        <p:nvSpPr>
          <p:cNvPr id="3217" name="Google Shape;3217;p50">
            <a:extLst xmlns:a="http://schemas.openxmlformats.org/drawingml/2006/main">
              <a:ext uri="{FF2B5EF4-FFF2-40B4-BE49-F238E27FC236}">
                <a16:creationId xmlns:a16="http://schemas.microsoft.com/office/drawing/2014/main" id="{71ED0833-733B-405C-90D8-E5B178715E65}"/>
              </a:ext>
            </a:extLst>
          </p:cNvPr>
          <p:cNvSpPr>
            <a:spLocks xmlns:a="http://schemas.openxmlformats.org/drawingml/2006/main" noGrp="1"/>
          </p:cNvSpPr>
          <p:nvPr/>
        </p:nvSpPr>
        <p:spPr>
          <a:xfrm xmlns:a="http://schemas.openxmlformats.org/drawingml/2006/main">
            <a:off x="877824" y="3489960"/>
            <a:ext cx="6766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0.0</a:t>
            </a:r>
            <a:endParaRPr sz="820" b="0" i="0" u="none" cap="none">
              <a:solidFill>
                <a:schemeClr val="dk1"/>
              </a:solidFill>
              <a:latin typeface="Arial"/>
              <a:ea typeface="Arial"/>
              <a:cs typeface="Arial"/>
            </a:endParaRPr>
          </a:p>
        </p:txBody>
      </p:sp>
      <p:sp>
        <p:nvSpPr>
          <p:cNvPr id="3218" name="Google Shape;3218;p50">
            <a:extLst xmlns:a="http://schemas.openxmlformats.org/drawingml/2006/main">
              <a:ext uri="{FF2B5EF4-FFF2-40B4-BE49-F238E27FC236}">
                <a16:creationId xmlns:a16="http://schemas.microsoft.com/office/drawing/2014/main" id="{CE585C54-2224-43D4-9232-78865763A0FF}"/>
              </a:ext>
            </a:extLst>
          </p:cNvPr>
          <p:cNvSpPr>
            <a:spLocks xmlns:a="http://schemas.openxmlformats.org/drawingml/2006/main" noGrp="1"/>
          </p:cNvSpPr>
          <p:nvPr/>
        </p:nvSpPr>
        <p:spPr>
          <a:xfrm xmlns:a="http://schemas.openxmlformats.org/drawingml/2006/main">
            <a:off x="1609344" y="3489960"/>
            <a:ext cx="287121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[Action]</a:t>
            </a:r>
            <a:endParaRPr sz="820" b="0" i="0" u="none" cap="none">
              <a:solidFill>
                <a:schemeClr val="dk1"/>
              </a:solidFill>
              <a:latin typeface="Arial"/>
              <a:ea typeface="Arial"/>
              <a:cs typeface="Arial"/>
            </a:endParaRPr>
          </a:p>
        </p:txBody>
      </p:sp>
      <p:sp>
        <p:nvSpPr>
          <p:cNvPr id="3219" name="Google Shape;3219;p50">
            <a:extLst xmlns:a="http://schemas.openxmlformats.org/drawingml/2006/main">
              <a:ext uri="{FF2B5EF4-FFF2-40B4-BE49-F238E27FC236}">
                <a16:creationId xmlns:a16="http://schemas.microsoft.com/office/drawing/2014/main" id="{A9F9645F-61EA-40C3-8D62-BF13AA0DE3FA}"/>
              </a:ext>
            </a:extLst>
          </p:cNvPr>
          <p:cNvSpPr>
            <a:spLocks xmlns:a="http://schemas.openxmlformats.org/drawingml/2006/main" noGrp="1"/>
          </p:cNvSpPr>
          <p:nvPr/>
        </p:nvSpPr>
        <p:spPr>
          <a:xfrm xmlns:a="http://schemas.openxmlformats.org/drawingml/2006/main">
            <a:off x="4535424" y="3489960"/>
            <a:ext cx="186537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[Coords]</a:t>
            </a:r>
            <a:endParaRPr sz="820" b="0" i="0" u="none" cap="none">
              <a:solidFill>
                <a:schemeClr val="dk1"/>
              </a:solidFill>
              <a:latin typeface="Arial"/>
              <a:ea typeface="Arial"/>
              <a:cs typeface="Arial"/>
            </a:endParaRPr>
          </a:p>
        </p:txBody>
      </p:sp>
      <p:sp>
        <p:nvSpPr>
          <p:cNvPr id="3220" name="Google Shape;3220;p50">
            <a:extLst xmlns:a="http://schemas.openxmlformats.org/drawingml/2006/main">
              <a:ext uri="{FF2B5EF4-FFF2-40B4-BE49-F238E27FC236}">
                <a16:creationId xmlns:a16="http://schemas.microsoft.com/office/drawing/2014/main" id="{22C37562-EEC5-40D5-90F7-F444985F1943}"/>
              </a:ext>
            </a:extLst>
          </p:cNvPr>
          <p:cNvSpPr>
            <a:spLocks xmlns:a="http://schemas.openxmlformats.org/drawingml/2006/main" noGrp="1"/>
          </p:cNvSpPr>
          <p:nvPr/>
        </p:nvSpPr>
        <p:spPr>
          <a:xfrm xmlns:a="http://schemas.openxmlformats.org/drawingml/2006/main">
            <a:off x="6455664" y="3489960"/>
            <a:ext cx="236829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[Result]</a:t>
            </a:r>
            <a:endParaRPr sz="820" b="0" i="0" u="none" cap="none">
              <a:solidFill>
                <a:schemeClr val="dk1"/>
              </a:solidFill>
              <a:latin typeface="Arial"/>
              <a:ea typeface="Arial"/>
              <a:cs typeface="Arial"/>
            </a:endParaRPr>
          </a:p>
        </p:txBody>
      </p:sp>
      <p:sp>
        <p:nvSpPr>
          <p:cNvPr id="3221" name="Google Shape;3221;p50">
            <a:extLst xmlns:a="http://schemas.openxmlformats.org/drawingml/2006/main">
              <a:ext uri="{FF2B5EF4-FFF2-40B4-BE49-F238E27FC236}">
                <a16:creationId xmlns:a16="http://schemas.microsoft.com/office/drawing/2014/main" id="{58448F68-1258-4024-8098-EEF0B22AFFBB}"/>
              </a:ext>
            </a:extLst>
          </p:cNvPr>
          <p:cNvSpPr>
            <a:spLocks xmlns:a="http://schemas.openxmlformats.org/drawingml/2006/main" noGrp="1"/>
          </p:cNvSpPr>
          <p:nvPr/>
        </p:nvSpPr>
        <p:spPr>
          <a:xfrm xmlns:a="http://schemas.openxmlformats.org/drawingml/2006/main">
            <a:off x="320040" y="3669792"/>
            <a:ext cx="8503920" cy="17983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72" name="Google Shape;3222;p50"/>
          <p:cNvCxnSpPr/>
          <p:nvPr/>
        </p:nvCxnSpPr>
        <p:spPr>
          <a:xfrm xmlns:a="http://schemas.openxmlformats.org/drawingml/2006/main">
            <a:off x="320040" y="384962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23" name="Google Shape;3223;p50">
            <a:extLst xmlns:a="http://schemas.openxmlformats.org/drawingml/2006/main">
              <a:ext uri="{FF2B5EF4-FFF2-40B4-BE49-F238E27FC236}">
                <a16:creationId xmlns:a16="http://schemas.microsoft.com/office/drawing/2014/main" id="{720ADBD1-50BE-418D-A5A9-C88687E71162}"/>
              </a:ext>
            </a:extLst>
          </p:cNvPr>
          <p:cNvSpPr>
            <a:spLocks xmlns:a="http://schemas.openxmlformats.org/drawingml/2006/main" noGrp="1"/>
          </p:cNvSpPr>
          <p:nvPr/>
        </p:nvSpPr>
        <p:spPr>
          <a:xfrm xmlns:a="http://schemas.openxmlformats.org/drawingml/2006/main">
            <a:off x="374904" y="3669792"/>
            <a:ext cx="4480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3</a:t>
            </a:r>
            <a:endParaRPr sz="820" b="0" i="0" u="none" cap="none">
              <a:solidFill>
                <a:schemeClr val="dk1"/>
              </a:solidFill>
              <a:latin typeface="Arial"/>
              <a:ea typeface="Arial"/>
              <a:cs typeface="Arial"/>
            </a:endParaRPr>
          </a:p>
        </p:txBody>
      </p:sp>
      <p:sp>
        <p:nvSpPr>
          <p:cNvPr id="3224" name="Google Shape;3224;p50">
            <a:extLst xmlns:a="http://schemas.openxmlformats.org/drawingml/2006/main">
              <a:ext uri="{FF2B5EF4-FFF2-40B4-BE49-F238E27FC236}">
                <a16:creationId xmlns:a16="http://schemas.microsoft.com/office/drawing/2014/main" id="{6E2F2D2F-8CE3-4398-9FBD-4760E0C35AA5}"/>
              </a:ext>
            </a:extLst>
          </p:cNvPr>
          <p:cNvSpPr>
            <a:spLocks xmlns:a="http://schemas.openxmlformats.org/drawingml/2006/main" noGrp="1"/>
          </p:cNvSpPr>
          <p:nvPr/>
        </p:nvSpPr>
        <p:spPr>
          <a:xfrm xmlns:a="http://schemas.openxmlformats.org/drawingml/2006/main">
            <a:off x="877824" y="3669792"/>
            <a:ext cx="6766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0.0</a:t>
            </a:r>
            <a:endParaRPr sz="820" b="0" i="0" u="none" cap="none">
              <a:solidFill>
                <a:schemeClr val="dk1"/>
              </a:solidFill>
              <a:latin typeface="Arial"/>
              <a:ea typeface="Arial"/>
              <a:cs typeface="Arial"/>
            </a:endParaRPr>
          </a:p>
        </p:txBody>
      </p:sp>
      <p:sp>
        <p:nvSpPr>
          <p:cNvPr id="3225" name="Google Shape;3225;p50">
            <a:extLst xmlns:a="http://schemas.openxmlformats.org/drawingml/2006/main">
              <a:ext uri="{FF2B5EF4-FFF2-40B4-BE49-F238E27FC236}">
                <a16:creationId xmlns:a16="http://schemas.microsoft.com/office/drawing/2014/main" id="{5EC468BF-2540-46D5-92DA-0BE86812FDEC}"/>
              </a:ext>
            </a:extLst>
          </p:cNvPr>
          <p:cNvSpPr>
            <a:spLocks xmlns:a="http://schemas.openxmlformats.org/drawingml/2006/main" noGrp="1"/>
          </p:cNvSpPr>
          <p:nvPr/>
        </p:nvSpPr>
        <p:spPr>
          <a:xfrm xmlns:a="http://schemas.openxmlformats.org/drawingml/2006/main">
            <a:off x="1609344" y="3669792"/>
            <a:ext cx="287121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[Action]</a:t>
            </a:r>
            <a:endParaRPr sz="820" b="0" i="0" u="none" cap="none">
              <a:solidFill>
                <a:schemeClr val="dk1"/>
              </a:solidFill>
              <a:latin typeface="Arial"/>
              <a:ea typeface="Arial"/>
              <a:cs typeface="Arial"/>
            </a:endParaRPr>
          </a:p>
        </p:txBody>
      </p:sp>
      <p:sp>
        <p:nvSpPr>
          <p:cNvPr id="3226" name="Google Shape;3226;p50">
            <a:extLst xmlns:a="http://schemas.openxmlformats.org/drawingml/2006/main">
              <a:ext uri="{FF2B5EF4-FFF2-40B4-BE49-F238E27FC236}">
                <a16:creationId xmlns:a16="http://schemas.microsoft.com/office/drawing/2014/main" id="{79CF89F9-2B45-454B-A306-87DB8EDECD19}"/>
              </a:ext>
            </a:extLst>
          </p:cNvPr>
          <p:cNvSpPr>
            <a:spLocks xmlns:a="http://schemas.openxmlformats.org/drawingml/2006/main" noGrp="1"/>
          </p:cNvSpPr>
          <p:nvPr/>
        </p:nvSpPr>
        <p:spPr>
          <a:xfrm xmlns:a="http://schemas.openxmlformats.org/drawingml/2006/main">
            <a:off x="4535424" y="3669792"/>
            <a:ext cx="186537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[Coords]</a:t>
            </a:r>
            <a:endParaRPr sz="820" b="0" i="0" u="none" cap="none">
              <a:solidFill>
                <a:schemeClr val="dk1"/>
              </a:solidFill>
              <a:latin typeface="Arial"/>
              <a:ea typeface="Arial"/>
              <a:cs typeface="Arial"/>
            </a:endParaRPr>
          </a:p>
        </p:txBody>
      </p:sp>
      <p:sp>
        <p:nvSpPr>
          <p:cNvPr id="3227" name="Google Shape;3227;p50">
            <a:extLst xmlns:a="http://schemas.openxmlformats.org/drawingml/2006/main">
              <a:ext uri="{FF2B5EF4-FFF2-40B4-BE49-F238E27FC236}">
                <a16:creationId xmlns:a16="http://schemas.microsoft.com/office/drawing/2014/main" id="{94199D33-4090-40BB-8C19-82AC6FCF9B4E}"/>
              </a:ext>
            </a:extLst>
          </p:cNvPr>
          <p:cNvSpPr>
            <a:spLocks xmlns:a="http://schemas.openxmlformats.org/drawingml/2006/main" noGrp="1"/>
          </p:cNvSpPr>
          <p:nvPr/>
        </p:nvSpPr>
        <p:spPr>
          <a:xfrm xmlns:a="http://schemas.openxmlformats.org/drawingml/2006/main">
            <a:off x="6455664" y="3669792"/>
            <a:ext cx="236829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[Result]</a:t>
            </a:r>
            <a:endParaRPr sz="820" b="0" i="0" u="none" cap="none">
              <a:solidFill>
                <a:schemeClr val="dk1"/>
              </a:solidFill>
              <a:latin typeface="Arial"/>
              <a:ea typeface="Arial"/>
              <a:cs typeface="Arial"/>
            </a:endParaRPr>
          </a:p>
        </p:txBody>
      </p:sp>
      <p:cxnSp>
        <p:nvCxnSpPr>
          <p:cNvPr id="3478" name="Google Shape;3228;p50"/>
          <p:cNvCxnSpPr/>
          <p:nvPr/>
        </p:nvCxnSpPr>
        <p:spPr>
          <a:xfrm xmlns:a="http://schemas.openxmlformats.org/drawingml/2006/main">
            <a:off x="320040" y="40294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29" name="Google Shape;3229;p50">
            <a:extLst xmlns:a="http://schemas.openxmlformats.org/drawingml/2006/main">
              <a:ext uri="{FF2B5EF4-FFF2-40B4-BE49-F238E27FC236}">
                <a16:creationId xmlns:a16="http://schemas.microsoft.com/office/drawing/2014/main" id="{5B2AC692-3EC9-4C5B-8A2B-88C3A0580EE1}"/>
              </a:ext>
            </a:extLst>
          </p:cNvPr>
          <p:cNvSpPr>
            <a:spLocks xmlns:a="http://schemas.openxmlformats.org/drawingml/2006/main" noGrp="1"/>
          </p:cNvSpPr>
          <p:nvPr/>
        </p:nvSpPr>
        <p:spPr>
          <a:xfrm xmlns:a="http://schemas.openxmlformats.org/drawingml/2006/main">
            <a:off x="374904" y="3849624"/>
            <a:ext cx="4480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4</a:t>
            </a:r>
            <a:endParaRPr sz="820" b="0" i="0" u="none" cap="none">
              <a:solidFill>
                <a:schemeClr val="dk1"/>
              </a:solidFill>
              <a:latin typeface="Arial"/>
              <a:ea typeface="Arial"/>
              <a:cs typeface="Arial"/>
            </a:endParaRPr>
          </a:p>
        </p:txBody>
      </p:sp>
      <p:sp>
        <p:nvSpPr>
          <p:cNvPr id="3230" name="Google Shape;3230;p50">
            <a:extLst xmlns:a="http://schemas.openxmlformats.org/drawingml/2006/main">
              <a:ext uri="{FF2B5EF4-FFF2-40B4-BE49-F238E27FC236}">
                <a16:creationId xmlns:a16="http://schemas.microsoft.com/office/drawing/2014/main" id="{1C2122CF-BA1A-47F3-ADB7-754D9ED8D413}"/>
              </a:ext>
            </a:extLst>
          </p:cNvPr>
          <p:cNvSpPr>
            <a:spLocks xmlns:a="http://schemas.openxmlformats.org/drawingml/2006/main" noGrp="1"/>
          </p:cNvSpPr>
          <p:nvPr/>
        </p:nvSpPr>
        <p:spPr>
          <a:xfrm xmlns:a="http://schemas.openxmlformats.org/drawingml/2006/main">
            <a:off x="877824" y="3849624"/>
            <a:ext cx="6766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0.0</a:t>
            </a:r>
            <a:endParaRPr sz="820" b="0" i="0" u="none" cap="none">
              <a:solidFill>
                <a:schemeClr val="dk1"/>
              </a:solidFill>
              <a:latin typeface="Arial"/>
              <a:ea typeface="Arial"/>
              <a:cs typeface="Arial"/>
            </a:endParaRPr>
          </a:p>
        </p:txBody>
      </p:sp>
      <p:sp>
        <p:nvSpPr>
          <p:cNvPr id="3231" name="Google Shape;3231;p50">
            <a:extLst xmlns:a="http://schemas.openxmlformats.org/drawingml/2006/main">
              <a:ext uri="{FF2B5EF4-FFF2-40B4-BE49-F238E27FC236}">
                <a16:creationId xmlns:a16="http://schemas.microsoft.com/office/drawing/2014/main" id="{D1D3013F-B884-4B94-9535-516B66632D73}"/>
              </a:ext>
            </a:extLst>
          </p:cNvPr>
          <p:cNvSpPr>
            <a:spLocks xmlns:a="http://schemas.openxmlformats.org/drawingml/2006/main" noGrp="1"/>
          </p:cNvSpPr>
          <p:nvPr/>
        </p:nvSpPr>
        <p:spPr>
          <a:xfrm xmlns:a="http://schemas.openxmlformats.org/drawingml/2006/main">
            <a:off x="1609344" y="3849624"/>
            <a:ext cx="287121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[Action]</a:t>
            </a:r>
            <a:endParaRPr sz="820" b="0" i="0" u="none" cap="none">
              <a:solidFill>
                <a:schemeClr val="dk1"/>
              </a:solidFill>
              <a:latin typeface="Arial"/>
              <a:ea typeface="Arial"/>
              <a:cs typeface="Arial"/>
            </a:endParaRPr>
          </a:p>
        </p:txBody>
      </p:sp>
      <p:sp>
        <p:nvSpPr>
          <p:cNvPr id="3232" name="Google Shape;3232;p50">
            <a:extLst xmlns:a="http://schemas.openxmlformats.org/drawingml/2006/main">
              <a:ext uri="{FF2B5EF4-FFF2-40B4-BE49-F238E27FC236}">
                <a16:creationId xmlns:a16="http://schemas.microsoft.com/office/drawing/2014/main" id="{DD047FEC-A61C-4824-A410-D95B156AFC2A}"/>
              </a:ext>
            </a:extLst>
          </p:cNvPr>
          <p:cNvSpPr>
            <a:spLocks xmlns:a="http://schemas.openxmlformats.org/drawingml/2006/main" noGrp="1"/>
          </p:cNvSpPr>
          <p:nvPr/>
        </p:nvSpPr>
        <p:spPr>
          <a:xfrm xmlns:a="http://schemas.openxmlformats.org/drawingml/2006/main">
            <a:off x="4535424" y="3849624"/>
            <a:ext cx="186537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[Coords]</a:t>
            </a:r>
            <a:endParaRPr sz="820" b="0" i="0" u="none" cap="none">
              <a:solidFill>
                <a:schemeClr val="dk1"/>
              </a:solidFill>
              <a:latin typeface="Arial"/>
              <a:ea typeface="Arial"/>
              <a:cs typeface="Arial"/>
            </a:endParaRPr>
          </a:p>
        </p:txBody>
      </p:sp>
      <p:sp>
        <p:nvSpPr>
          <p:cNvPr id="3233" name="Google Shape;3233;p50">
            <a:extLst xmlns:a="http://schemas.openxmlformats.org/drawingml/2006/main">
              <a:ext uri="{FF2B5EF4-FFF2-40B4-BE49-F238E27FC236}">
                <a16:creationId xmlns:a16="http://schemas.microsoft.com/office/drawing/2014/main" id="{E0B12E64-6812-4CD7-B122-2845226A1918}"/>
              </a:ext>
            </a:extLst>
          </p:cNvPr>
          <p:cNvSpPr>
            <a:spLocks xmlns:a="http://schemas.openxmlformats.org/drawingml/2006/main" noGrp="1"/>
          </p:cNvSpPr>
          <p:nvPr/>
        </p:nvSpPr>
        <p:spPr>
          <a:xfrm xmlns:a="http://schemas.openxmlformats.org/drawingml/2006/main">
            <a:off x="6455664" y="3849624"/>
            <a:ext cx="236829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[Result]</a:t>
            </a:r>
            <a:endParaRPr sz="820" b="0" i="0" u="none" cap="none">
              <a:solidFill>
                <a:schemeClr val="dk1"/>
              </a:solidFill>
              <a:latin typeface="Arial"/>
              <a:ea typeface="Arial"/>
              <a:cs typeface="Arial"/>
            </a:endParaRPr>
          </a:p>
        </p:txBody>
      </p:sp>
      <p:sp>
        <p:nvSpPr>
          <p:cNvPr id="3234" name="Google Shape;3234;p50">
            <a:extLst xmlns:a="http://schemas.openxmlformats.org/drawingml/2006/main">
              <a:ext uri="{FF2B5EF4-FFF2-40B4-BE49-F238E27FC236}">
                <a16:creationId xmlns:a16="http://schemas.microsoft.com/office/drawing/2014/main" id="{C3BB2A8F-020A-4FB1-96BD-5A225E99930D}"/>
              </a:ext>
            </a:extLst>
          </p:cNvPr>
          <p:cNvSpPr>
            <a:spLocks xmlns:a="http://schemas.openxmlformats.org/drawingml/2006/main" noGrp="1"/>
          </p:cNvSpPr>
          <p:nvPr/>
        </p:nvSpPr>
        <p:spPr>
          <a:xfrm xmlns:a="http://schemas.openxmlformats.org/drawingml/2006/main">
            <a:off x="320040" y="4029456"/>
            <a:ext cx="8503920" cy="17983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485" name="Google Shape;3235;p50"/>
          <p:cNvCxnSpPr/>
          <p:nvPr/>
        </p:nvCxnSpPr>
        <p:spPr>
          <a:xfrm xmlns:a="http://schemas.openxmlformats.org/drawingml/2006/main">
            <a:off x="320040" y="420928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36" name="Google Shape;3236;p50">
            <a:extLst xmlns:a="http://schemas.openxmlformats.org/drawingml/2006/main">
              <a:ext uri="{FF2B5EF4-FFF2-40B4-BE49-F238E27FC236}">
                <a16:creationId xmlns:a16="http://schemas.microsoft.com/office/drawing/2014/main" id="{66A956BE-F45F-42BB-9F49-BE56C08981DD}"/>
              </a:ext>
            </a:extLst>
          </p:cNvPr>
          <p:cNvSpPr>
            <a:spLocks xmlns:a="http://schemas.openxmlformats.org/drawingml/2006/main" noGrp="1"/>
          </p:cNvSpPr>
          <p:nvPr/>
        </p:nvSpPr>
        <p:spPr>
          <a:xfrm xmlns:a="http://schemas.openxmlformats.org/drawingml/2006/main">
            <a:off x="374904" y="4029456"/>
            <a:ext cx="4480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5</a:t>
            </a:r>
            <a:endParaRPr sz="820" b="0" i="0" u="none" cap="none">
              <a:solidFill>
                <a:schemeClr val="dk1"/>
              </a:solidFill>
              <a:latin typeface="Arial"/>
              <a:ea typeface="Arial"/>
              <a:cs typeface="Arial"/>
            </a:endParaRPr>
          </a:p>
        </p:txBody>
      </p:sp>
      <p:sp>
        <p:nvSpPr>
          <p:cNvPr id="3237" name="Google Shape;3237;p50">
            <a:extLst xmlns:a="http://schemas.openxmlformats.org/drawingml/2006/main">
              <a:ext uri="{FF2B5EF4-FFF2-40B4-BE49-F238E27FC236}">
                <a16:creationId xmlns:a16="http://schemas.microsoft.com/office/drawing/2014/main" id="{7266E1D6-5203-44E5-876C-2A566866D994}"/>
              </a:ext>
            </a:extLst>
          </p:cNvPr>
          <p:cNvSpPr>
            <a:spLocks xmlns:a="http://schemas.openxmlformats.org/drawingml/2006/main" noGrp="1"/>
          </p:cNvSpPr>
          <p:nvPr/>
        </p:nvSpPr>
        <p:spPr>
          <a:xfrm xmlns:a="http://schemas.openxmlformats.org/drawingml/2006/main">
            <a:off x="877824" y="4029456"/>
            <a:ext cx="6766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0.0</a:t>
            </a:r>
            <a:endParaRPr sz="820" b="0" i="0" u="none" cap="none">
              <a:solidFill>
                <a:schemeClr val="dk1"/>
              </a:solidFill>
              <a:latin typeface="Arial"/>
              <a:ea typeface="Arial"/>
              <a:cs typeface="Arial"/>
            </a:endParaRPr>
          </a:p>
        </p:txBody>
      </p:sp>
      <p:sp>
        <p:nvSpPr>
          <p:cNvPr id="3238" name="Google Shape;3238;p50">
            <a:extLst xmlns:a="http://schemas.openxmlformats.org/drawingml/2006/main">
              <a:ext uri="{FF2B5EF4-FFF2-40B4-BE49-F238E27FC236}">
                <a16:creationId xmlns:a16="http://schemas.microsoft.com/office/drawing/2014/main" id="{C0C3413A-F492-4960-ACA9-3A0DD50ECFD0}"/>
              </a:ext>
            </a:extLst>
          </p:cNvPr>
          <p:cNvSpPr>
            <a:spLocks xmlns:a="http://schemas.openxmlformats.org/drawingml/2006/main" noGrp="1"/>
          </p:cNvSpPr>
          <p:nvPr/>
        </p:nvSpPr>
        <p:spPr>
          <a:xfrm xmlns:a="http://schemas.openxmlformats.org/drawingml/2006/main">
            <a:off x="1609344" y="4029456"/>
            <a:ext cx="287121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[Action]</a:t>
            </a:r>
            <a:endParaRPr sz="820" b="0" i="0" u="none" cap="none">
              <a:solidFill>
                <a:schemeClr val="dk1"/>
              </a:solidFill>
              <a:latin typeface="Arial"/>
              <a:ea typeface="Arial"/>
              <a:cs typeface="Arial"/>
            </a:endParaRPr>
          </a:p>
        </p:txBody>
      </p:sp>
      <p:sp>
        <p:nvSpPr>
          <p:cNvPr id="3239" name="Google Shape;3239;p50">
            <a:extLst xmlns:a="http://schemas.openxmlformats.org/drawingml/2006/main">
              <a:ext uri="{FF2B5EF4-FFF2-40B4-BE49-F238E27FC236}">
                <a16:creationId xmlns:a16="http://schemas.microsoft.com/office/drawing/2014/main" id="{E169122A-603C-43C7-8497-3BDCB0712AD7}"/>
              </a:ext>
            </a:extLst>
          </p:cNvPr>
          <p:cNvSpPr>
            <a:spLocks xmlns:a="http://schemas.openxmlformats.org/drawingml/2006/main" noGrp="1"/>
          </p:cNvSpPr>
          <p:nvPr/>
        </p:nvSpPr>
        <p:spPr>
          <a:xfrm xmlns:a="http://schemas.openxmlformats.org/drawingml/2006/main">
            <a:off x="4535424" y="4029456"/>
            <a:ext cx="186537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[Coords]</a:t>
            </a:r>
            <a:endParaRPr sz="820" b="0" i="0" u="none" cap="none">
              <a:solidFill>
                <a:schemeClr val="dk1"/>
              </a:solidFill>
              <a:latin typeface="Arial"/>
              <a:ea typeface="Arial"/>
              <a:cs typeface="Arial"/>
            </a:endParaRPr>
          </a:p>
        </p:txBody>
      </p:sp>
      <p:sp>
        <p:nvSpPr>
          <p:cNvPr id="3240" name="Google Shape;3240;p50">
            <a:extLst xmlns:a="http://schemas.openxmlformats.org/drawingml/2006/main">
              <a:ext uri="{FF2B5EF4-FFF2-40B4-BE49-F238E27FC236}">
                <a16:creationId xmlns:a16="http://schemas.microsoft.com/office/drawing/2014/main" id="{2E00DCAB-6A8A-4AD5-A74E-469DF6855B3E}"/>
              </a:ext>
            </a:extLst>
          </p:cNvPr>
          <p:cNvSpPr>
            <a:spLocks xmlns:a="http://schemas.openxmlformats.org/drawingml/2006/main" noGrp="1"/>
          </p:cNvSpPr>
          <p:nvPr/>
        </p:nvSpPr>
        <p:spPr>
          <a:xfrm xmlns:a="http://schemas.openxmlformats.org/drawingml/2006/main">
            <a:off x="6455664" y="4029456"/>
            <a:ext cx="236829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[Result]</a:t>
            </a:r>
            <a:endParaRPr sz="820" b="0" i="0" u="none" cap="none">
              <a:solidFill>
                <a:schemeClr val="dk1"/>
              </a:solidFill>
              <a:latin typeface="Arial"/>
              <a:ea typeface="Arial"/>
              <a:cs typeface="Arial"/>
            </a:endParaRPr>
          </a:p>
        </p:txBody>
      </p:sp>
      <p:cxnSp>
        <p:nvCxnSpPr>
          <p:cNvPr id="3491" name="Google Shape;3241;p50"/>
          <p:cNvCxnSpPr/>
          <p:nvPr/>
        </p:nvCxnSpPr>
        <p:spPr>
          <a:xfrm xmlns:a="http://schemas.openxmlformats.org/drawingml/2006/main">
            <a:off x="320040" y="438912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42" name="Google Shape;3242;p50">
            <a:extLst xmlns:a="http://schemas.openxmlformats.org/drawingml/2006/main">
              <a:ext uri="{FF2B5EF4-FFF2-40B4-BE49-F238E27FC236}">
                <a16:creationId xmlns:a16="http://schemas.microsoft.com/office/drawing/2014/main" id="{216F226D-4B06-4968-A130-07B556D47D31}"/>
              </a:ext>
            </a:extLst>
          </p:cNvPr>
          <p:cNvSpPr>
            <a:spLocks xmlns:a="http://schemas.openxmlformats.org/drawingml/2006/main" noGrp="1"/>
          </p:cNvSpPr>
          <p:nvPr/>
        </p:nvSpPr>
        <p:spPr>
          <a:xfrm xmlns:a="http://schemas.openxmlformats.org/drawingml/2006/main">
            <a:off x="374904" y="4209288"/>
            <a:ext cx="4480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6</a:t>
            </a:r>
            <a:endParaRPr sz="820" b="0" i="0" u="none" cap="none">
              <a:solidFill>
                <a:schemeClr val="dk1"/>
              </a:solidFill>
              <a:latin typeface="Arial"/>
              <a:ea typeface="Arial"/>
              <a:cs typeface="Arial"/>
            </a:endParaRPr>
          </a:p>
        </p:txBody>
      </p:sp>
      <p:sp>
        <p:nvSpPr>
          <p:cNvPr id="3243" name="Google Shape;3243;p50">
            <a:extLst xmlns:a="http://schemas.openxmlformats.org/drawingml/2006/main">
              <a:ext uri="{FF2B5EF4-FFF2-40B4-BE49-F238E27FC236}">
                <a16:creationId xmlns:a16="http://schemas.microsoft.com/office/drawing/2014/main" id="{F826BBE9-63B1-4693-8225-41EF358ED983}"/>
              </a:ext>
            </a:extLst>
          </p:cNvPr>
          <p:cNvSpPr>
            <a:spLocks xmlns:a="http://schemas.openxmlformats.org/drawingml/2006/main" noGrp="1"/>
          </p:cNvSpPr>
          <p:nvPr/>
        </p:nvSpPr>
        <p:spPr>
          <a:xfrm xmlns:a="http://schemas.openxmlformats.org/drawingml/2006/main">
            <a:off x="877824" y="4209288"/>
            <a:ext cx="67665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0.0</a:t>
            </a:r>
            <a:endParaRPr sz="820" b="0" i="0" u="none" cap="none">
              <a:solidFill>
                <a:schemeClr val="dk1"/>
              </a:solidFill>
              <a:latin typeface="Arial"/>
              <a:ea typeface="Arial"/>
              <a:cs typeface="Arial"/>
            </a:endParaRPr>
          </a:p>
        </p:txBody>
      </p:sp>
      <p:sp>
        <p:nvSpPr>
          <p:cNvPr id="3244" name="Google Shape;3244;p50">
            <a:extLst xmlns:a="http://schemas.openxmlformats.org/drawingml/2006/main">
              <a:ext uri="{FF2B5EF4-FFF2-40B4-BE49-F238E27FC236}">
                <a16:creationId xmlns:a16="http://schemas.microsoft.com/office/drawing/2014/main" id="{2D31C066-3AC9-46CE-9D90-9D9E62986C31}"/>
              </a:ext>
            </a:extLst>
          </p:cNvPr>
          <p:cNvSpPr>
            <a:spLocks xmlns:a="http://schemas.openxmlformats.org/drawingml/2006/main" noGrp="1"/>
          </p:cNvSpPr>
          <p:nvPr/>
        </p:nvSpPr>
        <p:spPr>
          <a:xfrm xmlns:a="http://schemas.openxmlformats.org/drawingml/2006/main">
            <a:off x="1609344" y="4209288"/>
            <a:ext cx="287121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[final action / planned reset]</a:t>
            </a:r>
            <a:endParaRPr sz="820" b="0" i="0" u="none" cap="none">
              <a:solidFill>
                <a:schemeClr val="dk1"/>
              </a:solidFill>
              <a:latin typeface="Arial"/>
              <a:ea typeface="Arial"/>
              <a:cs typeface="Arial"/>
            </a:endParaRPr>
          </a:p>
        </p:txBody>
      </p:sp>
      <p:sp>
        <p:nvSpPr>
          <p:cNvPr id="3245" name="Google Shape;3245;p50">
            <a:extLst xmlns:a="http://schemas.openxmlformats.org/drawingml/2006/main">
              <a:ext uri="{FF2B5EF4-FFF2-40B4-BE49-F238E27FC236}">
                <a16:creationId xmlns:a16="http://schemas.microsoft.com/office/drawing/2014/main" id="{CEC28ED0-8F87-46DA-901B-656ECBB7C55B}"/>
              </a:ext>
            </a:extLst>
          </p:cNvPr>
          <p:cNvSpPr>
            <a:spLocks xmlns:a="http://schemas.openxmlformats.org/drawingml/2006/main" noGrp="1"/>
          </p:cNvSpPr>
          <p:nvPr/>
        </p:nvSpPr>
        <p:spPr>
          <a:xfrm xmlns:a="http://schemas.openxmlformats.org/drawingml/2006/main">
            <a:off x="4535424" y="4209288"/>
            <a:ext cx="186537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[Coords]</a:t>
            </a:r>
            <a:endParaRPr sz="820" b="0" i="0" u="none" cap="none">
              <a:solidFill>
                <a:schemeClr val="dk1"/>
              </a:solidFill>
              <a:latin typeface="Arial"/>
              <a:ea typeface="Arial"/>
              <a:cs typeface="Arial"/>
            </a:endParaRPr>
          </a:p>
        </p:txBody>
      </p:sp>
      <p:sp>
        <p:nvSpPr>
          <p:cNvPr id="3246" name="Google Shape;3246;p50">
            <a:extLst xmlns:a="http://schemas.openxmlformats.org/drawingml/2006/main">
              <a:ext uri="{FF2B5EF4-FFF2-40B4-BE49-F238E27FC236}">
                <a16:creationId xmlns:a16="http://schemas.microsoft.com/office/drawing/2014/main" id="{9E39B754-6377-484B-AF9F-DDE327D8844A}"/>
              </a:ext>
            </a:extLst>
          </p:cNvPr>
          <p:cNvSpPr>
            <a:spLocks xmlns:a="http://schemas.openxmlformats.org/drawingml/2006/main" noGrp="1"/>
          </p:cNvSpPr>
          <p:nvPr/>
        </p:nvSpPr>
        <p:spPr>
          <a:xfrm xmlns:a="http://schemas.openxmlformats.org/drawingml/2006/main">
            <a:off x="6455664" y="4209288"/>
            <a:ext cx="2368296" cy="1798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[Expected score]</a:t>
            </a:r>
            <a:endParaRPr sz="820" b="0" i="0" u="none" cap="none">
              <a:solidFill>
                <a:schemeClr val="dk1"/>
              </a:solidFill>
              <a:latin typeface="Arial"/>
              <a:ea typeface="Arial"/>
              <a:cs typeface="Arial"/>
            </a:endParaRPr>
          </a:p>
        </p:txBody>
      </p:sp>
      <p:sp>
        <p:nvSpPr>
          <p:cNvPr id="3247" name="Google Shape;3247;p50">
            <a:extLst xmlns:a="http://schemas.openxmlformats.org/drawingml/2006/main">
              <a:ext uri="{FF2B5EF4-FFF2-40B4-BE49-F238E27FC236}">
                <a16:creationId xmlns:a16="http://schemas.microsoft.com/office/drawing/2014/main" id="{39BAD93D-ADFF-475F-9A10-DD2CD164652B}"/>
              </a:ext>
            </a:extLst>
          </p:cNvPr>
          <p:cNvSpPr>
            <a:spLocks xmlns:a="http://schemas.openxmlformats.org/drawingml/2006/main" noGrp="1"/>
          </p:cNvSpPr>
          <p:nvPr/>
        </p:nvSpPr>
        <p:spPr>
          <a:xfrm xmlns:a="http://schemas.openxmlformats.org/drawingml/2006/main">
            <a:off x="320040" y="3108960"/>
            <a:ext cx="8503920" cy="12801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48" name="Google Shape;3248;p50">
            <a:extLst xmlns:a="http://schemas.openxmlformats.org/drawingml/2006/main">
              <a:ext uri="{FF2B5EF4-FFF2-40B4-BE49-F238E27FC236}">
                <a16:creationId xmlns:a16="http://schemas.microsoft.com/office/drawing/2014/main" id="{ED7F4C1B-33BF-4AF0-8FDE-9CE13AD82D45}"/>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EA580C"/>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7cece8b392014bc7"/>
              </a:rPr>
              <a:t>skills strategy  ·  route planning  ·  repeatable actions  ·  scoring data</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907944541"/>
      </p:ext>
    </p:extLst>
  </p:cSld>
</p:sld>
</file>

<file path=ppt/slides/slide49.xml><?xml version="1.0" encoding="utf-8"?>
<p:sld xmlns:p="http://schemas.openxmlformats.org/presentationml/2006/main">
  <p:cSld>
    <p:bg>
      <p:bgPr>
        <a:solidFill xmlns:a="http://schemas.openxmlformats.org/drawingml/2006/main">
          <a:srgbClr val="0891B2"/>
        </a:solidFill>
      </p:bgPr>
    </p:bg>
    <p:spTree>
      <p:nvGrpSpPr>
        <p:cNvPr id="1" name=""/>
        <p:cNvGrpSpPr/>
        <p:nvPr/>
      </p:nvGrpSpPr>
      <p:grpSpPr>
        <a:xfrm xmlns:a="http://schemas.openxmlformats.org/drawingml/2006/main"/>
      </p:grpSpPr>
      <p:sp>
        <p:nvSpPr>
          <p:cNvPr id="3254" name="Google Shape;3254;p51">
            <a:extLst xmlns:a="http://schemas.openxmlformats.org/drawingml/2006/main">
              <a:ext uri="{FF2B5EF4-FFF2-40B4-BE49-F238E27FC236}">
                <a16:creationId xmlns:a16="http://schemas.microsoft.com/office/drawing/2014/main" id="{6BB25318-3024-494A-851A-018846ABC16F}"/>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5</a:t>
            </a:r>
            <a:endParaRPr sz="15000" b="0" i="0" u="none" cap="none">
              <a:solidFill>
                <a:schemeClr val="dk1"/>
              </a:solidFill>
              <a:latin typeface="Arial"/>
              <a:ea typeface="Arial"/>
              <a:cs typeface="Arial"/>
            </a:endParaRPr>
          </a:p>
        </p:txBody>
      </p:sp>
      <p:sp>
        <p:nvSpPr>
          <p:cNvPr id="3255" name="Google Shape;3255;p51">
            <a:extLst xmlns:a="http://schemas.openxmlformats.org/drawingml/2006/main">
              <a:ext uri="{FF2B5EF4-FFF2-40B4-BE49-F238E27FC236}">
                <a16:creationId xmlns:a16="http://schemas.microsoft.com/office/drawing/2014/main" id="{A858CB4B-2DF8-4BBC-B2C3-B0BE88C9ECBB}"/>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STEP 5</a:t>
            </a:r>
            <a:endParaRPr sz="1100" b="0" i="0" u="none" cap="none">
              <a:solidFill>
                <a:schemeClr val="dk1"/>
              </a:solidFill>
              <a:latin typeface="Arial"/>
              <a:ea typeface="Arial"/>
              <a:cs typeface="Arial"/>
            </a:endParaRPr>
          </a:p>
        </p:txBody>
      </p:sp>
      <p:sp>
        <p:nvSpPr>
          <p:cNvPr id="3256" name="Google Shape;3256;p51">
            <a:extLst xmlns:a="http://schemas.openxmlformats.org/drawingml/2006/main">
              <a:ext uri="{FF2B5EF4-FFF2-40B4-BE49-F238E27FC236}">
                <a16:creationId xmlns:a16="http://schemas.microsoft.com/office/drawing/2014/main" id="{8D2D9D2F-DACF-4380-8FE2-F4F306E9D570}"/>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TEST &amp; EVALUATE</a:t>
            </a:r>
            <a:endParaRPr sz="3800" b="0" i="0" u="none" cap="none">
              <a:solidFill>
                <a:schemeClr val="dk1"/>
              </a:solidFill>
              <a:latin typeface="Arial"/>
              <a:ea typeface="Arial"/>
              <a:cs typeface="Arial"/>
            </a:endParaRPr>
          </a:p>
        </p:txBody>
      </p:sp>
      <p:sp>
        <p:nvSpPr>
          <p:cNvPr id="3257" name="Google Shape;3257;p51">
            <a:extLst xmlns:a="http://schemas.openxmlformats.org/drawingml/2006/main">
              <a:ext uri="{FF2B5EF4-FFF2-40B4-BE49-F238E27FC236}">
                <a16:creationId xmlns:a16="http://schemas.microsoft.com/office/drawing/2014/main" id="{1D948317-C1F8-4BB8-80C8-BF79DC6E42D0}"/>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Test Protocols · Data (n≥5) · Autonomous Consistency</a:t>
            </a:r>
            <a:endParaRPr sz="1300" b="0" i="0" u="none" cap="none">
              <a:solidFill>
                <a:schemeClr val="dk1"/>
              </a:solidFill>
              <a:latin typeface="Arial"/>
              <a:ea typeface="Arial"/>
              <a:cs typeface="Arial"/>
            </a:endParaRPr>
          </a:p>
        </p:txBody>
      </p:sp>
      <p:sp>
        <p:nvSpPr>
          <p:cNvPr id="3258" name="Google Shape;3258;p51">
            <a:extLst xmlns:a="http://schemas.openxmlformats.org/drawingml/2006/main">
              <a:ext uri="{FF2B5EF4-FFF2-40B4-BE49-F238E27FC236}">
                <a16:creationId xmlns:a16="http://schemas.microsoft.com/office/drawing/2014/main" id="{342383D4-4FBC-4F30-9E26-976F25EA8481}"/>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3259" name="Google Shape;3259;p51">
            <a:extLst xmlns:a="http://schemas.openxmlformats.org/drawingml/2006/main">
              <a:ext uri="{FF2B5EF4-FFF2-40B4-BE49-F238E27FC236}">
                <a16:creationId xmlns:a16="http://schemas.microsoft.com/office/drawing/2014/main" id="{81B92146-A5DA-435D-84D0-A5F68B4BE533}"/>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50:  Test Protocol  (duplicate for each test)</a:t>
            </a:r>
            <a:endParaRPr sz="1100" b="0" i="0" u="none" cap="none">
              <a:solidFill>
                <a:schemeClr val="dk1"/>
              </a:solidFill>
              <a:latin typeface="Arial"/>
              <a:ea typeface="Arial"/>
              <a:cs typeface="Arial"/>
            </a:endParaRPr>
          </a:p>
        </p:txBody>
      </p:sp>
      <p:sp>
        <p:nvSpPr>
          <p:cNvPr id="3260" name="Google Shape;3260;p51">
            <a:extLst xmlns:a="http://schemas.openxmlformats.org/drawingml/2006/main">
              <a:ext uri="{FF2B5EF4-FFF2-40B4-BE49-F238E27FC236}">
                <a16:creationId xmlns:a16="http://schemas.microsoft.com/office/drawing/2014/main" id="{1EAD7732-C031-418E-A332-47AA9281B0E6}"/>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51:  Autonomous Consistency Log</a:t>
            </a:r>
            <a:endParaRPr sz="1100" b="0" i="0" u="none" cap="none">
              <a:solidFill>
                <a:schemeClr val="dk1"/>
              </a:solidFill>
              <a:latin typeface="Arial"/>
              <a:ea typeface="Arial"/>
              <a:cs typeface="Arial"/>
            </a:endParaRPr>
          </a:p>
        </p:txBody>
      </p:sp>
      <p:sp>
        <p:nvSpPr>
          <p:cNvPr id="3261" name="Google Shape;3261;p51">
            <a:extLst xmlns:a="http://schemas.openxmlformats.org/drawingml/2006/main">
              <a:ext uri="{FF2B5EF4-FFF2-40B4-BE49-F238E27FC236}">
                <a16:creationId xmlns:a16="http://schemas.microsoft.com/office/drawing/2014/main" id="{241C6F01-BA83-4E59-A6AB-E0400721B203}"/>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49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672912946"/>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3267" name="Google Shape;3267;p52">
            <a:extLst xmlns:a="http://schemas.openxmlformats.org/drawingml/2006/main">
              <a:ext uri="{FF2B5EF4-FFF2-40B4-BE49-F238E27FC236}">
                <a16:creationId xmlns:a16="http://schemas.microsoft.com/office/drawing/2014/main" id="{0464733A-109A-4ECB-A0F6-E51CD53148F3}"/>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68" name="Google Shape;3268;p52">
            <a:extLst xmlns:a="http://schemas.openxmlformats.org/drawingml/2006/main">
              <a:ext uri="{FF2B5EF4-FFF2-40B4-BE49-F238E27FC236}">
                <a16:creationId xmlns:a16="http://schemas.microsoft.com/office/drawing/2014/main" id="{BE753FFE-AF5C-43DA-B841-2C940B0966F8}"/>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TEST &amp; EVALUATE  ·  EDP STEP 5</a:t>
            </a:r>
            <a:endParaRPr sz="1050" b="0" i="0" u="none" cap="none">
              <a:solidFill>
                <a:schemeClr val="dk1"/>
              </a:solidFill>
              <a:latin typeface="Arial"/>
              <a:ea typeface="Arial"/>
              <a:cs typeface="Arial"/>
            </a:endParaRPr>
          </a:p>
        </p:txBody>
      </p:sp>
      <p:sp>
        <p:nvSpPr>
          <p:cNvPr id="3269" name="Google Shape;3269;p52">
            <a:extLst xmlns:a="http://schemas.openxmlformats.org/drawingml/2006/main">
              <a:ext uri="{FF2B5EF4-FFF2-40B4-BE49-F238E27FC236}">
                <a16:creationId xmlns:a16="http://schemas.microsoft.com/office/drawing/2014/main" id="{83D7EF90-F70E-4A2D-830B-72578ECF4AE4}"/>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270" name="Google Shape;3270;p52">
            <a:extLst xmlns:a="http://schemas.openxmlformats.org/drawingml/2006/main">
              <a:ext uri="{FF2B5EF4-FFF2-40B4-BE49-F238E27FC236}">
                <a16:creationId xmlns:a16="http://schemas.microsoft.com/office/drawing/2014/main" id="{B970FA34-FE69-44BC-AC09-28CE9D38B4DD}"/>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Test Protocol — [ Test Name / # ]</a:t>
            </a:r>
            <a:endParaRPr sz="2200" b="0" i="0" u="none" cap="none">
              <a:solidFill>
                <a:schemeClr val="dk1"/>
              </a:solidFill>
              <a:latin typeface="Arial"/>
              <a:ea typeface="Arial"/>
              <a:cs typeface="Arial"/>
            </a:endParaRPr>
          </a:p>
        </p:txBody>
      </p:sp>
      <p:sp>
        <p:nvSpPr>
          <p:cNvPr id="3271" name="Google Shape;3271;p52">
            <a:extLst xmlns:a="http://schemas.openxmlformats.org/drawingml/2006/main">
              <a:ext uri="{FF2B5EF4-FFF2-40B4-BE49-F238E27FC236}">
                <a16:creationId xmlns:a16="http://schemas.microsoft.com/office/drawing/2014/main" id="{97DEDCAA-7435-46FD-A12E-E77D3CE234BB}"/>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Duplicate this slide per controlled test. Use five repeatable trials when practical, retain raw data, explain failures, and state what evidence means.</a:t>
            </a:r>
            <a:endParaRPr sz="900" b="0" i="0" u="none" cap="none">
              <a:solidFill>
                <a:schemeClr val="dk1"/>
              </a:solidFill>
              <a:latin typeface="Arial"/>
              <a:ea typeface="Arial"/>
              <a:cs typeface="Arial"/>
            </a:endParaRPr>
          </a:p>
        </p:txBody>
      </p:sp>
      <p:sp>
        <p:nvSpPr>
          <p:cNvPr id="3272" name="Google Shape;3272;p52">
            <a:extLst xmlns:a="http://schemas.openxmlformats.org/drawingml/2006/main">
              <a:ext uri="{FF2B5EF4-FFF2-40B4-BE49-F238E27FC236}">
                <a16:creationId xmlns:a16="http://schemas.microsoft.com/office/drawing/2014/main" id="{3E3A744F-2CC2-4279-9328-33DAED37CABB}"/>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73" name="Google Shape;3273;p52">
            <a:extLst xmlns:a="http://schemas.openxmlformats.org/drawingml/2006/main">
              <a:ext uri="{FF2B5EF4-FFF2-40B4-BE49-F238E27FC236}">
                <a16:creationId xmlns:a16="http://schemas.microsoft.com/office/drawing/2014/main" id="{DC7DB8CB-B7D4-49F3-A363-F672469D5EBD}"/>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50 / 61</a:t>
            </a:r>
            <a:endParaRPr sz="900" b="0" i="0" u="none" cap="none">
              <a:solidFill>
                <a:schemeClr val="dk1"/>
              </a:solidFill>
              <a:latin typeface="Arial"/>
              <a:ea typeface="Arial"/>
              <a:cs typeface="Arial"/>
            </a:endParaRPr>
          </a:p>
        </p:txBody>
      </p:sp>
      <p:sp>
        <p:nvSpPr>
          <p:cNvPr id="3274" name="Google Shape;3274;p52">
            <a:extLst xmlns:a="http://schemas.openxmlformats.org/drawingml/2006/main">
              <a:ext uri="{FF2B5EF4-FFF2-40B4-BE49-F238E27FC236}">
                <a16:creationId xmlns:a16="http://schemas.microsoft.com/office/drawing/2014/main" id="{1702F652-E09F-4057-8011-87AD50AD59B1}"/>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275" name="Google Shape;3275;p52">
            <a:extLst xmlns:a="http://schemas.openxmlformats.org/drawingml/2006/main">
              <a:ext uri="{FF2B5EF4-FFF2-40B4-BE49-F238E27FC236}">
                <a16:creationId xmlns:a16="http://schemas.microsoft.com/office/drawing/2014/main" id="{FF03BF1C-AA71-4E5C-914D-443163480E1A}"/>
              </a:ext>
            </a:extLst>
          </p:cNvPr>
          <p:cNvSpPr>
            <a:spLocks xmlns:a="http://schemas.openxmlformats.org/drawingml/2006/main" noGrp="1"/>
          </p:cNvSpPr>
          <p:nvPr/>
        </p:nvSpPr>
        <p:spPr>
          <a:xfrm xmlns:a="http://schemas.openxmlformats.org/drawingml/2006/main">
            <a:off x="320040" y="10789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900"/>
              <a:buFont typeface="Arial"/>
              <a:buNone/>
            </a:pPr>
            <a:r>
              <a:rPr sz="900" b="1" i="0" u="none" cap="none">
                <a:solidFill>
                  <a:srgbClr val="0891B2"/>
                </a:solidFill>
                <a:latin typeface="Arial"/>
                <a:ea typeface="Arial"/>
                <a:cs typeface="Arial"/>
              </a:rPr>
              <a:t>HYPOTHESIS</a:t>
            </a:r>
            <a:endParaRPr sz="900" b="0" i="0" u="none" cap="none">
              <a:solidFill>
                <a:schemeClr val="dk1"/>
              </a:solidFill>
              <a:latin typeface="Arial"/>
              <a:ea typeface="Arial"/>
              <a:cs typeface="Arial"/>
            </a:endParaRPr>
          </a:p>
        </p:txBody>
      </p:sp>
      <p:sp>
        <p:nvSpPr>
          <p:cNvPr id="3276" name="Google Shape;3276;p52">
            <a:extLst xmlns:a="http://schemas.openxmlformats.org/drawingml/2006/main">
              <a:ext uri="{FF2B5EF4-FFF2-40B4-BE49-F238E27FC236}">
                <a16:creationId xmlns:a16="http://schemas.microsoft.com/office/drawing/2014/main" id="{0B49BE61-3A93-4E82-B906-35AEE404041B}"/>
              </a:ext>
            </a:extLst>
          </p:cNvPr>
          <p:cNvSpPr>
            <a:spLocks xmlns:a="http://schemas.openxmlformats.org/drawingml/2006/main" noGrp="1"/>
          </p:cNvSpPr>
          <p:nvPr/>
        </p:nvSpPr>
        <p:spPr>
          <a:xfrm xmlns:a="http://schemas.openxmlformats.org/drawingml/2006/main">
            <a:off x="320040" y="1298448"/>
            <a:ext cx="8503920" cy="411480"/>
          </a:xfrm>
          <a:prstGeom xmlns:a="http://schemas.openxmlformats.org/drawingml/2006/main" prst="rect">
            <a:avLst/>
          </a:prstGeom>
          <a:solidFill xmlns:a="http://schemas.openxmlformats.org/drawingml/2006/main">
            <a:srgbClr val="ECFEFF"/>
          </a:solidFill>
          <a:ln xmlns:a="http://schemas.openxmlformats.org/drawingml/2006/main" w="9525"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77" name="Google Shape;3277;p52">
            <a:extLst xmlns:a="http://schemas.openxmlformats.org/drawingml/2006/main">
              <a:ext uri="{FF2B5EF4-FFF2-40B4-BE49-F238E27FC236}">
                <a16:creationId xmlns:a16="http://schemas.microsoft.com/office/drawing/2014/main" id="{8CF5AB94-305F-4FF0-81F4-47FE7BBBA26E}"/>
              </a:ext>
            </a:extLst>
          </p:cNvPr>
          <p:cNvSpPr>
            <a:spLocks xmlns:a="http://schemas.openxmlformats.org/drawingml/2006/main" noGrp="1"/>
          </p:cNvSpPr>
          <p:nvPr/>
        </p:nvSpPr>
        <p:spPr>
          <a:xfrm xmlns:a="http://schemas.openxmlformats.org/drawingml/2006/main">
            <a:off x="457200" y="1298448"/>
            <a:ext cx="82753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50"/>
              <a:buFont typeface="Arial"/>
              <a:buNone/>
            </a:pPr>
            <a:r>
              <a:rPr sz="950" b="0" i="1" u="none" cap="none">
                <a:solidFill>
                  <a:srgbClr val="94A3B8"/>
                </a:solidFill>
                <a:latin typeface="Arial"/>
                <a:ea typeface="Arial"/>
                <a:cs typeface="Arial"/>
              </a:rPr>
              <a:t>[If we [change X], we expect [Y] because [reasoning]. Measured by [metric].]</a:t>
            </a:r>
            <a:endParaRPr sz="950" b="0" i="0" u="none" cap="none">
              <a:solidFill>
                <a:schemeClr val="dk1"/>
              </a:solidFill>
              <a:latin typeface="Arial"/>
              <a:ea typeface="Arial"/>
              <a:cs typeface="Arial"/>
            </a:endParaRPr>
          </a:p>
        </p:txBody>
      </p:sp>
      <p:sp>
        <p:nvSpPr>
          <p:cNvPr id="3278" name="Google Shape;3278;p52">
            <a:extLst xmlns:a="http://schemas.openxmlformats.org/drawingml/2006/main">
              <a:ext uri="{FF2B5EF4-FFF2-40B4-BE49-F238E27FC236}">
                <a16:creationId xmlns:a16="http://schemas.microsoft.com/office/drawing/2014/main" id="{1E0171DD-827D-453B-A109-F67E46135852}"/>
              </a:ext>
            </a:extLst>
          </p:cNvPr>
          <p:cNvSpPr>
            <a:spLocks xmlns:a="http://schemas.openxmlformats.org/drawingml/2006/main" noGrp="1"/>
          </p:cNvSpPr>
          <p:nvPr/>
        </p:nvSpPr>
        <p:spPr>
          <a:xfrm xmlns:a="http://schemas.openxmlformats.org/drawingml/2006/main">
            <a:off x="320040" y="1792224"/>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900"/>
              <a:buFont typeface="Arial"/>
              <a:buNone/>
            </a:pPr>
            <a:r>
              <a:rPr sz="900" b="1" i="0" u="none" cap="none">
                <a:solidFill>
                  <a:srgbClr val="0891B2"/>
                </a:solidFill>
                <a:latin typeface="Arial"/>
                <a:ea typeface="Arial"/>
                <a:cs typeface="Arial"/>
              </a:rPr>
              <a:t>METHOD &amp; CONTROLS</a:t>
            </a:r>
            <a:endParaRPr sz="900" b="0" i="0" u="none" cap="none">
              <a:solidFill>
                <a:schemeClr val="dk1"/>
              </a:solidFill>
              <a:latin typeface="Arial"/>
              <a:ea typeface="Arial"/>
              <a:cs typeface="Arial"/>
            </a:endParaRPr>
          </a:p>
        </p:txBody>
      </p:sp>
      <p:sp>
        <p:nvSpPr>
          <p:cNvPr id="3279" name="Google Shape;3279;p52">
            <a:extLst xmlns:a="http://schemas.openxmlformats.org/drawingml/2006/main">
              <a:ext uri="{FF2B5EF4-FFF2-40B4-BE49-F238E27FC236}">
                <a16:creationId xmlns:a16="http://schemas.microsoft.com/office/drawing/2014/main" id="{FDD8D112-2190-4445-923F-0E4BBCA61399}"/>
              </a:ext>
            </a:extLst>
          </p:cNvPr>
          <p:cNvSpPr>
            <a:spLocks xmlns:a="http://schemas.openxmlformats.org/drawingml/2006/main" noGrp="1"/>
          </p:cNvSpPr>
          <p:nvPr/>
        </p:nvSpPr>
        <p:spPr>
          <a:xfrm xmlns:a="http://schemas.openxmlformats.org/drawingml/2006/main">
            <a:off x="320040" y="2011680"/>
            <a:ext cx="8503920" cy="20116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80" name="Google Shape;3280;p52">
            <a:extLst xmlns:a="http://schemas.openxmlformats.org/drawingml/2006/main">
              <a:ext uri="{FF2B5EF4-FFF2-40B4-BE49-F238E27FC236}">
                <a16:creationId xmlns:a16="http://schemas.microsoft.com/office/drawing/2014/main" id="{9B683458-5B52-4AEF-8A6F-23353A4A3A10}"/>
              </a:ext>
            </a:extLst>
          </p:cNvPr>
          <p:cNvSpPr>
            <a:spLocks xmlns:a="http://schemas.openxmlformats.org/drawingml/2006/main" noGrp="1"/>
          </p:cNvSpPr>
          <p:nvPr/>
        </p:nvSpPr>
        <p:spPr>
          <a:xfrm xmlns:a="http://schemas.openxmlformats.org/drawingml/2006/main">
            <a:off x="374904" y="2011680"/>
            <a:ext cx="22311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Parameter</a:t>
            </a:r>
            <a:endParaRPr sz="900" b="0" i="0" u="none" cap="none">
              <a:solidFill>
                <a:schemeClr val="dk1"/>
              </a:solidFill>
              <a:latin typeface="Arial"/>
              <a:ea typeface="Arial"/>
              <a:cs typeface="Arial"/>
            </a:endParaRPr>
          </a:p>
        </p:txBody>
      </p:sp>
      <p:sp>
        <p:nvSpPr>
          <p:cNvPr id="3281" name="Google Shape;3281;p52">
            <a:extLst xmlns:a="http://schemas.openxmlformats.org/drawingml/2006/main">
              <a:ext uri="{FF2B5EF4-FFF2-40B4-BE49-F238E27FC236}">
                <a16:creationId xmlns:a16="http://schemas.microsoft.com/office/drawing/2014/main" id="{7453B5E0-D826-457E-9193-4C62E197FF29}"/>
              </a:ext>
            </a:extLst>
          </p:cNvPr>
          <p:cNvSpPr>
            <a:spLocks xmlns:a="http://schemas.openxmlformats.org/drawingml/2006/main" noGrp="1"/>
          </p:cNvSpPr>
          <p:nvPr/>
        </p:nvSpPr>
        <p:spPr>
          <a:xfrm xmlns:a="http://schemas.openxmlformats.org/drawingml/2006/main">
            <a:off x="2660904" y="2011680"/>
            <a:ext cx="6163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Value</a:t>
            </a:r>
            <a:endParaRPr sz="900" b="0" i="0" u="none" cap="none">
              <a:solidFill>
                <a:schemeClr val="dk1"/>
              </a:solidFill>
              <a:latin typeface="Arial"/>
              <a:ea typeface="Arial"/>
              <a:cs typeface="Arial"/>
            </a:endParaRPr>
          </a:p>
        </p:txBody>
      </p:sp>
      <p:sp>
        <p:nvSpPr>
          <p:cNvPr id="3282" name="Google Shape;3282;p52">
            <a:extLst xmlns:a="http://schemas.openxmlformats.org/drawingml/2006/main">
              <a:ext uri="{FF2B5EF4-FFF2-40B4-BE49-F238E27FC236}">
                <a16:creationId xmlns:a16="http://schemas.microsoft.com/office/drawing/2014/main" id="{0F1FDA9A-251C-49E7-90C1-951B215CFC47}"/>
              </a:ext>
            </a:extLst>
          </p:cNvPr>
          <p:cNvSpPr>
            <a:spLocks xmlns:a="http://schemas.openxmlformats.org/drawingml/2006/main" noGrp="1"/>
          </p:cNvSpPr>
          <p:nvPr/>
        </p:nvSpPr>
        <p:spPr>
          <a:xfrm xmlns:a="http://schemas.openxmlformats.org/drawingml/2006/main">
            <a:off x="320040" y="2212848"/>
            <a:ext cx="850392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522" name="Google Shape;3283;p52"/>
          <p:cNvCxnSpPr/>
          <p:nvPr/>
        </p:nvCxnSpPr>
        <p:spPr>
          <a:xfrm xmlns:a="http://schemas.openxmlformats.org/drawingml/2006/main">
            <a:off x="320040" y="24140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84" name="Google Shape;3284;p52">
            <a:extLst xmlns:a="http://schemas.openxmlformats.org/drawingml/2006/main">
              <a:ext uri="{FF2B5EF4-FFF2-40B4-BE49-F238E27FC236}">
                <a16:creationId xmlns:a16="http://schemas.microsoft.com/office/drawing/2014/main" id="{819747A7-AC08-4DD7-A876-1F92B68871E5}"/>
              </a:ext>
            </a:extLst>
          </p:cNvPr>
          <p:cNvSpPr>
            <a:spLocks xmlns:a="http://schemas.openxmlformats.org/drawingml/2006/main" noGrp="1"/>
          </p:cNvSpPr>
          <p:nvPr/>
        </p:nvSpPr>
        <p:spPr>
          <a:xfrm xmlns:a="http://schemas.openxmlformats.org/drawingml/2006/main">
            <a:off x="374904" y="2212848"/>
            <a:ext cx="22311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Variable being tested</a:t>
            </a:r>
            <a:endParaRPr sz="830" b="0" i="0" u="none" cap="none">
              <a:solidFill>
                <a:schemeClr val="dk1"/>
              </a:solidFill>
              <a:latin typeface="Arial"/>
              <a:ea typeface="Arial"/>
              <a:cs typeface="Arial"/>
            </a:endParaRPr>
          </a:p>
        </p:txBody>
      </p:sp>
      <p:sp>
        <p:nvSpPr>
          <p:cNvPr id="3285" name="Google Shape;3285;p52">
            <a:extLst xmlns:a="http://schemas.openxmlformats.org/drawingml/2006/main">
              <a:ext uri="{FF2B5EF4-FFF2-40B4-BE49-F238E27FC236}">
                <a16:creationId xmlns:a16="http://schemas.microsoft.com/office/drawing/2014/main" id="{52998C7E-2FC6-4D6E-A771-6694BDEA7B0E}"/>
              </a:ext>
            </a:extLst>
          </p:cNvPr>
          <p:cNvSpPr>
            <a:spLocks xmlns:a="http://schemas.openxmlformats.org/drawingml/2006/main" noGrp="1"/>
          </p:cNvSpPr>
          <p:nvPr/>
        </p:nvSpPr>
        <p:spPr>
          <a:xfrm xmlns:a="http://schemas.openxmlformats.org/drawingml/2006/main">
            <a:off x="2660904" y="2212848"/>
            <a:ext cx="6163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[what changed]</a:t>
            </a:r>
            <a:endParaRPr sz="830" b="0" i="0" u="none" cap="none">
              <a:solidFill>
                <a:schemeClr val="dk1"/>
              </a:solidFill>
              <a:latin typeface="Arial"/>
              <a:ea typeface="Arial"/>
              <a:cs typeface="Arial"/>
            </a:endParaRPr>
          </a:p>
        </p:txBody>
      </p:sp>
      <p:cxnSp>
        <p:nvCxnSpPr>
          <p:cNvPr id="3525" name="Google Shape;3286;p52"/>
          <p:cNvCxnSpPr/>
          <p:nvPr/>
        </p:nvCxnSpPr>
        <p:spPr>
          <a:xfrm xmlns:a="http://schemas.openxmlformats.org/drawingml/2006/main">
            <a:off x="320040" y="26151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87" name="Google Shape;3287;p52">
            <a:extLst xmlns:a="http://schemas.openxmlformats.org/drawingml/2006/main">
              <a:ext uri="{FF2B5EF4-FFF2-40B4-BE49-F238E27FC236}">
                <a16:creationId xmlns:a16="http://schemas.microsoft.com/office/drawing/2014/main" id="{E8AA7DA5-8831-4384-9F43-BF962DFF9AF2}"/>
              </a:ext>
            </a:extLst>
          </p:cNvPr>
          <p:cNvSpPr>
            <a:spLocks xmlns:a="http://schemas.openxmlformats.org/drawingml/2006/main" noGrp="1"/>
          </p:cNvSpPr>
          <p:nvPr/>
        </p:nvSpPr>
        <p:spPr>
          <a:xfrm xmlns:a="http://schemas.openxmlformats.org/drawingml/2006/main">
            <a:off x="374904" y="2414016"/>
            <a:ext cx="22311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Controls (held constant)</a:t>
            </a:r>
            <a:endParaRPr sz="830" b="0" i="0" u="none" cap="none">
              <a:solidFill>
                <a:schemeClr val="dk1"/>
              </a:solidFill>
              <a:latin typeface="Arial"/>
              <a:ea typeface="Arial"/>
              <a:cs typeface="Arial"/>
            </a:endParaRPr>
          </a:p>
        </p:txBody>
      </p:sp>
      <p:sp>
        <p:nvSpPr>
          <p:cNvPr id="3288" name="Google Shape;3288;p52">
            <a:extLst xmlns:a="http://schemas.openxmlformats.org/drawingml/2006/main">
              <a:ext uri="{FF2B5EF4-FFF2-40B4-BE49-F238E27FC236}">
                <a16:creationId xmlns:a16="http://schemas.microsoft.com/office/drawing/2014/main" id="{7A6DE635-C424-47FF-81A6-A8B86937E27F}"/>
              </a:ext>
            </a:extLst>
          </p:cNvPr>
          <p:cNvSpPr>
            <a:spLocks xmlns:a="http://schemas.openxmlformats.org/drawingml/2006/main" noGrp="1"/>
          </p:cNvSpPr>
          <p:nvPr/>
        </p:nvSpPr>
        <p:spPr>
          <a:xfrm xmlns:a="http://schemas.openxmlformats.org/drawingml/2006/main">
            <a:off x="2660904" y="2414016"/>
            <a:ext cx="6163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[robot config, battery level, surface, operator, environmental]</a:t>
            </a:r>
            <a:endParaRPr sz="830" b="0" i="0" u="none" cap="none">
              <a:solidFill>
                <a:schemeClr val="dk1"/>
              </a:solidFill>
              <a:latin typeface="Arial"/>
              <a:ea typeface="Arial"/>
              <a:cs typeface="Arial"/>
            </a:endParaRPr>
          </a:p>
        </p:txBody>
      </p:sp>
      <p:sp>
        <p:nvSpPr>
          <p:cNvPr id="3289" name="Google Shape;3289;p52">
            <a:extLst xmlns:a="http://schemas.openxmlformats.org/drawingml/2006/main">
              <a:ext uri="{FF2B5EF4-FFF2-40B4-BE49-F238E27FC236}">
                <a16:creationId xmlns:a16="http://schemas.microsoft.com/office/drawing/2014/main" id="{0A7AA7CC-13AC-4816-B880-23D8E94E94BD}"/>
              </a:ext>
            </a:extLst>
          </p:cNvPr>
          <p:cNvSpPr>
            <a:spLocks xmlns:a="http://schemas.openxmlformats.org/drawingml/2006/main" noGrp="1"/>
          </p:cNvSpPr>
          <p:nvPr/>
        </p:nvSpPr>
        <p:spPr>
          <a:xfrm xmlns:a="http://schemas.openxmlformats.org/drawingml/2006/main">
            <a:off x="320040" y="2615184"/>
            <a:ext cx="8503920" cy="201168"/>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529" name="Google Shape;3290;p52"/>
          <p:cNvCxnSpPr/>
          <p:nvPr/>
        </p:nvCxnSpPr>
        <p:spPr>
          <a:xfrm xmlns:a="http://schemas.openxmlformats.org/drawingml/2006/main">
            <a:off x="320040" y="281635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91" name="Google Shape;3291;p52">
            <a:extLst xmlns:a="http://schemas.openxmlformats.org/drawingml/2006/main">
              <a:ext uri="{FF2B5EF4-FFF2-40B4-BE49-F238E27FC236}">
                <a16:creationId xmlns:a16="http://schemas.microsoft.com/office/drawing/2014/main" id="{E061D9EF-2066-4B7E-9AC5-C489BF661FFA}"/>
              </a:ext>
            </a:extLst>
          </p:cNvPr>
          <p:cNvSpPr>
            <a:spLocks xmlns:a="http://schemas.openxmlformats.org/drawingml/2006/main" noGrp="1"/>
          </p:cNvSpPr>
          <p:nvPr/>
        </p:nvSpPr>
        <p:spPr>
          <a:xfrm xmlns:a="http://schemas.openxmlformats.org/drawingml/2006/main">
            <a:off x="374904" y="2615184"/>
            <a:ext cx="22311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Success criteria</a:t>
            </a:r>
            <a:endParaRPr sz="830" b="0" i="0" u="none" cap="none">
              <a:solidFill>
                <a:schemeClr val="dk1"/>
              </a:solidFill>
              <a:latin typeface="Arial"/>
              <a:ea typeface="Arial"/>
              <a:cs typeface="Arial"/>
            </a:endParaRPr>
          </a:p>
        </p:txBody>
      </p:sp>
      <p:sp>
        <p:nvSpPr>
          <p:cNvPr id="3292" name="Google Shape;3292;p52">
            <a:extLst xmlns:a="http://schemas.openxmlformats.org/drawingml/2006/main">
              <a:ext uri="{FF2B5EF4-FFF2-40B4-BE49-F238E27FC236}">
                <a16:creationId xmlns:a16="http://schemas.microsoft.com/office/drawing/2014/main" id="{349EAA60-E911-4041-AE5E-EA9772D26B6E}"/>
              </a:ext>
            </a:extLst>
          </p:cNvPr>
          <p:cNvSpPr>
            <a:spLocks xmlns:a="http://schemas.openxmlformats.org/drawingml/2006/main" noGrp="1"/>
          </p:cNvSpPr>
          <p:nvPr/>
        </p:nvSpPr>
        <p:spPr>
          <a:xfrm xmlns:a="http://schemas.openxmlformats.org/drawingml/2006/main">
            <a:off x="2660904" y="2615184"/>
            <a:ext cx="6163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[what counts as a pass]</a:t>
            </a:r>
            <a:endParaRPr sz="830" b="0" i="0" u="none" cap="none">
              <a:solidFill>
                <a:schemeClr val="dk1"/>
              </a:solidFill>
              <a:latin typeface="Arial"/>
              <a:ea typeface="Arial"/>
              <a:cs typeface="Arial"/>
            </a:endParaRPr>
          </a:p>
        </p:txBody>
      </p:sp>
      <p:cxnSp>
        <p:nvCxnSpPr>
          <p:cNvPr id="3532" name="Google Shape;3293;p52"/>
          <p:cNvCxnSpPr/>
          <p:nvPr/>
        </p:nvCxnSpPr>
        <p:spPr>
          <a:xfrm xmlns:a="http://schemas.openxmlformats.org/drawingml/2006/main">
            <a:off x="320040" y="301752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294" name="Google Shape;3294;p52">
            <a:extLst xmlns:a="http://schemas.openxmlformats.org/drawingml/2006/main">
              <a:ext uri="{FF2B5EF4-FFF2-40B4-BE49-F238E27FC236}">
                <a16:creationId xmlns:a16="http://schemas.microsoft.com/office/drawing/2014/main" id="{FA4B1E14-E0ED-4327-A238-D10BFAF6DFAA}"/>
              </a:ext>
            </a:extLst>
          </p:cNvPr>
          <p:cNvSpPr>
            <a:spLocks xmlns:a="http://schemas.openxmlformats.org/drawingml/2006/main" noGrp="1"/>
          </p:cNvSpPr>
          <p:nvPr/>
        </p:nvSpPr>
        <p:spPr>
          <a:xfrm xmlns:a="http://schemas.openxmlformats.org/drawingml/2006/main">
            <a:off x="374904" y="2816352"/>
            <a:ext cx="22311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Sample size</a:t>
            </a:r>
            <a:endParaRPr sz="830" b="0" i="0" u="none" cap="none">
              <a:solidFill>
                <a:schemeClr val="dk1"/>
              </a:solidFill>
              <a:latin typeface="Arial"/>
              <a:ea typeface="Arial"/>
              <a:cs typeface="Arial"/>
            </a:endParaRPr>
          </a:p>
        </p:txBody>
      </p:sp>
      <p:sp>
        <p:nvSpPr>
          <p:cNvPr id="3295" name="Google Shape;3295;p52">
            <a:extLst xmlns:a="http://schemas.openxmlformats.org/drawingml/2006/main">
              <a:ext uri="{FF2B5EF4-FFF2-40B4-BE49-F238E27FC236}">
                <a16:creationId xmlns:a16="http://schemas.microsoft.com/office/drawing/2014/main" id="{82CEDC7E-6658-4E79-AE86-F36C768F1E16}"/>
              </a:ext>
            </a:extLst>
          </p:cNvPr>
          <p:cNvSpPr>
            <a:spLocks xmlns:a="http://schemas.openxmlformats.org/drawingml/2006/main" noGrp="1"/>
          </p:cNvSpPr>
          <p:nvPr/>
        </p:nvSpPr>
        <p:spPr>
          <a:xfrm xmlns:a="http://schemas.openxmlformats.org/drawingml/2006/main">
            <a:off x="2660904" y="2816352"/>
            <a:ext cx="6163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n = ___  (aim for 5 repeatable trials)</a:t>
            </a:r>
            <a:endParaRPr sz="830" b="0" i="0" u="none" cap="none">
              <a:solidFill>
                <a:schemeClr val="dk1"/>
              </a:solidFill>
              <a:latin typeface="Arial"/>
              <a:ea typeface="Arial"/>
              <a:cs typeface="Arial"/>
            </a:endParaRPr>
          </a:p>
        </p:txBody>
      </p:sp>
      <p:sp>
        <p:nvSpPr>
          <p:cNvPr id="3296" name="Google Shape;3296;p52">
            <a:extLst xmlns:a="http://schemas.openxmlformats.org/drawingml/2006/main">
              <a:ext uri="{FF2B5EF4-FFF2-40B4-BE49-F238E27FC236}">
                <a16:creationId xmlns:a16="http://schemas.microsoft.com/office/drawing/2014/main" id="{405BC8E5-BF07-4DF6-8515-D1C1D2F7FA7D}"/>
              </a:ext>
            </a:extLst>
          </p:cNvPr>
          <p:cNvSpPr>
            <a:spLocks xmlns:a="http://schemas.openxmlformats.org/drawingml/2006/main" noGrp="1"/>
          </p:cNvSpPr>
          <p:nvPr/>
        </p:nvSpPr>
        <p:spPr>
          <a:xfrm xmlns:a="http://schemas.openxmlformats.org/drawingml/2006/main">
            <a:off x="320040" y="2011680"/>
            <a:ext cx="8503920" cy="10058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97" name="Google Shape;3297;p52">
            <a:extLst xmlns:a="http://schemas.openxmlformats.org/drawingml/2006/main">
              <a:ext uri="{FF2B5EF4-FFF2-40B4-BE49-F238E27FC236}">
                <a16:creationId xmlns:a16="http://schemas.microsoft.com/office/drawing/2014/main" id="{E7AE4CBC-829A-4792-8C30-4F0C9CCFE23E}"/>
              </a:ext>
            </a:extLst>
          </p:cNvPr>
          <p:cNvSpPr>
            <a:spLocks xmlns:a="http://schemas.openxmlformats.org/drawingml/2006/main" noGrp="1"/>
          </p:cNvSpPr>
          <p:nvPr/>
        </p:nvSpPr>
        <p:spPr>
          <a:xfrm xmlns:a="http://schemas.openxmlformats.org/drawingml/2006/main">
            <a:off x="320040" y="310896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900"/>
              <a:buFont typeface="Arial"/>
              <a:buNone/>
            </a:pPr>
            <a:r>
              <a:rPr sz="900" b="1" i="0" u="none" cap="none">
                <a:solidFill>
                  <a:srgbClr val="0891B2"/>
                </a:solidFill>
                <a:latin typeface="Arial"/>
                <a:ea typeface="Arial"/>
                <a:cs typeface="Arial"/>
              </a:rPr>
              <a:t>RAW DATA</a:t>
            </a:r>
            <a:endParaRPr sz="900" b="0" i="0" u="none" cap="none">
              <a:solidFill>
                <a:schemeClr val="dk1"/>
              </a:solidFill>
              <a:latin typeface="Arial"/>
              <a:ea typeface="Arial"/>
              <a:cs typeface="Arial"/>
            </a:endParaRPr>
          </a:p>
        </p:txBody>
      </p:sp>
      <p:sp>
        <p:nvSpPr>
          <p:cNvPr id="3298" name="Google Shape;3298;p52">
            <a:extLst xmlns:a="http://schemas.openxmlformats.org/drawingml/2006/main">
              <a:ext uri="{FF2B5EF4-FFF2-40B4-BE49-F238E27FC236}">
                <a16:creationId xmlns:a16="http://schemas.microsoft.com/office/drawing/2014/main" id="{D41BD5FC-BB3D-4CFB-91E1-52031CA083EF}"/>
              </a:ext>
            </a:extLst>
          </p:cNvPr>
          <p:cNvSpPr>
            <a:spLocks xmlns:a="http://schemas.openxmlformats.org/drawingml/2006/main" noGrp="1"/>
          </p:cNvSpPr>
          <p:nvPr/>
        </p:nvSpPr>
        <p:spPr>
          <a:xfrm xmlns:a="http://schemas.openxmlformats.org/drawingml/2006/main">
            <a:off x="320040" y="3328416"/>
            <a:ext cx="8503920" cy="182880"/>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299" name="Google Shape;3299;p52">
            <a:extLst xmlns:a="http://schemas.openxmlformats.org/drawingml/2006/main">
              <a:ext uri="{FF2B5EF4-FFF2-40B4-BE49-F238E27FC236}">
                <a16:creationId xmlns:a16="http://schemas.microsoft.com/office/drawing/2014/main" id="{9D806FFC-B9B9-4B07-9A0B-4D5ACE22C372}"/>
              </a:ext>
            </a:extLst>
          </p:cNvPr>
          <p:cNvSpPr>
            <a:spLocks xmlns:a="http://schemas.openxmlformats.org/drawingml/2006/main" noGrp="1"/>
          </p:cNvSpPr>
          <p:nvPr/>
        </p:nvSpPr>
        <p:spPr>
          <a:xfrm xmlns:a="http://schemas.openxmlformats.org/drawingml/2006/main">
            <a:off x="374904" y="3328416"/>
            <a:ext cx="5852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Run #</a:t>
            </a:r>
            <a:endParaRPr sz="850" b="0" i="0" u="none" cap="none">
              <a:solidFill>
                <a:schemeClr val="dk1"/>
              </a:solidFill>
              <a:latin typeface="Arial"/>
              <a:ea typeface="Arial"/>
              <a:cs typeface="Arial"/>
            </a:endParaRPr>
          </a:p>
        </p:txBody>
      </p:sp>
      <p:sp>
        <p:nvSpPr>
          <p:cNvPr id="3300" name="Google Shape;3300;p52">
            <a:extLst xmlns:a="http://schemas.openxmlformats.org/drawingml/2006/main">
              <a:ext uri="{FF2B5EF4-FFF2-40B4-BE49-F238E27FC236}">
                <a16:creationId xmlns:a16="http://schemas.microsoft.com/office/drawing/2014/main" id="{B5FFF385-6B19-4CB2-99F8-2ABAFDBBE302}"/>
              </a:ext>
            </a:extLst>
          </p:cNvPr>
          <p:cNvSpPr>
            <a:spLocks xmlns:a="http://schemas.openxmlformats.org/drawingml/2006/main" noGrp="1"/>
          </p:cNvSpPr>
          <p:nvPr/>
        </p:nvSpPr>
        <p:spPr>
          <a:xfrm xmlns:a="http://schemas.openxmlformats.org/drawingml/2006/main">
            <a:off x="1014984" y="3328416"/>
            <a:ext cx="11338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Metric 1</a:t>
            </a:r>
            <a:endParaRPr sz="850" b="0" i="0" u="none" cap="none">
              <a:solidFill>
                <a:schemeClr val="dk1"/>
              </a:solidFill>
              <a:latin typeface="Arial"/>
              <a:ea typeface="Arial"/>
              <a:cs typeface="Arial"/>
            </a:endParaRPr>
          </a:p>
        </p:txBody>
      </p:sp>
      <p:sp>
        <p:nvSpPr>
          <p:cNvPr id="3301" name="Google Shape;3301;p52">
            <a:extLst xmlns:a="http://schemas.openxmlformats.org/drawingml/2006/main">
              <a:ext uri="{FF2B5EF4-FFF2-40B4-BE49-F238E27FC236}">
                <a16:creationId xmlns:a16="http://schemas.microsoft.com/office/drawing/2014/main" id="{CB4870B3-F583-4ED9-B58F-5362723717D0}"/>
              </a:ext>
            </a:extLst>
          </p:cNvPr>
          <p:cNvSpPr>
            <a:spLocks xmlns:a="http://schemas.openxmlformats.org/drawingml/2006/main" noGrp="1"/>
          </p:cNvSpPr>
          <p:nvPr/>
        </p:nvSpPr>
        <p:spPr>
          <a:xfrm xmlns:a="http://schemas.openxmlformats.org/drawingml/2006/main">
            <a:off x="2203704" y="3328416"/>
            <a:ext cx="11338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Metric 2</a:t>
            </a:r>
            <a:endParaRPr sz="850" b="0" i="0" u="none" cap="none">
              <a:solidFill>
                <a:schemeClr val="dk1"/>
              </a:solidFill>
              <a:latin typeface="Arial"/>
              <a:ea typeface="Arial"/>
              <a:cs typeface="Arial"/>
            </a:endParaRPr>
          </a:p>
        </p:txBody>
      </p:sp>
      <p:sp>
        <p:nvSpPr>
          <p:cNvPr id="3302" name="Google Shape;3302;p52">
            <a:extLst xmlns:a="http://schemas.openxmlformats.org/drawingml/2006/main">
              <a:ext uri="{FF2B5EF4-FFF2-40B4-BE49-F238E27FC236}">
                <a16:creationId xmlns:a16="http://schemas.microsoft.com/office/drawing/2014/main" id="{62E7DE30-F1E1-4470-85E1-EE0AFE7A6F82}"/>
              </a:ext>
            </a:extLst>
          </p:cNvPr>
          <p:cNvSpPr>
            <a:spLocks xmlns:a="http://schemas.openxmlformats.org/drawingml/2006/main" noGrp="1"/>
          </p:cNvSpPr>
          <p:nvPr/>
        </p:nvSpPr>
        <p:spPr>
          <a:xfrm xmlns:a="http://schemas.openxmlformats.org/drawingml/2006/main">
            <a:off x="3392424" y="3328416"/>
            <a:ext cx="113385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Metric 3</a:t>
            </a:r>
            <a:endParaRPr sz="850" b="0" i="0" u="none" cap="none">
              <a:solidFill>
                <a:schemeClr val="dk1"/>
              </a:solidFill>
              <a:latin typeface="Arial"/>
              <a:ea typeface="Arial"/>
              <a:cs typeface="Arial"/>
            </a:endParaRPr>
          </a:p>
        </p:txBody>
      </p:sp>
      <p:sp>
        <p:nvSpPr>
          <p:cNvPr id="3303" name="Google Shape;3303;p52">
            <a:extLst xmlns:a="http://schemas.openxmlformats.org/drawingml/2006/main">
              <a:ext uri="{FF2B5EF4-FFF2-40B4-BE49-F238E27FC236}">
                <a16:creationId xmlns:a16="http://schemas.microsoft.com/office/drawing/2014/main" id="{D13EA80B-4F8B-455D-83C7-A6B569F734E4}"/>
              </a:ext>
            </a:extLst>
          </p:cNvPr>
          <p:cNvSpPr>
            <a:spLocks xmlns:a="http://schemas.openxmlformats.org/drawingml/2006/main" noGrp="1"/>
          </p:cNvSpPr>
          <p:nvPr/>
        </p:nvSpPr>
        <p:spPr>
          <a:xfrm xmlns:a="http://schemas.openxmlformats.org/drawingml/2006/main">
            <a:off x="4581144" y="3328416"/>
            <a:ext cx="85953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Pass?</a:t>
            </a:r>
            <a:endParaRPr sz="850" b="0" i="0" u="none" cap="none">
              <a:solidFill>
                <a:schemeClr val="dk1"/>
              </a:solidFill>
              <a:latin typeface="Arial"/>
              <a:ea typeface="Arial"/>
              <a:cs typeface="Arial"/>
            </a:endParaRPr>
          </a:p>
        </p:txBody>
      </p:sp>
      <p:sp>
        <p:nvSpPr>
          <p:cNvPr id="3304" name="Google Shape;3304;p52">
            <a:extLst xmlns:a="http://schemas.openxmlformats.org/drawingml/2006/main">
              <a:ext uri="{FF2B5EF4-FFF2-40B4-BE49-F238E27FC236}">
                <a16:creationId xmlns:a16="http://schemas.microsoft.com/office/drawing/2014/main" id="{BBB94294-C3B5-4AC9-BC0C-4E21F6DBD6B4}"/>
              </a:ext>
            </a:extLst>
          </p:cNvPr>
          <p:cNvSpPr>
            <a:spLocks xmlns:a="http://schemas.openxmlformats.org/drawingml/2006/main" noGrp="1"/>
          </p:cNvSpPr>
          <p:nvPr/>
        </p:nvSpPr>
        <p:spPr>
          <a:xfrm xmlns:a="http://schemas.openxmlformats.org/drawingml/2006/main">
            <a:off x="5495544" y="3328416"/>
            <a:ext cx="3328416"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Notes</a:t>
            </a:r>
            <a:endParaRPr sz="850" b="0" i="0" u="none" cap="none">
              <a:solidFill>
                <a:schemeClr val="dk1"/>
              </a:solidFill>
              <a:latin typeface="Arial"/>
              <a:ea typeface="Arial"/>
              <a:cs typeface="Arial"/>
            </a:endParaRPr>
          </a:p>
        </p:txBody>
      </p:sp>
      <p:sp>
        <p:nvSpPr>
          <p:cNvPr id="3305" name="Google Shape;3305;p52">
            <a:extLst xmlns:a="http://schemas.openxmlformats.org/drawingml/2006/main">
              <a:ext uri="{FF2B5EF4-FFF2-40B4-BE49-F238E27FC236}">
                <a16:creationId xmlns:a16="http://schemas.microsoft.com/office/drawing/2014/main" id="{36521FC5-55E9-46DD-B945-23CFB48881D8}"/>
              </a:ext>
            </a:extLst>
          </p:cNvPr>
          <p:cNvSpPr>
            <a:spLocks xmlns:a="http://schemas.openxmlformats.org/drawingml/2006/main" noGrp="1"/>
          </p:cNvSpPr>
          <p:nvPr/>
        </p:nvSpPr>
        <p:spPr>
          <a:xfrm xmlns:a="http://schemas.openxmlformats.org/drawingml/2006/main">
            <a:off x="320040" y="3511296"/>
            <a:ext cx="8503920" cy="1447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545" name="Google Shape;3306;p52"/>
          <p:cNvCxnSpPr/>
          <p:nvPr/>
        </p:nvCxnSpPr>
        <p:spPr>
          <a:xfrm xmlns:a="http://schemas.openxmlformats.org/drawingml/2006/main">
            <a:off x="320040" y="36560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07" name="Google Shape;3307;p52">
            <a:extLst xmlns:a="http://schemas.openxmlformats.org/drawingml/2006/main">
              <a:ext uri="{FF2B5EF4-FFF2-40B4-BE49-F238E27FC236}">
                <a16:creationId xmlns:a16="http://schemas.microsoft.com/office/drawing/2014/main" id="{9E6AD75B-4581-47F6-A16D-C4C27AEA37E1}"/>
              </a:ext>
            </a:extLst>
          </p:cNvPr>
          <p:cNvSpPr>
            <a:spLocks xmlns:a="http://schemas.openxmlformats.org/drawingml/2006/main" noGrp="1"/>
          </p:cNvSpPr>
          <p:nvPr/>
        </p:nvSpPr>
        <p:spPr>
          <a:xfrm xmlns:a="http://schemas.openxmlformats.org/drawingml/2006/main">
            <a:off x="374904" y="3511296"/>
            <a:ext cx="5852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1</a:t>
            </a:r>
            <a:endParaRPr sz="800" b="0" i="0" u="none" cap="none">
              <a:solidFill>
                <a:schemeClr val="dk1"/>
              </a:solidFill>
              <a:latin typeface="Arial"/>
              <a:ea typeface="Arial"/>
              <a:cs typeface="Arial"/>
            </a:endParaRPr>
          </a:p>
        </p:txBody>
      </p:sp>
      <p:sp>
        <p:nvSpPr>
          <p:cNvPr id="3308" name="Google Shape;3308;p52">
            <a:extLst xmlns:a="http://schemas.openxmlformats.org/drawingml/2006/main">
              <a:ext uri="{FF2B5EF4-FFF2-40B4-BE49-F238E27FC236}">
                <a16:creationId xmlns:a16="http://schemas.microsoft.com/office/drawing/2014/main" id="{D0B018FD-6E9C-41B9-A5A4-B47D440A71DD}"/>
              </a:ext>
            </a:extLst>
          </p:cNvPr>
          <p:cNvSpPr>
            <a:spLocks xmlns:a="http://schemas.openxmlformats.org/drawingml/2006/main" noGrp="1"/>
          </p:cNvSpPr>
          <p:nvPr/>
        </p:nvSpPr>
        <p:spPr>
          <a:xfrm xmlns:a="http://schemas.openxmlformats.org/drawingml/2006/main">
            <a:off x="1014984" y="351129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09" name="Google Shape;3309;p52">
            <a:extLst xmlns:a="http://schemas.openxmlformats.org/drawingml/2006/main">
              <a:ext uri="{FF2B5EF4-FFF2-40B4-BE49-F238E27FC236}">
                <a16:creationId xmlns:a16="http://schemas.microsoft.com/office/drawing/2014/main" id="{9B34A587-1765-4B8A-81B9-8A6B0278691C}"/>
              </a:ext>
            </a:extLst>
          </p:cNvPr>
          <p:cNvSpPr>
            <a:spLocks xmlns:a="http://schemas.openxmlformats.org/drawingml/2006/main" noGrp="1"/>
          </p:cNvSpPr>
          <p:nvPr/>
        </p:nvSpPr>
        <p:spPr>
          <a:xfrm xmlns:a="http://schemas.openxmlformats.org/drawingml/2006/main">
            <a:off x="2203704" y="351129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10" name="Google Shape;3310;p52">
            <a:extLst xmlns:a="http://schemas.openxmlformats.org/drawingml/2006/main">
              <a:ext uri="{FF2B5EF4-FFF2-40B4-BE49-F238E27FC236}">
                <a16:creationId xmlns:a16="http://schemas.microsoft.com/office/drawing/2014/main" id="{7C067207-C15A-43B9-8AC1-394FC965F236}"/>
              </a:ext>
            </a:extLst>
          </p:cNvPr>
          <p:cNvSpPr>
            <a:spLocks xmlns:a="http://schemas.openxmlformats.org/drawingml/2006/main" noGrp="1"/>
          </p:cNvSpPr>
          <p:nvPr/>
        </p:nvSpPr>
        <p:spPr>
          <a:xfrm xmlns:a="http://schemas.openxmlformats.org/drawingml/2006/main">
            <a:off x="3392424" y="351129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11" name="Google Shape;3311;p52">
            <a:extLst xmlns:a="http://schemas.openxmlformats.org/drawingml/2006/main">
              <a:ext uri="{FF2B5EF4-FFF2-40B4-BE49-F238E27FC236}">
                <a16:creationId xmlns:a16="http://schemas.microsoft.com/office/drawing/2014/main" id="{5DCDFCC1-8606-43F4-B042-3FB46211FFD2}"/>
              </a:ext>
            </a:extLst>
          </p:cNvPr>
          <p:cNvSpPr>
            <a:spLocks xmlns:a="http://schemas.openxmlformats.org/drawingml/2006/main" noGrp="1"/>
          </p:cNvSpPr>
          <p:nvPr/>
        </p:nvSpPr>
        <p:spPr>
          <a:xfrm xmlns:a="http://schemas.openxmlformats.org/drawingml/2006/main">
            <a:off x="4581144" y="3511296"/>
            <a:ext cx="85953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[P/F]</a:t>
            </a:r>
            <a:endParaRPr sz="800" b="0" i="0" u="none" cap="none">
              <a:solidFill>
                <a:schemeClr val="dk1"/>
              </a:solidFill>
              <a:latin typeface="Arial"/>
              <a:ea typeface="Arial"/>
              <a:cs typeface="Arial"/>
            </a:endParaRPr>
          </a:p>
        </p:txBody>
      </p:sp>
      <p:sp>
        <p:nvSpPr>
          <p:cNvPr id="3312" name="Google Shape;3312;p52">
            <a:extLst xmlns:a="http://schemas.openxmlformats.org/drawingml/2006/main">
              <a:ext uri="{FF2B5EF4-FFF2-40B4-BE49-F238E27FC236}">
                <a16:creationId xmlns:a16="http://schemas.microsoft.com/office/drawing/2014/main" id="{49E2E4AA-D0BB-4599-8F76-BEB7D17B3106}"/>
              </a:ext>
            </a:extLst>
          </p:cNvPr>
          <p:cNvSpPr>
            <a:spLocks xmlns:a="http://schemas.openxmlformats.org/drawingml/2006/main" noGrp="1"/>
          </p:cNvSpPr>
          <p:nvPr/>
        </p:nvSpPr>
        <p:spPr>
          <a:xfrm xmlns:a="http://schemas.openxmlformats.org/drawingml/2006/main">
            <a:off x="5495544" y="3511296"/>
            <a:ext cx="33284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[note]</a:t>
            </a:r>
            <a:endParaRPr sz="800" b="0" i="0" u="none" cap="none">
              <a:solidFill>
                <a:schemeClr val="dk1"/>
              </a:solidFill>
              <a:latin typeface="Arial"/>
              <a:ea typeface="Arial"/>
              <a:cs typeface="Arial"/>
            </a:endParaRPr>
          </a:p>
        </p:txBody>
      </p:sp>
      <p:cxnSp>
        <p:nvCxnSpPr>
          <p:cNvPr id="3552" name="Google Shape;3313;p52"/>
          <p:cNvCxnSpPr/>
          <p:nvPr/>
        </p:nvCxnSpPr>
        <p:spPr>
          <a:xfrm xmlns:a="http://schemas.openxmlformats.org/drawingml/2006/main">
            <a:off x="320040" y="38008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14" name="Google Shape;3314;p52">
            <a:extLst xmlns:a="http://schemas.openxmlformats.org/drawingml/2006/main">
              <a:ext uri="{FF2B5EF4-FFF2-40B4-BE49-F238E27FC236}">
                <a16:creationId xmlns:a16="http://schemas.microsoft.com/office/drawing/2014/main" id="{6ECAC106-CC7F-45E6-B2EA-B05F82D5B4C4}"/>
              </a:ext>
            </a:extLst>
          </p:cNvPr>
          <p:cNvSpPr>
            <a:spLocks xmlns:a="http://schemas.openxmlformats.org/drawingml/2006/main" noGrp="1"/>
          </p:cNvSpPr>
          <p:nvPr/>
        </p:nvSpPr>
        <p:spPr>
          <a:xfrm xmlns:a="http://schemas.openxmlformats.org/drawingml/2006/main">
            <a:off x="374904" y="3656076"/>
            <a:ext cx="5852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2</a:t>
            </a:r>
            <a:endParaRPr sz="800" b="0" i="0" u="none" cap="none">
              <a:solidFill>
                <a:schemeClr val="dk1"/>
              </a:solidFill>
              <a:latin typeface="Arial"/>
              <a:ea typeface="Arial"/>
              <a:cs typeface="Arial"/>
            </a:endParaRPr>
          </a:p>
        </p:txBody>
      </p:sp>
      <p:sp>
        <p:nvSpPr>
          <p:cNvPr id="3315" name="Google Shape;3315;p52">
            <a:extLst xmlns:a="http://schemas.openxmlformats.org/drawingml/2006/main">
              <a:ext uri="{FF2B5EF4-FFF2-40B4-BE49-F238E27FC236}">
                <a16:creationId xmlns:a16="http://schemas.microsoft.com/office/drawing/2014/main" id="{75D887ED-36A7-4314-A1C1-73FDD0DF094F}"/>
              </a:ext>
            </a:extLst>
          </p:cNvPr>
          <p:cNvSpPr>
            <a:spLocks xmlns:a="http://schemas.openxmlformats.org/drawingml/2006/main" noGrp="1"/>
          </p:cNvSpPr>
          <p:nvPr/>
        </p:nvSpPr>
        <p:spPr>
          <a:xfrm xmlns:a="http://schemas.openxmlformats.org/drawingml/2006/main">
            <a:off x="1014984" y="365607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16" name="Google Shape;3316;p52">
            <a:extLst xmlns:a="http://schemas.openxmlformats.org/drawingml/2006/main">
              <a:ext uri="{FF2B5EF4-FFF2-40B4-BE49-F238E27FC236}">
                <a16:creationId xmlns:a16="http://schemas.microsoft.com/office/drawing/2014/main" id="{2A5C93DA-E159-4D24-85AC-9D1763BFDAC7}"/>
              </a:ext>
            </a:extLst>
          </p:cNvPr>
          <p:cNvSpPr>
            <a:spLocks xmlns:a="http://schemas.openxmlformats.org/drawingml/2006/main" noGrp="1"/>
          </p:cNvSpPr>
          <p:nvPr/>
        </p:nvSpPr>
        <p:spPr>
          <a:xfrm xmlns:a="http://schemas.openxmlformats.org/drawingml/2006/main">
            <a:off x="2203704" y="365607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17" name="Google Shape;3317;p52">
            <a:extLst xmlns:a="http://schemas.openxmlformats.org/drawingml/2006/main">
              <a:ext uri="{FF2B5EF4-FFF2-40B4-BE49-F238E27FC236}">
                <a16:creationId xmlns:a16="http://schemas.microsoft.com/office/drawing/2014/main" id="{660D2B3D-7ECE-40F7-9CAE-489269900DB3}"/>
              </a:ext>
            </a:extLst>
          </p:cNvPr>
          <p:cNvSpPr>
            <a:spLocks xmlns:a="http://schemas.openxmlformats.org/drawingml/2006/main" noGrp="1"/>
          </p:cNvSpPr>
          <p:nvPr/>
        </p:nvSpPr>
        <p:spPr>
          <a:xfrm xmlns:a="http://schemas.openxmlformats.org/drawingml/2006/main">
            <a:off x="3392424" y="365607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18" name="Google Shape;3318;p52">
            <a:extLst xmlns:a="http://schemas.openxmlformats.org/drawingml/2006/main">
              <a:ext uri="{FF2B5EF4-FFF2-40B4-BE49-F238E27FC236}">
                <a16:creationId xmlns:a16="http://schemas.microsoft.com/office/drawing/2014/main" id="{65D7ECDE-4955-44DD-839B-A6D1CF40171D}"/>
              </a:ext>
            </a:extLst>
          </p:cNvPr>
          <p:cNvSpPr>
            <a:spLocks xmlns:a="http://schemas.openxmlformats.org/drawingml/2006/main" noGrp="1"/>
          </p:cNvSpPr>
          <p:nvPr/>
        </p:nvSpPr>
        <p:spPr>
          <a:xfrm xmlns:a="http://schemas.openxmlformats.org/drawingml/2006/main">
            <a:off x="4581144" y="3656076"/>
            <a:ext cx="85953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[P/F]</a:t>
            </a:r>
            <a:endParaRPr sz="800" b="0" i="0" u="none" cap="none">
              <a:solidFill>
                <a:schemeClr val="dk1"/>
              </a:solidFill>
              <a:latin typeface="Arial"/>
              <a:ea typeface="Arial"/>
              <a:cs typeface="Arial"/>
            </a:endParaRPr>
          </a:p>
        </p:txBody>
      </p:sp>
      <p:sp>
        <p:nvSpPr>
          <p:cNvPr id="3319" name="Google Shape;3319;p52">
            <a:extLst xmlns:a="http://schemas.openxmlformats.org/drawingml/2006/main">
              <a:ext uri="{FF2B5EF4-FFF2-40B4-BE49-F238E27FC236}">
                <a16:creationId xmlns:a16="http://schemas.microsoft.com/office/drawing/2014/main" id="{59171DFC-7F30-48B0-8F23-F142AF7A3593}"/>
              </a:ext>
            </a:extLst>
          </p:cNvPr>
          <p:cNvSpPr>
            <a:spLocks xmlns:a="http://schemas.openxmlformats.org/drawingml/2006/main" noGrp="1"/>
          </p:cNvSpPr>
          <p:nvPr/>
        </p:nvSpPr>
        <p:spPr>
          <a:xfrm xmlns:a="http://schemas.openxmlformats.org/drawingml/2006/main">
            <a:off x="5495544" y="3656076"/>
            <a:ext cx="33284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[note]</a:t>
            </a:r>
            <a:endParaRPr sz="800" b="0" i="0" u="none" cap="none">
              <a:solidFill>
                <a:schemeClr val="dk1"/>
              </a:solidFill>
              <a:latin typeface="Arial"/>
              <a:ea typeface="Arial"/>
              <a:cs typeface="Arial"/>
            </a:endParaRPr>
          </a:p>
        </p:txBody>
      </p:sp>
      <p:sp>
        <p:nvSpPr>
          <p:cNvPr id="3320" name="Google Shape;3320;p52">
            <a:extLst xmlns:a="http://schemas.openxmlformats.org/drawingml/2006/main">
              <a:ext uri="{FF2B5EF4-FFF2-40B4-BE49-F238E27FC236}">
                <a16:creationId xmlns:a16="http://schemas.microsoft.com/office/drawing/2014/main" id="{9354E0BA-31BB-4BF0-9375-A3BA8B91F8D9}"/>
              </a:ext>
            </a:extLst>
          </p:cNvPr>
          <p:cNvSpPr>
            <a:spLocks xmlns:a="http://schemas.openxmlformats.org/drawingml/2006/main" noGrp="1"/>
          </p:cNvSpPr>
          <p:nvPr/>
        </p:nvSpPr>
        <p:spPr>
          <a:xfrm xmlns:a="http://schemas.openxmlformats.org/drawingml/2006/main">
            <a:off x="320040" y="3800856"/>
            <a:ext cx="8503920" cy="1447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560" name="Google Shape;3321;p52"/>
          <p:cNvCxnSpPr/>
          <p:nvPr/>
        </p:nvCxnSpPr>
        <p:spPr>
          <a:xfrm xmlns:a="http://schemas.openxmlformats.org/drawingml/2006/main">
            <a:off x="320040" y="394563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22" name="Google Shape;3322;p52">
            <a:extLst xmlns:a="http://schemas.openxmlformats.org/drawingml/2006/main">
              <a:ext uri="{FF2B5EF4-FFF2-40B4-BE49-F238E27FC236}">
                <a16:creationId xmlns:a16="http://schemas.microsoft.com/office/drawing/2014/main" id="{2DCBC3AA-8529-4DD7-A06C-B7A28C4A56D8}"/>
              </a:ext>
            </a:extLst>
          </p:cNvPr>
          <p:cNvSpPr>
            <a:spLocks xmlns:a="http://schemas.openxmlformats.org/drawingml/2006/main" noGrp="1"/>
          </p:cNvSpPr>
          <p:nvPr/>
        </p:nvSpPr>
        <p:spPr>
          <a:xfrm xmlns:a="http://schemas.openxmlformats.org/drawingml/2006/main">
            <a:off x="374904" y="3800856"/>
            <a:ext cx="5852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3</a:t>
            </a:r>
            <a:endParaRPr sz="800" b="0" i="0" u="none" cap="none">
              <a:solidFill>
                <a:schemeClr val="dk1"/>
              </a:solidFill>
              <a:latin typeface="Arial"/>
              <a:ea typeface="Arial"/>
              <a:cs typeface="Arial"/>
            </a:endParaRPr>
          </a:p>
        </p:txBody>
      </p:sp>
      <p:sp>
        <p:nvSpPr>
          <p:cNvPr id="3323" name="Google Shape;3323;p52">
            <a:extLst xmlns:a="http://schemas.openxmlformats.org/drawingml/2006/main">
              <a:ext uri="{FF2B5EF4-FFF2-40B4-BE49-F238E27FC236}">
                <a16:creationId xmlns:a16="http://schemas.microsoft.com/office/drawing/2014/main" id="{FDF61281-295C-4FFC-8C67-01B2C9255032}"/>
              </a:ext>
            </a:extLst>
          </p:cNvPr>
          <p:cNvSpPr>
            <a:spLocks xmlns:a="http://schemas.openxmlformats.org/drawingml/2006/main" noGrp="1"/>
          </p:cNvSpPr>
          <p:nvPr/>
        </p:nvSpPr>
        <p:spPr>
          <a:xfrm xmlns:a="http://schemas.openxmlformats.org/drawingml/2006/main">
            <a:off x="1014984" y="380085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24" name="Google Shape;3324;p52">
            <a:extLst xmlns:a="http://schemas.openxmlformats.org/drawingml/2006/main">
              <a:ext uri="{FF2B5EF4-FFF2-40B4-BE49-F238E27FC236}">
                <a16:creationId xmlns:a16="http://schemas.microsoft.com/office/drawing/2014/main" id="{217D3B3D-C3DD-42B1-A202-1984C24DEA45}"/>
              </a:ext>
            </a:extLst>
          </p:cNvPr>
          <p:cNvSpPr>
            <a:spLocks xmlns:a="http://schemas.openxmlformats.org/drawingml/2006/main" noGrp="1"/>
          </p:cNvSpPr>
          <p:nvPr/>
        </p:nvSpPr>
        <p:spPr>
          <a:xfrm xmlns:a="http://schemas.openxmlformats.org/drawingml/2006/main">
            <a:off x="2203704" y="380085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25" name="Google Shape;3325;p52">
            <a:extLst xmlns:a="http://schemas.openxmlformats.org/drawingml/2006/main">
              <a:ext uri="{FF2B5EF4-FFF2-40B4-BE49-F238E27FC236}">
                <a16:creationId xmlns:a16="http://schemas.microsoft.com/office/drawing/2014/main" id="{80E901D3-F8EF-4B26-BB65-B18275981A4B}"/>
              </a:ext>
            </a:extLst>
          </p:cNvPr>
          <p:cNvSpPr>
            <a:spLocks xmlns:a="http://schemas.openxmlformats.org/drawingml/2006/main" noGrp="1"/>
          </p:cNvSpPr>
          <p:nvPr/>
        </p:nvSpPr>
        <p:spPr>
          <a:xfrm xmlns:a="http://schemas.openxmlformats.org/drawingml/2006/main">
            <a:off x="3392424" y="380085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26" name="Google Shape;3326;p52">
            <a:extLst xmlns:a="http://schemas.openxmlformats.org/drawingml/2006/main">
              <a:ext uri="{FF2B5EF4-FFF2-40B4-BE49-F238E27FC236}">
                <a16:creationId xmlns:a16="http://schemas.microsoft.com/office/drawing/2014/main" id="{73FA4098-05E0-4C09-95F1-282DDB106480}"/>
              </a:ext>
            </a:extLst>
          </p:cNvPr>
          <p:cNvSpPr>
            <a:spLocks xmlns:a="http://schemas.openxmlformats.org/drawingml/2006/main" noGrp="1"/>
          </p:cNvSpPr>
          <p:nvPr/>
        </p:nvSpPr>
        <p:spPr>
          <a:xfrm xmlns:a="http://schemas.openxmlformats.org/drawingml/2006/main">
            <a:off x="4581144" y="3800856"/>
            <a:ext cx="85953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[P/F]</a:t>
            </a:r>
            <a:endParaRPr sz="800" b="0" i="0" u="none" cap="none">
              <a:solidFill>
                <a:schemeClr val="dk1"/>
              </a:solidFill>
              <a:latin typeface="Arial"/>
              <a:ea typeface="Arial"/>
              <a:cs typeface="Arial"/>
            </a:endParaRPr>
          </a:p>
        </p:txBody>
      </p:sp>
      <p:sp>
        <p:nvSpPr>
          <p:cNvPr id="3327" name="Google Shape;3327;p52">
            <a:extLst xmlns:a="http://schemas.openxmlformats.org/drawingml/2006/main">
              <a:ext uri="{FF2B5EF4-FFF2-40B4-BE49-F238E27FC236}">
                <a16:creationId xmlns:a16="http://schemas.microsoft.com/office/drawing/2014/main" id="{3C94ED0B-A485-48AE-A2AA-917E4E548BF9}"/>
              </a:ext>
            </a:extLst>
          </p:cNvPr>
          <p:cNvSpPr>
            <a:spLocks xmlns:a="http://schemas.openxmlformats.org/drawingml/2006/main" noGrp="1"/>
          </p:cNvSpPr>
          <p:nvPr/>
        </p:nvSpPr>
        <p:spPr>
          <a:xfrm xmlns:a="http://schemas.openxmlformats.org/drawingml/2006/main">
            <a:off x="5495544" y="3800856"/>
            <a:ext cx="33284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[note]</a:t>
            </a:r>
            <a:endParaRPr sz="800" b="0" i="0" u="none" cap="none">
              <a:solidFill>
                <a:schemeClr val="dk1"/>
              </a:solidFill>
              <a:latin typeface="Arial"/>
              <a:ea typeface="Arial"/>
              <a:cs typeface="Arial"/>
            </a:endParaRPr>
          </a:p>
        </p:txBody>
      </p:sp>
      <p:cxnSp>
        <p:nvCxnSpPr>
          <p:cNvPr id="3567" name="Google Shape;3328;p52"/>
          <p:cNvCxnSpPr/>
          <p:nvPr/>
        </p:nvCxnSpPr>
        <p:spPr>
          <a:xfrm xmlns:a="http://schemas.openxmlformats.org/drawingml/2006/main">
            <a:off x="320040" y="409041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29" name="Google Shape;3329;p52">
            <a:extLst xmlns:a="http://schemas.openxmlformats.org/drawingml/2006/main">
              <a:ext uri="{FF2B5EF4-FFF2-40B4-BE49-F238E27FC236}">
                <a16:creationId xmlns:a16="http://schemas.microsoft.com/office/drawing/2014/main" id="{6E728F7B-6C94-480C-B655-E56FE24E3267}"/>
              </a:ext>
            </a:extLst>
          </p:cNvPr>
          <p:cNvSpPr>
            <a:spLocks xmlns:a="http://schemas.openxmlformats.org/drawingml/2006/main" noGrp="1"/>
          </p:cNvSpPr>
          <p:nvPr/>
        </p:nvSpPr>
        <p:spPr>
          <a:xfrm xmlns:a="http://schemas.openxmlformats.org/drawingml/2006/main">
            <a:off x="374904" y="3945636"/>
            <a:ext cx="5852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4</a:t>
            </a:r>
            <a:endParaRPr sz="800" b="0" i="0" u="none" cap="none">
              <a:solidFill>
                <a:schemeClr val="dk1"/>
              </a:solidFill>
              <a:latin typeface="Arial"/>
              <a:ea typeface="Arial"/>
              <a:cs typeface="Arial"/>
            </a:endParaRPr>
          </a:p>
        </p:txBody>
      </p:sp>
      <p:sp>
        <p:nvSpPr>
          <p:cNvPr id="3330" name="Google Shape;3330;p52">
            <a:extLst xmlns:a="http://schemas.openxmlformats.org/drawingml/2006/main">
              <a:ext uri="{FF2B5EF4-FFF2-40B4-BE49-F238E27FC236}">
                <a16:creationId xmlns:a16="http://schemas.microsoft.com/office/drawing/2014/main" id="{574EBE6F-8BD6-44BD-833E-28E0BC8FDAC0}"/>
              </a:ext>
            </a:extLst>
          </p:cNvPr>
          <p:cNvSpPr>
            <a:spLocks xmlns:a="http://schemas.openxmlformats.org/drawingml/2006/main" noGrp="1"/>
          </p:cNvSpPr>
          <p:nvPr/>
        </p:nvSpPr>
        <p:spPr>
          <a:xfrm xmlns:a="http://schemas.openxmlformats.org/drawingml/2006/main">
            <a:off x="1014984" y="394563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31" name="Google Shape;3331;p52">
            <a:extLst xmlns:a="http://schemas.openxmlformats.org/drawingml/2006/main">
              <a:ext uri="{FF2B5EF4-FFF2-40B4-BE49-F238E27FC236}">
                <a16:creationId xmlns:a16="http://schemas.microsoft.com/office/drawing/2014/main" id="{5F50EA0F-DD6D-4E37-B992-096C65D449C2}"/>
              </a:ext>
            </a:extLst>
          </p:cNvPr>
          <p:cNvSpPr>
            <a:spLocks xmlns:a="http://schemas.openxmlformats.org/drawingml/2006/main" noGrp="1"/>
          </p:cNvSpPr>
          <p:nvPr/>
        </p:nvSpPr>
        <p:spPr>
          <a:xfrm xmlns:a="http://schemas.openxmlformats.org/drawingml/2006/main">
            <a:off x="2203704" y="394563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32" name="Google Shape;3332;p52">
            <a:extLst xmlns:a="http://schemas.openxmlformats.org/drawingml/2006/main">
              <a:ext uri="{FF2B5EF4-FFF2-40B4-BE49-F238E27FC236}">
                <a16:creationId xmlns:a16="http://schemas.microsoft.com/office/drawing/2014/main" id="{3D6B79B1-648F-4C13-86AD-B548BAADA9C7}"/>
              </a:ext>
            </a:extLst>
          </p:cNvPr>
          <p:cNvSpPr>
            <a:spLocks xmlns:a="http://schemas.openxmlformats.org/drawingml/2006/main" noGrp="1"/>
          </p:cNvSpPr>
          <p:nvPr/>
        </p:nvSpPr>
        <p:spPr>
          <a:xfrm xmlns:a="http://schemas.openxmlformats.org/drawingml/2006/main">
            <a:off x="3392424" y="394563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33" name="Google Shape;3333;p52">
            <a:extLst xmlns:a="http://schemas.openxmlformats.org/drawingml/2006/main">
              <a:ext uri="{FF2B5EF4-FFF2-40B4-BE49-F238E27FC236}">
                <a16:creationId xmlns:a16="http://schemas.microsoft.com/office/drawing/2014/main" id="{5105FF7C-406B-4F13-8D0A-2C986988B749}"/>
              </a:ext>
            </a:extLst>
          </p:cNvPr>
          <p:cNvSpPr>
            <a:spLocks xmlns:a="http://schemas.openxmlformats.org/drawingml/2006/main" noGrp="1"/>
          </p:cNvSpPr>
          <p:nvPr/>
        </p:nvSpPr>
        <p:spPr>
          <a:xfrm xmlns:a="http://schemas.openxmlformats.org/drawingml/2006/main">
            <a:off x="4581144" y="3945636"/>
            <a:ext cx="85953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[P/F]</a:t>
            </a:r>
            <a:endParaRPr sz="800" b="0" i="0" u="none" cap="none">
              <a:solidFill>
                <a:schemeClr val="dk1"/>
              </a:solidFill>
              <a:latin typeface="Arial"/>
              <a:ea typeface="Arial"/>
              <a:cs typeface="Arial"/>
            </a:endParaRPr>
          </a:p>
        </p:txBody>
      </p:sp>
      <p:sp>
        <p:nvSpPr>
          <p:cNvPr id="3334" name="Google Shape;3334;p52">
            <a:extLst xmlns:a="http://schemas.openxmlformats.org/drawingml/2006/main">
              <a:ext uri="{FF2B5EF4-FFF2-40B4-BE49-F238E27FC236}">
                <a16:creationId xmlns:a16="http://schemas.microsoft.com/office/drawing/2014/main" id="{F00DD54F-70E3-4123-8DB0-15DF4CE8F339}"/>
              </a:ext>
            </a:extLst>
          </p:cNvPr>
          <p:cNvSpPr>
            <a:spLocks xmlns:a="http://schemas.openxmlformats.org/drawingml/2006/main" noGrp="1"/>
          </p:cNvSpPr>
          <p:nvPr/>
        </p:nvSpPr>
        <p:spPr>
          <a:xfrm xmlns:a="http://schemas.openxmlformats.org/drawingml/2006/main">
            <a:off x="5495544" y="3945636"/>
            <a:ext cx="33284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[note]</a:t>
            </a:r>
            <a:endParaRPr sz="800" b="0" i="0" u="none" cap="none">
              <a:solidFill>
                <a:schemeClr val="dk1"/>
              </a:solidFill>
              <a:latin typeface="Arial"/>
              <a:ea typeface="Arial"/>
              <a:cs typeface="Arial"/>
            </a:endParaRPr>
          </a:p>
        </p:txBody>
      </p:sp>
      <p:sp>
        <p:nvSpPr>
          <p:cNvPr id="3335" name="Google Shape;3335;p52">
            <a:extLst xmlns:a="http://schemas.openxmlformats.org/drawingml/2006/main">
              <a:ext uri="{FF2B5EF4-FFF2-40B4-BE49-F238E27FC236}">
                <a16:creationId xmlns:a16="http://schemas.microsoft.com/office/drawing/2014/main" id="{BCAA37E8-853B-4124-BED5-818D49C7C8F8}"/>
              </a:ext>
            </a:extLst>
          </p:cNvPr>
          <p:cNvSpPr>
            <a:spLocks xmlns:a="http://schemas.openxmlformats.org/drawingml/2006/main" noGrp="1"/>
          </p:cNvSpPr>
          <p:nvPr/>
        </p:nvSpPr>
        <p:spPr>
          <a:xfrm xmlns:a="http://schemas.openxmlformats.org/drawingml/2006/main">
            <a:off x="320040" y="4090416"/>
            <a:ext cx="8503920" cy="14478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575" name="Google Shape;3336;p52"/>
          <p:cNvCxnSpPr/>
          <p:nvPr/>
        </p:nvCxnSpPr>
        <p:spPr>
          <a:xfrm xmlns:a="http://schemas.openxmlformats.org/drawingml/2006/main">
            <a:off x="320040" y="423519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37" name="Google Shape;3337;p52">
            <a:extLst xmlns:a="http://schemas.openxmlformats.org/drawingml/2006/main">
              <a:ext uri="{FF2B5EF4-FFF2-40B4-BE49-F238E27FC236}">
                <a16:creationId xmlns:a16="http://schemas.microsoft.com/office/drawing/2014/main" id="{242C8310-4C26-40C6-9CE2-4A299B05B4A1}"/>
              </a:ext>
            </a:extLst>
          </p:cNvPr>
          <p:cNvSpPr>
            <a:spLocks xmlns:a="http://schemas.openxmlformats.org/drawingml/2006/main" noGrp="1"/>
          </p:cNvSpPr>
          <p:nvPr/>
        </p:nvSpPr>
        <p:spPr>
          <a:xfrm xmlns:a="http://schemas.openxmlformats.org/drawingml/2006/main">
            <a:off x="374904" y="4090416"/>
            <a:ext cx="5852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5</a:t>
            </a:r>
            <a:endParaRPr sz="800" b="0" i="0" u="none" cap="none">
              <a:solidFill>
                <a:schemeClr val="dk1"/>
              </a:solidFill>
              <a:latin typeface="Arial"/>
              <a:ea typeface="Arial"/>
              <a:cs typeface="Arial"/>
            </a:endParaRPr>
          </a:p>
        </p:txBody>
      </p:sp>
      <p:sp>
        <p:nvSpPr>
          <p:cNvPr id="3338" name="Google Shape;3338;p52">
            <a:extLst xmlns:a="http://schemas.openxmlformats.org/drawingml/2006/main">
              <a:ext uri="{FF2B5EF4-FFF2-40B4-BE49-F238E27FC236}">
                <a16:creationId xmlns:a16="http://schemas.microsoft.com/office/drawing/2014/main" id="{BBDD4602-608D-4E79-BFEB-E737B9B59A11}"/>
              </a:ext>
            </a:extLst>
          </p:cNvPr>
          <p:cNvSpPr>
            <a:spLocks xmlns:a="http://schemas.openxmlformats.org/drawingml/2006/main" noGrp="1"/>
          </p:cNvSpPr>
          <p:nvPr/>
        </p:nvSpPr>
        <p:spPr>
          <a:xfrm xmlns:a="http://schemas.openxmlformats.org/drawingml/2006/main">
            <a:off x="1014984" y="409041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39" name="Google Shape;3339;p52">
            <a:extLst xmlns:a="http://schemas.openxmlformats.org/drawingml/2006/main">
              <a:ext uri="{FF2B5EF4-FFF2-40B4-BE49-F238E27FC236}">
                <a16:creationId xmlns:a16="http://schemas.microsoft.com/office/drawing/2014/main" id="{F4313CCA-76F8-47D1-83AB-F3D09AAD1A26}"/>
              </a:ext>
            </a:extLst>
          </p:cNvPr>
          <p:cNvSpPr>
            <a:spLocks xmlns:a="http://schemas.openxmlformats.org/drawingml/2006/main" noGrp="1"/>
          </p:cNvSpPr>
          <p:nvPr/>
        </p:nvSpPr>
        <p:spPr>
          <a:xfrm xmlns:a="http://schemas.openxmlformats.org/drawingml/2006/main">
            <a:off x="2203704" y="409041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40" name="Google Shape;3340;p52">
            <a:extLst xmlns:a="http://schemas.openxmlformats.org/drawingml/2006/main">
              <a:ext uri="{FF2B5EF4-FFF2-40B4-BE49-F238E27FC236}">
                <a16:creationId xmlns:a16="http://schemas.microsoft.com/office/drawing/2014/main" id="{1C5C5F8B-B2EB-46C2-B78A-0EB42C79E2ED}"/>
              </a:ext>
            </a:extLst>
          </p:cNvPr>
          <p:cNvSpPr>
            <a:spLocks xmlns:a="http://schemas.openxmlformats.org/drawingml/2006/main" noGrp="1"/>
          </p:cNvSpPr>
          <p:nvPr/>
        </p:nvSpPr>
        <p:spPr>
          <a:xfrm xmlns:a="http://schemas.openxmlformats.org/drawingml/2006/main">
            <a:off x="3392424" y="409041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___</a:t>
            </a:r>
            <a:endParaRPr sz="800" b="0" i="0" u="none" cap="none">
              <a:solidFill>
                <a:schemeClr val="dk1"/>
              </a:solidFill>
              <a:latin typeface="Arial"/>
              <a:ea typeface="Arial"/>
              <a:cs typeface="Arial"/>
            </a:endParaRPr>
          </a:p>
        </p:txBody>
      </p:sp>
      <p:sp>
        <p:nvSpPr>
          <p:cNvPr id="3341" name="Google Shape;3341;p52">
            <a:extLst xmlns:a="http://schemas.openxmlformats.org/drawingml/2006/main">
              <a:ext uri="{FF2B5EF4-FFF2-40B4-BE49-F238E27FC236}">
                <a16:creationId xmlns:a16="http://schemas.microsoft.com/office/drawing/2014/main" id="{ABA3DE51-D1F2-4673-81DD-3E81464E9907}"/>
              </a:ext>
            </a:extLst>
          </p:cNvPr>
          <p:cNvSpPr>
            <a:spLocks xmlns:a="http://schemas.openxmlformats.org/drawingml/2006/main" noGrp="1"/>
          </p:cNvSpPr>
          <p:nvPr/>
        </p:nvSpPr>
        <p:spPr>
          <a:xfrm xmlns:a="http://schemas.openxmlformats.org/drawingml/2006/main">
            <a:off x="4581144" y="4090416"/>
            <a:ext cx="85953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[P/F]</a:t>
            </a:r>
            <a:endParaRPr sz="800" b="0" i="0" u="none" cap="none">
              <a:solidFill>
                <a:schemeClr val="dk1"/>
              </a:solidFill>
              <a:latin typeface="Arial"/>
              <a:ea typeface="Arial"/>
              <a:cs typeface="Arial"/>
            </a:endParaRPr>
          </a:p>
        </p:txBody>
      </p:sp>
      <p:sp>
        <p:nvSpPr>
          <p:cNvPr id="3342" name="Google Shape;3342;p52">
            <a:extLst xmlns:a="http://schemas.openxmlformats.org/drawingml/2006/main">
              <a:ext uri="{FF2B5EF4-FFF2-40B4-BE49-F238E27FC236}">
                <a16:creationId xmlns:a16="http://schemas.microsoft.com/office/drawing/2014/main" id="{B4508931-15BC-41DD-A6A7-AEABA5ED8F03}"/>
              </a:ext>
            </a:extLst>
          </p:cNvPr>
          <p:cNvSpPr>
            <a:spLocks xmlns:a="http://schemas.openxmlformats.org/drawingml/2006/main" noGrp="1"/>
          </p:cNvSpPr>
          <p:nvPr/>
        </p:nvSpPr>
        <p:spPr>
          <a:xfrm xmlns:a="http://schemas.openxmlformats.org/drawingml/2006/main">
            <a:off x="5495544" y="4090416"/>
            <a:ext cx="33284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[note]</a:t>
            </a:r>
            <a:endParaRPr sz="800" b="0" i="0" u="none" cap="none">
              <a:solidFill>
                <a:schemeClr val="dk1"/>
              </a:solidFill>
              <a:latin typeface="Arial"/>
              <a:ea typeface="Arial"/>
              <a:cs typeface="Arial"/>
            </a:endParaRPr>
          </a:p>
        </p:txBody>
      </p:sp>
      <p:cxnSp>
        <p:nvCxnSpPr>
          <p:cNvPr id="3582" name="Google Shape;3343;p52"/>
          <p:cNvCxnSpPr/>
          <p:nvPr/>
        </p:nvCxnSpPr>
        <p:spPr>
          <a:xfrm xmlns:a="http://schemas.openxmlformats.org/drawingml/2006/main">
            <a:off x="320040" y="437997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44" name="Google Shape;3344;p52">
            <a:extLst xmlns:a="http://schemas.openxmlformats.org/drawingml/2006/main">
              <a:ext uri="{FF2B5EF4-FFF2-40B4-BE49-F238E27FC236}">
                <a16:creationId xmlns:a16="http://schemas.microsoft.com/office/drawing/2014/main" id="{3F4B1ADF-1E0C-4F99-856D-E7CD56ABE99B}"/>
              </a:ext>
            </a:extLst>
          </p:cNvPr>
          <p:cNvSpPr>
            <a:spLocks xmlns:a="http://schemas.openxmlformats.org/drawingml/2006/main" noGrp="1"/>
          </p:cNvSpPr>
          <p:nvPr/>
        </p:nvSpPr>
        <p:spPr>
          <a:xfrm xmlns:a="http://schemas.openxmlformats.org/drawingml/2006/main">
            <a:off x="374904" y="4235196"/>
            <a:ext cx="5852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00"/>
              <a:buFont typeface="Arial"/>
              <a:buNone/>
            </a:pPr>
            <a:r>
              <a:rPr sz="800" b="0" i="0" u="none" cap="none">
                <a:solidFill>
                  <a:srgbClr val="0F172A"/>
                </a:solidFill>
                <a:latin typeface="Arial"/>
                <a:ea typeface="Arial"/>
                <a:cs typeface="Arial"/>
              </a:rPr>
              <a:t>Avg / %</a:t>
            </a:r>
            <a:endParaRPr sz="800" b="0" i="0" u="none" cap="none">
              <a:solidFill>
                <a:schemeClr val="dk1"/>
              </a:solidFill>
              <a:latin typeface="Arial"/>
              <a:ea typeface="Arial"/>
              <a:cs typeface="Arial"/>
            </a:endParaRPr>
          </a:p>
        </p:txBody>
      </p:sp>
      <p:sp>
        <p:nvSpPr>
          <p:cNvPr id="3345" name="Google Shape;3345;p52">
            <a:extLst xmlns:a="http://schemas.openxmlformats.org/drawingml/2006/main">
              <a:ext uri="{FF2B5EF4-FFF2-40B4-BE49-F238E27FC236}">
                <a16:creationId xmlns:a16="http://schemas.microsoft.com/office/drawing/2014/main" id="{7325514F-C798-4F72-AAB8-9C6FED88A2B9}"/>
              </a:ext>
            </a:extLst>
          </p:cNvPr>
          <p:cNvSpPr>
            <a:spLocks xmlns:a="http://schemas.openxmlformats.org/drawingml/2006/main" noGrp="1"/>
          </p:cNvSpPr>
          <p:nvPr/>
        </p:nvSpPr>
        <p:spPr>
          <a:xfrm xmlns:a="http://schemas.openxmlformats.org/drawingml/2006/main">
            <a:off x="1014984" y="423519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[μ]</a:t>
            </a:r>
            <a:endParaRPr sz="800" b="0" i="0" u="none" cap="none">
              <a:solidFill>
                <a:schemeClr val="dk1"/>
              </a:solidFill>
              <a:latin typeface="Arial"/>
              <a:ea typeface="Arial"/>
              <a:cs typeface="Arial"/>
            </a:endParaRPr>
          </a:p>
        </p:txBody>
      </p:sp>
      <p:sp>
        <p:nvSpPr>
          <p:cNvPr id="3346" name="Google Shape;3346;p52">
            <a:extLst xmlns:a="http://schemas.openxmlformats.org/drawingml/2006/main">
              <a:ext uri="{FF2B5EF4-FFF2-40B4-BE49-F238E27FC236}">
                <a16:creationId xmlns:a16="http://schemas.microsoft.com/office/drawing/2014/main" id="{21B7EACE-F69B-4C16-8D4F-2466E4BC17E1}"/>
              </a:ext>
            </a:extLst>
          </p:cNvPr>
          <p:cNvSpPr>
            <a:spLocks xmlns:a="http://schemas.openxmlformats.org/drawingml/2006/main" noGrp="1"/>
          </p:cNvSpPr>
          <p:nvPr/>
        </p:nvSpPr>
        <p:spPr>
          <a:xfrm xmlns:a="http://schemas.openxmlformats.org/drawingml/2006/main">
            <a:off x="2203704" y="423519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[σ]</a:t>
            </a:r>
            <a:endParaRPr sz="800" b="0" i="0" u="none" cap="none">
              <a:solidFill>
                <a:schemeClr val="dk1"/>
              </a:solidFill>
              <a:latin typeface="Arial"/>
              <a:ea typeface="Arial"/>
              <a:cs typeface="Arial"/>
            </a:endParaRPr>
          </a:p>
        </p:txBody>
      </p:sp>
      <p:sp>
        <p:nvSpPr>
          <p:cNvPr id="3347" name="Google Shape;3347;p52">
            <a:extLst xmlns:a="http://schemas.openxmlformats.org/drawingml/2006/main">
              <a:ext uri="{FF2B5EF4-FFF2-40B4-BE49-F238E27FC236}">
                <a16:creationId xmlns:a16="http://schemas.microsoft.com/office/drawing/2014/main" id="{C61E7466-1040-4E90-A560-53F93C5FD7C1}"/>
              </a:ext>
            </a:extLst>
          </p:cNvPr>
          <p:cNvSpPr>
            <a:spLocks xmlns:a="http://schemas.openxmlformats.org/drawingml/2006/main" noGrp="1"/>
          </p:cNvSpPr>
          <p:nvPr/>
        </p:nvSpPr>
        <p:spPr>
          <a:xfrm xmlns:a="http://schemas.openxmlformats.org/drawingml/2006/main">
            <a:off x="3392424" y="4235196"/>
            <a:ext cx="113385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[range]</a:t>
            </a:r>
            <a:endParaRPr sz="800" b="0" i="0" u="none" cap="none">
              <a:solidFill>
                <a:schemeClr val="dk1"/>
              </a:solidFill>
              <a:latin typeface="Arial"/>
              <a:ea typeface="Arial"/>
              <a:cs typeface="Arial"/>
            </a:endParaRPr>
          </a:p>
        </p:txBody>
      </p:sp>
      <p:sp>
        <p:nvSpPr>
          <p:cNvPr id="3348" name="Google Shape;3348;p52">
            <a:extLst xmlns:a="http://schemas.openxmlformats.org/drawingml/2006/main">
              <a:ext uri="{FF2B5EF4-FFF2-40B4-BE49-F238E27FC236}">
                <a16:creationId xmlns:a16="http://schemas.microsoft.com/office/drawing/2014/main" id="{139169BD-E24C-40A2-8C33-7262CCF61F49}"/>
              </a:ext>
            </a:extLst>
          </p:cNvPr>
          <p:cNvSpPr>
            <a:spLocks xmlns:a="http://schemas.openxmlformats.org/drawingml/2006/main" noGrp="1"/>
          </p:cNvSpPr>
          <p:nvPr/>
        </p:nvSpPr>
        <p:spPr>
          <a:xfrm xmlns:a="http://schemas.openxmlformats.org/drawingml/2006/main">
            <a:off x="4581144" y="4235196"/>
            <a:ext cx="85953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[pass %]</a:t>
            </a:r>
            <a:endParaRPr sz="800" b="0" i="0" u="none" cap="none">
              <a:solidFill>
                <a:schemeClr val="dk1"/>
              </a:solidFill>
              <a:latin typeface="Arial"/>
              <a:ea typeface="Arial"/>
              <a:cs typeface="Arial"/>
            </a:endParaRPr>
          </a:p>
        </p:txBody>
      </p:sp>
      <p:sp>
        <p:nvSpPr>
          <p:cNvPr id="3349" name="Google Shape;3349;p52">
            <a:extLst xmlns:a="http://schemas.openxmlformats.org/drawingml/2006/main">
              <a:ext uri="{FF2B5EF4-FFF2-40B4-BE49-F238E27FC236}">
                <a16:creationId xmlns:a16="http://schemas.microsoft.com/office/drawing/2014/main" id="{C346F938-86CC-4A5A-87CF-D7A88F6368A3}"/>
              </a:ext>
            </a:extLst>
          </p:cNvPr>
          <p:cNvSpPr>
            <a:spLocks xmlns:a="http://schemas.openxmlformats.org/drawingml/2006/main" noGrp="1"/>
          </p:cNvSpPr>
          <p:nvPr/>
        </p:nvSpPr>
        <p:spPr>
          <a:xfrm xmlns:a="http://schemas.openxmlformats.org/drawingml/2006/main">
            <a:off x="5495544" y="4235196"/>
            <a:ext cx="3328416" cy="144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a:t>
            </a:r>
            <a:endParaRPr sz="800" b="0" i="0" u="none" cap="none">
              <a:solidFill>
                <a:schemeClr val="dk1"/>
              </a:solidFill>
              <a:latin typeface="Arial"/>
              <a:ea typeface="Arial"/>
              <a:cs typeface="Arial"/>
            </a:endParaRPr>
          </a:p>
        </p:txBody>
      </p:sp>
      <p:sp>
        <p:nvSpPr>
          <p:cNvPr id="3350" name="Google Shape;3350;p52">
            <a:extLst xmlns:a="http://schemas.openxmlformats.org/drawingml/2006/main">
              <a:ext uri="{FF2B5EF4-FFF2-40B4-BE49-F238E27FC236}">
                <a16:creationId xmlns:a16="http://schemas.microsoft.com/office/drawing/2014/main" id="{0E9984A9-5495-4037-AD8A-FE763C1FB4D8}"/>
              </a:ext>
            </a:extLst>
          </p:cNvPr>
          <p:cNvSpPr>
            <a:spLocks xmlns:a="http://schemas.openxmlformats.org/drawingml/2006/main" noGrp="1"/>
          </p:cNvSpPr>
          <p:nvPr/>
        </p:nvSpPr>
        <p:spPr>
          <a:xfrm xmlns:a="http://schemas.openxmlformats.org/drawingml/2006/main">
            <a:off x="320040" y="3328416"/>
            <a:ext cx="8503920" cy="10515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351" name="Google Shape;3351;p52">
            <a:extLst xmlns:a="http://schemas.openxmlformats.org/drawingml/2006/main">
              <a:ext uri="{FF2B5EF4-FFF2-40B4-BE49-F238E27FC236}">
                <a16:creationId xmlns:a16="http://schemas.microsoft.com/office/drawing/2014/main" id="{35984084-4BDA-4943-8087-150E4F7BE6F7}"/>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891B2"/>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90f26dcd11244a0e"/>
              </a:rPr>
              <a:t>testing-system</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d218e5f0db534e65"/>
              </a:rPr>
              <a:t>data-logging</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72207614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3357" name="Google Shape;3357;p53">
            <a:extLst xmlns:a="http://schemas.openxmlformats.org/drawingml/2006/main">
              <a:ext uri="{FF2B5EF4-FFF2-40B4-BE49-F238E27FC236}">
                <a16:creationId xmlns:a16="http://schemas.microsoft.com/office/drawing/2014/main" id="{81A71A37-3E5D-4268-A60E-111F4592CEEE}"/>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358" name="Google Shape;3358;p53">
            <a:extLst xmlns:a="http://schemas.openxmlformats.org/drawingml/2006/main">
              <a:ext uri="{FF2B5EF4-FFF2-40B4-BE49-F238E27FC236}">
                <a16:creationId xmlns:a16="http://schemas.microsoft.com/office/drawing/2014/main" id="{31F43249-DED9-4D95-875F-3C6EBB13B461}"/>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TEST &amp; EVALUATE  ·  EDP STEP 5</a:t>
            </a:r>
            <a:endParaRPr sz="1050" b="0" i="0" u="none" cap="none">
              <a:solidFill>
                <a:schemeClr val="dk1"/>
              </a:solidFill>
              <a:latin typeface="Arial"/>
              <a:ea typeface="Arial"/>
              <a:cs typeface="Arial"/>
            </a:endParaRPr>
          </a:p>
        </p:txBody>
      </p:sp>
      <p:sp>
        <p:nvSpPr>
          <p:cNvPr id="3359" name="Google Shape;3359;p53">
            <a:extLst xmlns:a="http://schemas.openxmlformats.org/drawingml/2006/main">
              <a:ext uri="{FF2B5EF4-FFF2-40B4-BE49-F238E27FC236}">
                <a16:creationId xmlns:a16="http://schemas.microsoft.com/office/drawing/2014/main" id="{A99CFA8F-310E-47E0-A3C6-31CBC57BB5F6}"/>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360" name="Google Shape;3360;p53">
            <a:extLst xmlns:a="http://schemas.openxmlformats.org/drawingml/2006/main">
              <a:ext uri="{FF2B5EF4-FFF2-40B4-BE49-F238E27FC236}">
                <a16:creationId xmlns:a16="http://schemas.microsoft.com/office/drawing/2014/main" id="{8550D1C4-4277-405A-BD82-AA7B449FD269}"/>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Autonomous Coding Skills Consistency Log — [ Routine / v# ]</a:t>
            </a:r>
            <a:endParaRPr sz="2200" b="0" i="0" u="none" cap="none">
              <a:solidFill>
                <a:schemeClr val="dk1"/>
              </a:solidFill>
              <a:latin typeface="Arial"/>
              <a:ea typeface="Arial"/>
              <a:cs typeface="Arial"/>
            </a:endParaRPr>
          </a:p>
        </p:txBody>
      </p:sp>
      <p:sp>
        <p:nvSpPr>
          <p:cNvPr id="3361" name="Google Shape;3361;p53">
            <a:extLst xmlns:a="http://schemas.openxmlformats.org/drawingml/2006/main">
              <a:ext uri="{FF2B5EF4-FFF2-40B4-BE49-F238E27FC236}">
                <a16:creationId xmlns:a16="http://schemas.microsoft.com/office/drawing/2014/main" id="{DF58184F-8251-43E0-BA9C-293DA77D9CA7}"/>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3362" name="Google Shape;3362;p53">
            <a:extLst xmlns:a="http://schemas.openxmlformats.org/drawingml/2006/main">
              <a:ext uri="{FF2B5EF4-FFF2-40B4-BE49-F238E27FC236}">
                <a16:creationId xmlns:a16="http://schemas.microsoft.com/office/drawing/2014/main" id="{EED21896-EF9E-45A5-A44D-27661BE9E6DA}"/>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363" name="Google Shape;3363;p53">
            <a:extLst xmlns:a="http://schemas.openxmlformats.org/drawingml/2006/main">
              <a:ext uri="{FF2B5EF4-FFF2-40B4-BE49-F238E27FC236}">
                <a16:creationId xmlns:a16="http://schemas.microsoft.com/office/drawing/2014/main" id="{88393A16-A7A1-459D-AD82-DD1B0C59DC4B}"/>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51 / 61</a:t>
            </a:r>
            <a:endParaRPr sz="900" b="0" i="0" u="none" cap="none">
              <a:solidFill>
                <a:schemeClr val="dk1"/>
              </a:solidFill>
              <a:latin typeface="Arial"/>
              <a:ea typeface="Arial"/>
              <a:cs typeface="Arial"/>
            </a:endParaRPr>
          </a:p>
        </p:txBody>
      </p:sp>
      <p:sp>
        <p:nvSpPr>
          <p:cNvPr id="3364" name="Google Shape;3364;p53">
            <a:extLst xmlns:a="http://schemas.openxmlformats.org/drawingml/2006/main">
              <a:ext uri="{FF2B5EF4-FFF2-40B4-BE49-F238E27FC236}">
                <a16:creationId xmlns:a16="http://schemas.microsoft.com/office/drawing/2014/main" id="{A21035CB-0D63-4961-9C4F-65E5B09262CA}"/>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365" name="Google Shape;3365;p53">
            <a:extLst xmlns:a="http://schemas.openxmlformats.org/drawingml/2006/main">
              <a:ext uri="{FF2B5EF4-FFF2-40B4-BE49-F238E27FC236}">
                <a16:creationId xmlns:a16="http://schemas.microsoft.com/office/drawing/2014/main" id="{A97636D6-8354-4DC3-B768-403439972FBD}"/>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Track each run to find failure modes before an event. Set a realistic consistency target, then improve it from measured evidence.</a:t>
            </a:r>
            <a:endParaRPr sz="1000" b="0" i="0" u="none" cap="none">
              <a:solidFill>
                <a:schemeClr val="dk1"/>
              </a:solidFill>
              <a:latin typeface="Arial"/>
              <a:ea typeface="Arial"/>
              <a:cs typeface="Arial"/>
            </a:endParaRPr>
          </a:p>
        </p:txBody>
      </p:sp>
      <p:sp>
        <p:nvSpPr>
          <p:cNvPr id="3366" name="Google Shape;3366;p53">
            <a:extLst xmlns:a="http://schemas.openxmlformats.org/drawingml/2006/main">
              <a:ext uri="{FF2B5EF4-FFF2-40B4-BE49-F238E27FC236}">
                <a16:creationId xmlns:a16="http://schemas.microsoft.com/office/drawing/2014/main" id="{9E778E1E-D6AF-4F94-AE1E-8AA16DE05B70}"/>
              </a:ext>
            </a:extLst>
          </p:cNvPr>
          <p:cNvSpPr>
            <a:spLocks xmlns:a="http://schemas.openxmlformats.org/drawingml/2006/main" noGrp="1"/>
          </p:cNvSpPr>
          <p:nvPr/>
        </p:nvSpPr>
        <p:spPr>
          <a:xfrm xmlns:a="http://schemas.openxmlformats.org/drawingml/2006/main">
            <a:off x="320040" y="1426464"/>
            <a:ext cx="8503920" cy="201168"/>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367" name="Google Shape;3367;p53">
            <a:extLst xmlns:a="http://schemas.openxmlformats.org/drawingml/2006/main">
              <a:ext uri="{FF2B5EF4-FFF2-40B4-BE49-F238E27FC236}">
                <a16:creationId xmlns:a16="http://schemas.microsoft.com/office/drawing/2014/main" id="{C44E32A6-771C-4961-B0E5-48FE1604BA9C}"/>
              </a:ext>
            </a:extLst>
          </p:cNvPr>
          <p:cNvSpPr>
            <a:spLocks xmlns:a="http://schemas.openxmlformats.org/drawingml/2006/main" noGrp="1"/>
          </p:cNvSpPr>
          <p:nvPr/>
        </p:nvSpPr>
        <p:spPr>
          <a:xfrm xmlns:a="http://schemas.openxmlformats.org/drawingml/2006/main">
            <a:off x="374904" y="1426464"/>
            <a:ext cx="7223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3368" name="Google Shape;3368;p53">
            <a:extLst xmlns:a="http://schemas.openxmlformats.org/drawingml/2006/main">
              <a:ext uri="{FF2B5EF4-FFF2-40B4-BE49-F238E27FC236}">
                <a16:creationId xmlns:a16="http://schemas.microsoft.com/office/drawing/2014/main" id="{4070D188-6F93-4D9D-A272-7CD22500FED7}"/>
              </a:ext>
            </a:extLst>
          </p:cNvPr>
          <p:cNvSpPr>
            <a:spLocks xmlns:a="http://schemas.openxmlformats.org/drawingml/2006/main" noGrp="1"/>
          </p:cNvSpPr>
          <p:nvPr/>
        </p:nvSpPr>
        <p:spPr>
          <a:xfrm xmlns:a="http://schemas.openxmlformats.org/drawingml/2006/main">
            <a:off x="1152144" y="1426464"/>
            <a:ext cx="17739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Routine</a:t>
            </a:r>
            <a:endParaRPr sz="850" b="0" i="0" u="none" cap="none">
              <a:solidFill>
                <a:schemeClr val="dk1"/>
              </a:solidFill>
              <a:latin typeface="Arial"/>
              <a:ea typeface="Arial"/>
              <a:cs typeface="Arial"/>
            </a:endParaRPr>
          </a:p>
        </p:txBody>
      </p:sp>
      <p:sp>
        <p:nvSpPr>
          <p:cNvPr id="3369" name="Google Shape;3369;p53">
            <a:extLst xmlns:a="http://schemas.openxmlformats.org/drawingml/2006/main">
              <a:ext uri="{FF2B5EF4-FFF2-40B4-BE49-F238E27FC236}">
                <a16:creationId xmlns:a16="http://schemas.microsoft.com/office/drawing/2014/main" id="{C65E7824-B231-4217-96BA-305B29F99036}"/>
              </a:ext>
            </a:extLst>
          </p:cNvPr>
          <p:cNvSpPr>
            <a:spLocks xmlns:a="http://schemas.openxmlformats.org/drawingml/2006/main" noGrp="1"/>
          </p:cNvSpPr>
          <p:nvPr/>
        </p:nvSpPr>
        <p:spPr>
          <a:xfrm xmlns:a="http://schemas.openxmlformats.org/drawingml/2006/main">
            <a:off x="2980944" y="1426464"/>
            <a:ext cx="7223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Battery</a:t>
            </a:r>
            <a:endParaRPr sz="850" b="0" i="0" u="none" cap="none">
              <a:solidFill>
                <a:schemeClr val="dk1"/>
              </a:solidFill>
              <a:latin typeface="Arial"/>
              <a:ea typeface="Arial"/>
              <a:cs typeface="Arial"/>
            </a:endParaRPr>
          </a:p>
        </p:txBody>
      </p:sp>
      <p:sp>
        <p:nvSpPr>
          <p:cNvPr id="3370" name="Google Shape;3370;p53">
            <a:extLst xmlns:a="http://schemas.openxmlformats.org/drawingml/2006/main">
              <a:ext uri="{FF2B5EF4-FFF2-40B4-BE49-F238E27FC236}">
                <a16:creationId xmlns:a16="http://schemas.microsoft.com/office/drawing/2014/main" id="{0DD1CFA7-548A-4829-80E9-4B24DC7ADC34}"/>
              </a:ext>
            </a:extLst>
          </p:cNvPr>
          <p:cNvSpPr>
            <a:spLocks xmlns:a="http://schemas.openxmlformats.org/drawingml/2006/main" noGrp="1"/>
          </p:cNvSpPr>
          <p:nvPr/>
        </p:nvSpPr>
        <p:spPr>
          <a:xfrm xmlns:a="http://schemas.openxmlformats.org/drawingml/2006/main">
            <a:off x="3758184" y="1426464"/>
            <a:ext cx="676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Score</a:t>
            </a:r>
            <a:endParaRPr sz="850" b="0" i="0" u="none" cap="none">
              <a:solidFill>
                <a:schemeClr val="dk1"/>
              </a:solidFill>
              <a:latin typeface="Arial"/>
              <a:ea typeface="Arial"/>
              <a:cs typeface="Arial"/>
            </a:endParaRPr>
          </a:p>
        </p:txBody>
      </p:sp>
      <p:sp>
        <p:nvSpPr>
          <p:cNvPr id="3371" name="Google Shape;3371;p53">
            <a:extLst xmlns:a="http://schemas.openxmlformats.org/drawingml/2006/main">
              <a:ext uri="{FF2B5EF4-FFF2-40B4-BE49-F238E27FC236}">
                <a16:creationId xmlns:a16="http://schemas.microsoft.com/office/drawing/2014/main" id="{DC1A92B1-C690-4C15-8DCF-DF0AE58049D1}"/>
              </a:ext>
            </a:extLst>
          </p:cNvPr>
          <p:cNvSpPr>
            <a:spLocks xmlns:a="http://schemas.openxmlformats.org/drawingml/2006/main" noGrp="1"/>
          </p:cNvSpPr>
          <p:nvPr/>
        </p:nvSpPr>
        <p:spPr>
          <a:xfrm xmlns:a="http://schemas.openxmlformats.org/drawingml/2006/main">
            <a:off x="4489704" y="1426464"/>
            <a:ext cx="8138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Success</a:t>
            </a:r>
            <a:endParaRPr sz="850" b="0" i="0" u="none" cap="none">
              <a:solidFill>
                <a:schemeClr val="dk1"/>
              </a:solidFill>
              <a:latin typeface="Arial"/>
              <a:ea typeface="Arial"/>
              <a:cs typeface="Arial"/>
            </a:endParaRPr>
          </a:p>
        </p:txBody>
      </p:sp>
      <p:sp>
        <p:nvSpPr>
          <p:cNvPr id="3372" name="Google Shape;3372;p53">
            <a:extLst xmlns:a="http://schemas.openxmlformats.org/drawingml/2006/main">
              <a:ext uri="{FF2B5EF4-FFF2-40B4-BE49-F238E27FC236}">
                <a16:creationId xmlns:a16="http://schemas.microsoft.com/office/drawing/2014/main" id="{115992E6-0AED-4C4F-82EE-9D52D6DE2EAB}"/>
              </a:ext>
            </a:extLst>
          </p:cNvPr>
          <p:cNvSpPr>
            <a:spLocks xmlns:a="http://schemas.openxmlformats.org/drawingml/2006/main" noGrp="1"/>
          </p:cNvSpPr>
          <p:nvPr/>
        </p:nvSpPr>
        <p:spPr>
          <a:xfrm xmlns:a="http://schemas.openxmlformats.org/drawingml/2006/main">
            <a:off x="5358384" y="1426464"/>
            <a:ext cx="34655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Failure Mode / Notes</a:t>
            </a:r>
            <a:endParaRPr sz="850" b="0" i="0" u="none" cap="none">
              <a:solidFill>
                <a:schemeClr val="dk1"/>
              </a:solidFill>
              <a:latin typeface="Arial"/>
              <a:ea typeface="Arial"/>
              <a:cs typeface="Arial"/>
            </a:endParaRPr>
          </a:p>
        </p:txBody>
      </p:sp>
      <p:sp>
        <p:nvSpPr>
          <p:cNvPr id="3373" name="Google Shape;3373;p53">
            <a:extLst xmlns:a="http://schemas.openxmlformats.org/drawingml/2006/main">
              <a:ext uri="{FF2B5EF4-FFF2-40B4-BE49-F238E27FC236}">
                <a16:creationId xmlns:a16="http://schemas.microsoft.com/office/drawing/2014/main" id="{19CE63D9-E744-4811-8BCB-BC7CAF8B671C}"/>
              </a:ext>
            </a:extLst>
          </p:cNvPr>
          <p:cNvSpPr>
            <a:spLocks xmlns:a="http://schemas.openxmlformats.org/drawingml/2006/main" noGrp="1"/>
          </p:cNvSpPr>
          <p:nvPr/>
        </p:nvSpPr>
        <p:spPr>
          <a:xfrm xmlns:a="http://schemas.openxmlformats.org/drawingml/2006/main">
            <a:off x="320040" y="1627632"/>
            <a:ext cx="8503920" cy="24558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36" name="Google Shape;3374;p53"/>
          <p:cNvCxnSpPr/>
          <p:nvPr/>
        </p:nvCxnSpPr>
        <p:spPr>
          <a:xfrm xmlns:a="http://schemas.openxmlformats.org/drawingml/2006/main">
            <a:off x="320040" y="187321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75" name="Google Shape;3375;p53">
            <a:extLst xmlns:a="http://schemas.openxmlformats.org/drawingml/2006/main">
              <a:ext uri="{FF2B5EF4-FFF2-40B4-BE49-F238E27FC236}">
                <a16:creationId xmlns:a16="http://schemas.microsoft.com/office/drawing/2014/main" id="{A8F13312-F454-4C5C-B93C-D02D21D7DD98}"/>
              </a:ext>
            </a:extLst>
          </p:cNvPr>
          <p:cNvSpPr>
            <a:spLocks xmlns:a="http://schemas.openxmlformats.org/drawingml/2006/main" noGrp="1"/>
          </p:cNvSpPr>
          <p:nvPr/>
        </p:nvSpPr>
        <p:spPr>
          <a:xfrm xmlns:a="http://schemas.openxmlformats.org/drawingml/2006/main">
            <a:off x="374904" y="1627632"/>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376" name="Google Shape;3376;p53">
            <a:extLst xmlns:a="http://schemas.openxmlformats.org/drawingml/2006/main">
              <a:ext uri="{FF2B5EF4-FFF2-40B4-BE49-F238E27FC236}">
                <a16:creationId xmlns:a16="http://schemas.microsoft.com/office/drawing/2014/main" id="{107635C6-067B-4B15-8136-AF9754AF275E}"/>
              </a:ext>
            </a:extLst>
          </p:cNvPr>
          <p:cNvSpPr>
            <a:spLocks xmlns:a="http://schemas.openxmlformats.org/drawingml/2006/main" noGrp="1"/>
          </p:cNvSpPr>
          <p:nvPr/>
        </p:nvSpPr>
        <p:spPr>
          <a:xfrm xmlns:a="http://schemas.openxmlformats.org/drawingml/2006/main">
            <a:off x="1152144" y="1627632"/>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377" name="Google Shape;3377;p53">
            <a:extLst xmlns:a="http://schemas.openxmlformats.org/drawingml/2006/main">
              <a:ext uri="{FF2B5EF4-FFF2-40B4-BE49-F238E27FC236}">
                <a16:creationId xmlns:a16="http://schemas.microsoft.com/office/drawing/2014/main" id="{BF09D3D5-9B2D-4221-82F7-E0EEB2BE1413}"/>
              </a:ext>
            </a:extLst>
          </p:cNvPr>
          <p:cNvSpPr>
            <a:spLocks xmlns:a="http://schemas.openxmlformats.org/drawingml/2006/main" noGrp="1"/>
          </p:cNvSpPr>
          <p:nvPr/>
        </p:nvSpPr>
        <p:spPr>
          <a:xfrm xmlns:a="http://schemas.openxmlformats.org/drawingml/2006/main">
            <a:off x="2980944" y="1627632"/>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378" name="Google Shape;3378;p53">
            <a:extLst xmlns:a="http://schemas.openxmlformats.org/drawingml/2006/main">
              <a:ext uri="{FF2B5EF4-FFF2-40B4-BE49-F238E27FC236}">
                <a16:creationId xmlns:a16="http://schemas.microsoft.com/office/drawing/2014/main" id="{FDF7E056-5B8C-48D7-93FF-7AD2D086D3B3}"/>
              </a:ext>
            </a:extLst>
          </p:cNvPr>
          <p:cNvSpPr>
            <a:spLocks xmlns:a="http://schemas.openxmlformats.org/drawingml/2006/main" noGrp="1"/>
          </p:cNvSpPr>
          <p:nvPr/>
        </p:nvSpPr>
        <p:spPr>
          <a:xfrm xmlns:a="http://schemas.openxmlformats.org/drawingml/2006/main">
            <a:off x="3758184" y="1627632"/>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379" name="Google Shape;3379;p53">
            <a:extLst xmlns:a="http://schemas.openxmlformats.org/drawingml/2006/main">
              <a:ext uri="{FF2B5EF4-FFF2-40B4-BE49-F238E27FC236}">
                <a16:creationId xmlns:a16="http://schemas.microsoft.com/office/drawing/2014/main" id="{F6A9CDFB-54BC-457E-A368-C6F86C2CBAA6}"/>
              </a:ext>
            </a:extLst>
          </p:cNvPr>
          <p:cNvSpPr>
            <a:spLocks xmlns:a="http://schemas.openxmlformats.org/drawingml/2006/main" noGrp="1"/>
          </p:cNvSpPr>
          <p:nvPr/>
        </p:nvSpPr>
        <p:spPr>
          <a:xfrm xmlns:a="http://schemas.openxmlformats.org/drawingml/2006/main">
            <a:off x="4489704" y="1627632"/>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380" name="Google Shape;3380;p53">
            <a:extLst xmlns:a="http://schemas.openxmlformats.org/drawingml/2006/main">
              <a:ext uri="{FF2B5EF4-FFF2-40B4-BE49-F238E27FC236}">
                <a16:creationId xmlns:a16="http://schemas.microsoft.com/office/drawing/2014/main" id="{8289B3EC-4B02-45F7-AD8C-1C1F827E35CF}"/>
              </a:ext>
            </a:extLst>
          </p:cNvPr>
          <p:cNvSpPr>
            <a:spLocks xmlns:a="http://schemas.openxmlformats.org/drawingml/2006/main" noGrp="1"/>
          </p:cNvSpPr>
          <p:nvPr/>
        </p:nvSpPr>
        <p:spPr>
          <a:xfrm xmlns:a="http://schemas.openxmlformats.org/drawingml/2006/main">
            <a:off x="5358384" y="1627632"/>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cxnSp>
        <p:nvCxnSpPr>
          <p:cNvPr id="3643" name="Google Shape;3381;p53"/>
          <p:cNvCxnSpPr/>
          <p:nvPr/>
        </p:nvCxnSpPr>
        <p:spPr>
          <a:xfrm xmlns:a="http://schemas.openxmlformats.org/drawingml/2006/main">
            <a:off x="320040" y="2118795"/>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82" name="Google Shape;3382;p53">
            <a:extLst xmlns:a="http://schemas.openxmlformats.org/drawingml/2006/main">
              <a:ext uri="{FF2B5EF4-FFF2-40B4-BE49-F238E27FC236}">
                <a16:creationId xmlns:a16="http://schemas.microsoft.com/office/drawing/2014/main" id="{BA4A03DE-C7B6-4FA1-B10F-D59CAA0DB99D}"/>
              </a:ext>
            </a:extLst>
          </p:cNvPr>
          <p:cNvSpPr>
            <a:spLocks xmlns:a="http://schemas.openxmlformats.org/drawingml/2006/main" noGrp="1"/>
          </p:cNvSpPr>
          <p:nvPr/>
        </p:nvSpPr>
        <p:spPr>
          <a:xfrm xmlns:a="http://schemas.openxmlformats.org/drawingml/2006/main">
            <a:off x="374904" y="1873214"/>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383" name="Google Shape;3383;p53">
            <a:extLst xmlns:a="http://schemas.openxmlformats.org/drawingml/2006/main">
              <a:ext uri="{FF2B5EF4-FFF2-40B4-BE49-F238E27FC236}">
                <a16:creationId xmlns:a16="http://schemas.microsoft.com/office/drawing/2014/main" id="{715D10C0-6BBE-459C-9774-AC1D2FEAE7DE}"/>
              </a:ext>
            </a:extLst>
          </p:cNvPr>
          <p:cNvSpPr>
            <a:spLocks xmlns:a="http://schemas.openxmlformats.org/drawingml/2006/main" noGrp="1"/>
          </p:cNvSpPr>
          <p:nvPr/>
        </p:nvSpPr>
        <p:spPr>
          <a:xfrm xmlns:a="http://schemas.openxmlformats.org/drawingml/2006/main">
            <a:off x="1152144" y="1873214"/>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384" name="Google Shape;3384;p53">
            <a:extLst xmlns:a="http://schemas.openxmlformats.org/drawingml/2006/main">
              <a:ext uri="{FF2B5EF4-FFF2-40B4-BE49-F238E27FC236}">
                <a16:creationId xmlns:a16="http://schemas.microsoft.com/office/drawing/2014/main" id="{E049D4A8-97BD-4D99-92EA-1CF3E1916B12}"/>
              </a:ext>
            </a:extLst>
          </p:cNvPr>
          <p:cNvSpPr>
            <a:spLocks xmlns:a="http://schemas.openxmlformats.org/drawingml/2006/main" noGrp="1"/>
          </p:cNvSpPr>
          <p:nvPr/>
        </p:nvSpPr>
        <p:spPr>
          <a:xfrm xmlns:a="http://schemas.openxmlformats.org/drawingml/2006/main">
            <a:off x="2980944" y="1873214"/>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385" name="Google Shape;3385;p53">
            <a:extLst xmlns:a="http://schemas.openxmlformats.org/drawingml/2006/main">
              <a:ext uri="{FF2B5EF4-FFF2-40B4-BE49-F238E27FC236}">
                <a16:creationId xmlns:a16="http://schemas.microsoft.com/office/drawing/2014/main" id="{BD703B92-FC8C-45C3-99CB-70C1D5D714EF}"/>
              </a:ext>
            </a:extLst>
          </p:cNvPr>
          <p:cNvSpPr>
            <a:spLocks xmlns:a="http://schemas.openxmlformats.org/drawingml/2006/main" noGrp="1"/>
          </p:cNvSpPr>
          <p:nvPr/>
        </p:nvSpPr>
        <p:spPr>
          <a:xfrm xmlns:a="http://schemas.openxmlformats.org/drawingml/2006/main">
            <a:off x="3758184" y="1873214"/>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386" name="Google Shape;3386;p53">
            <a:extLst xmlns:a="http://schemas.openxmlformats.org/drawingml/2006/main">
              <a:ext uri="{FF2B5EF4-FFF2-40B4-BE49-F238E27FC236}">
                <a16:creationId xmlns:a16="http://schemas.microsoft.com/office/drawing/2014/main" id="{EEADA444-D9B8-4F0C-9317-58C914EFB9A1}"/>
              </a:ext>
            </a:extLst>
          </p:cNvPr>
          <p:cNvSpPr>
            <a:spLocks xmlns:a="http://schemas.openxmlformats.org/drawingml/2006/main" noGrp="1"/>
          </p:cNvSpPr>
          <p:nvPr/>
        </p:nvSpPr>
        <p:spPr>
          <a:xfrm xmlns:a="http://schemas.openxmlformats.org/drawingml/2006/main">
            <a:off x="4489704" y="1873214"/>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387" name="Google Shape;3387;p53">
            <a:extLst xmlns:a="http://schemas.openxmlformats.org/drawingml/2006/main">
              <a:ext uri="{FF2B5EF4-FFF2-40B4-BE49-F238E27FC236}">
                <a16:creationId xmlns:a16="http://schemas.microsoft.com/office/drawing/2014/main" id="{0416FB3D-04DC-4876-9018-D3D9101CC411}"/>
              </a:ext>
            </a:extLst>
          </p:cNvPr>
          <p:cNvSpPr>
            <a:spLocks xmlns:a="http://schemas.openxmlformats.org/drawingml/2006/main" noGrp="1"/>
          </p:cNvSpPr>
          <p:nvPr/>
        </p:nvSpPr>
        <p:spPr>
          <a:xfrm xmlns:a="http://schemas.openxmlformats.org/drawingml/2006/main">
            <a:off x="5358384" y="1873214"/>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sp>
        <p:nvSpPr>
          <p:cNvPr id="3388" name="Google Shape;3388;p53">
            <a:extLst xmlns:a="http://schemas.openxmlformats.org/drawingml/2006/main">
              <a:ext uri="{FF2B5EF4-FFF2-40B4-BE49-F238E27FC236}">
                <a16:creationId xmlns:a16="http://schemas.microsoft.com/office/drawing/2014/main" id="{DE4310E1-D92E-4E3C-AD69-47166C52F06F}"/>
              </a:ext>
            </a:extLst>
          </p:cNvPr>
          <p:cNvSpPr>
            <a:spLocks xmlns:a="http://schemas.openxmlformats.org/drawingml/2006/main" noGrp="1"/>
          </p:cNvSpPr>
          <p:nvPr/>
        </p:nvSpPr>
        <p:spPr>
          <a:xfrm xmlns:a="http://schemas.openxmlformats.org/drawingml/2006/main">
            <a:off x="320040" y="2118795"/>
            <a:ext cx="8503920" cy="24558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51" name="Google Shape;3389;p53"/>
          <p:cNvCxnSpPr/>
          <p:nvPr/>
        </p:nvCxnSpPr>
        <p:spPr>
          <a:xfrm xmlns:a="http://schemas.openxmlformats.org/drawingml/2006/main">
            <a:off x="320040" y="2364377"/>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90" name="Google Shape;3390;p53">
            <a:extLst xmlns:a="http://schemas.openxmlformats.org/drawingml/2006/main">
              <a:ext uri="{FF2B5EF4-FFF2-40B4-BE49-F238E27FC236}">
                <a16:creationId xmlns:a16="http://schemas.microsoft.com/office/drawing/2014/main" id="{06A085FA-5439-4C09-B9D8-194F37CD3FFE}"/>
              </a:ext>
            </a:extLst>
          </p:cNvPr>
          <p:cNvSpPr>
            <a:spLocks xmlns:a="http://schemas.openxmlformats.org/drawingml/2006/main" noGrp="1"/>
          </p:cNvSpPr>
          <p:nvPr/>
        </p:nvSpPr>
        <p:spPr>
          <a:xfrm xmlns:a="http://schemas.openxmlformats.org/drawingml/2006/main">
            <a:off x="374904" y="2118795"/>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391" name="Google Shape;3391;p53">
            <a:extLst xmlns:a="http://schemas.openxmlformats.org/drawingml/2006/main">
              <a:ext uri="{FF2B5EF4-FFF2-40B4-BE49-F238E27FC236}">
                <a16:creationId xmlns:a16="http://schemas.microsoft.com/office/drawing/2014/main" id="{8F56A806-3809-4B8D-B48F-DBD7362F5676}"/>
              </a:ext>
            </a:extLst>
          </p:cNvPr>
          <p:cNvSpPr>
            <a:spLocks xmlns:a="http://schemas.openxmlformats.org/drawingml/2006/main" noGrp="1"/>
          </p:cNvSpPr>
          <p:nvPr/>
        </p:nvSpPr>
        <p:spPr>
          <a:xfrm xmlns:a="http://schemas.openxmlformats.org/drawingml/2006/main">
            <a:off x="1152144" y="2118795"/>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392" name="Google Shape;3392;p53">
            <a:extLst xmlns:a="http://schemas.openxmlformats.org/drawingml/2006/main">
              <a:ext uri="{FF2B5EF4-FFF2-40B4-BE49-F238E27FC236}">
                <a16:creationId xmlns:a16="http://schemas.microsoft.com/office/drawing/2014/main" id="{C17CAE0A-EAA3-42ED-9DE5-3817BCA5738C}"/>
              </a:ext>
            </a:extLst>
          </p:cNvPr>
          <p:cNvSpPr>
            <a:spLocks xmlns:a="http://schemas.openxmlformats.org/drawingml/2006/main" noGrp="1"/>
          </p:cNvSpPr>
          <p:nvPr/>
        </p:nvSpPr>
        <p:spPr>
          <a:xfrm xmlns:a="http://schemas.openxmlformats.org/drawingml/2006/main">
            <a:off x="2980944" y="2118795"/>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393" name="Google Shape;3393;p53">
            <a:extLst xmlns:a="http://schemas.openxmlformats.org/drawingml/2006/main">
              <a:ext uri="{FF2B5EF4-FFF2-40B4-BE49-F238E27FC236}">
                <a16:creationId xmlns:a16="http://schemas.microsoft.com/office/drawing/2014/main" id="{35BCEF4E-86AC-4FC7-813B-D66B24BD2017}"/>
              </a:ext>
            </a:extLst>
          </p:cNvPr>
          <p:cNvSpPr>
            <a:spLocks xmlns:a="http://schemas.openxmlformats.org/drawingml/2006/main" noGrp="1"/>
          </p:cNvSpPr>
          <p:nvPr/>
        </p:nvSpPr>
        <p:spPr>
          <a:xfrm xmlns:a="http://schemas.openxmlformats.org/drawingml/2006/main">
            <a:off x="3758184" y="2118795"/>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394" name="Google Shape;3394;p53">
            <a:extLst xmlns:a="http://schemas.openxmlformats.org/drawingml/2006/main">
              <a:ext uri="{FF2B5EF4-FFF2-40B4-BE49-F238E27FC236}">
                <a16:creationId xmlns:a16="http://schemas.microsoft.com/office/drawing/2014/main" id="{DA861C55-822E-4C32-AFD3-DC66610685DF}"/>
              </a:ext>
            </a:extLst>
          </p:cNvPr>
          <p:cNvSpPr>
            <a:spLocks xmlns:a="http://schemas.openxmlformats.org/drawingml/2006/main" noGrp="1"/>
          </p:cNvSpPr>
          <p:nvPr/>
        </p:nvSpPr>
        <p:spPr>
          <a:xfrm xmlns:a="http://schemas.openxmlformats.org/drawingml/2006/main">
            <a:off x="4489704" y="2118795"/>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395" name="Google Shape;3395;p53">
            <a:extLst xmlns:a="http://schemas.openxmlformats.org/drawingml/2006/main">
              <a:ext uri="{FF2B5EF4-FFF2-40B4-BE49-F238E27FC236}">
                <a16:creationId xmlns:a16="http://schemas.microsoft.com/office/drawing/2014/main" id="{1BA4A7BC-0CF5-4496-9570-1CDCEC9D91B8}"/>
              </a:ext>
            </a:extLst>
          </p:cNvPr>
          <p:cNvSpPr>
            <a:spLocks xmlns:a="http://schemas.openxmlformats.org/drawingml/2006/main" noGrp="1"/>
          </p:cNvSpPr>
          <p:nvPr/>
        </p:nvSpPr>
        <p:spPr>
          <a:xfrm xmlns:a="http://schemas.openxmlformats.org/drawingml/2006/main">
            <a:off x="5358384" y="2118795"/>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cxnSp>
        <p:nvCxnSpPr>
          <p:cNvPr id="3658" name="Google Shape;3396;p53"/>
          <p:cNvCxnSpPr/>
          <p:nvPr/>
        </p:nvCxnSpPr>
        <p:spPr>
          <a:xfrm xmlns:a="http://schemas.openxmlformats.org/drawingml/2006/main">
            <a:off x="320040" y="2609959"/>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397" name="Google Shape;3397;p53">
            <a:extLst xmlns:a="http://schemas.openxmlformats.org/drawingml/2006/main">
              <a:ext uri="{FF2B5EF4-FFF2-40B4-BE49-F238E27FC236}">
                <a16:creationId xmlns:a16="http://schemas.microsoft.com/office/drawing/2014/main" id="{26A6D1FC-AB61-4047-9C93-6BDF015A155E}"/>
              </a:ext>
            </a:extLst>
          </p:cNvPr>
          <p:cNvSpPr>
            <a:spLocks xmlns:a="http://schemas.openxmlformats.org/drawingml/2006/main" noGrp="1"/>
          </p:cNvSpPr>
          <p:nvPr/>
        </p:nvSpPr>
        <p:spPr>
          <a:xfrm xmlns:a="http://schemas.openxmlformats.org/drawingml/2006/main">
            <a:off x="374904" y="2364377"/>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398" name="Google Shape;3398;p53">
            <a:extLst xmlns:a="http://schemas.openxmlformats.org/drawingml/2006/main">
              <a:ext uri="{FF2B5EF4-FFF2-40B4-BE49-F238E27FC236}">
                <a16:creationId xmlns:a16="http://schemas.microsoft.com/office/drawing/2014/main" id="{BA8B5A6E-84DE-49DE-AB39-7445EDE95825}"/>
              </a:ext>
            </a:extLst>
          </p:cNvPr>
          <p:cNvSpPr>
            <a:spLocks xmlns:a="http://schemas.openxmlformats.org/drawingml/2006/main" noGrp="1"/>
          </p:cNvSpPr>
          <p:nvPr/>
        </p:nvSpPr>
        <p:spPr>
          <a:xfrm xmlns:a="http://schemas.openxmlformats.org/drawingml/2006/main">
            <a:off x="1152144" y="2364377"/>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399" name="Google Shape;3399;p53">
            <a:extLst xmlns:a="http://schemas.openxmlformats.org/drawingml/2006/main">
              <a:ext uri="{FF2B5EF4-FFF2-40B4-BE49-F238E27FC236}">
                <a16:creationId xmlns:a16="http://schemas.microsoft.com/office/drawing/2014/main" id="{91BF9CD3-74CC-4AF1-A4AF-CA6137E9AB93}"/>
              </a:ext>
            </a:extLst>
          </p:cNvPr>
          <p:cNvSpPr>
            <a:spLocks xmlns:a="http://schemas.openxmlformats.org/drawingml/2006/main" noGrp="1"/>
          </p:cNvSpPr>
          <p:nvPr/>
        </p:nvSpPr>
        <p:spPr>
          <a:xfrm xmlns:a="http://schemas.openxmlformats.org/drawingml/2006/main">
            <a:off x="2980944" y="2364377"/>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400" name="Google Shape;3400;p53">
            <a:extLst xmlns:a="http://schemas.openxmlformats.org/drawingml/2006/main">
              <a:ext uri="{FF2B5EF4-FFF2-40B4-BE49-F238E27FC236}">
                <a16:creationId xmlns:a16="http://schemas.microsoft.com/office/drawing/2014/main" id="{BBA52EC0-F9E1-41AF-AB3C-2CAD5F304C14}"/>
              </a:ext>
            </a:extLst>
          </p:cNvPr>
          <p:cNvSpPr>
            <a:spLocks xmlns:a="http://schemas.openxmlformats.org/drawingml/2006/main" noGrp="1"/>
          </p:cNvSpPr>
          <p:nvPr/>
        </p:nvSpPr>
        <p:spPr>
          <a:xfrm xmlns:a="http://schemas.openxmlformats.org/drawingml/2006/main">
            <a:off x="3758184" y="2364377"/>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401" name="Google Shape;3401;p53">
            <a:extLst xmlns:a="http://schemas.openxmlformats.org/drawingml/2006/main">
              <a:ext uri="{FF2B5EF4-FFF2-40B4-BE49-F238E27FC236}">
                <a16:creationId xmlns:a16="http://schemas.microsoft.com/office/drawing/2014/main" id="{540AC39D-18CC-43A2-97A5-54F82B325153}"/>
              </a:ext>
            </a:extLst>
          </p:cNvPr>
          <p:cNvSpPr>
            <a:spLocks xmlns:a="http://schemas.openxmlformats.org/drawingml/2006/main" noGrp="1"/>
          </p:cNvSpPr>
          <p:nvPr/>
        </p:nvSpPr>
        <p:spPr>
          <a:xfrm xmlns:a="http://schemas.openxmlformats.org/drawingml/2006/main">
            <a:off x="4489704" y="2364377"/>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402" name="Google Shape;3402;p53">
            <a:extLst xmlns:a="http://schemas.openxmlformats.org/drawingml/2006/main">
              <a:ext uri="{FF2B5EF4-FFF2-40B4-BE49-F238E27FC236}">
                <a16:creationId xmlns:a16="http://schemas.microsoft.com/office/drawing/2014/main" id="{9DC03D75-6948-4D46-ACA2-141C1B474D6D}"/>
              </a:ext>
            </a:extLst>
          </p:cNvPr>
          <p:cNvSpPr>
            <a:spLocks xmlns:a="http://schemas.openxmlformats.org/drawingml/2006/main" noGrp="1"/>
          </p:cNvSpPr>
          <p:nvPr/>
        </p:nvSpPr>
        <p:spPr>
          <a:xfrm xmlns:a="http://schemas.openxmlformats.org/drawingml/2006/main">
            <a:off x="5358384" y="2364377"/>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sp>
        <p:nvSpPr>
          <p:cNvPr id="3403" name="Google Shape;3403;p53">
            <a:extLst xmlns:a="http://schemas.openxmlformats.org/drawingml/2006/main">
              <a:ext uri="{FF2B5EF4-FFF2-40B4-BE49-F238E27FC236}">
                <a16:creationId xmlns:a16="http://schemas.microsoft.com/office/drawing/2014/main" id="{75A4CE15-0F9C-4078-97EB-8FF2C76C7B73}"/>
              </a:ext>
            </a:extLst>
          </p:cNvPr>
          <p:cNvSpPr>
            <a:spLocks xmlns:a="http://schemas.openxmlformats.org/drawingml/2006/main" noGrp="1"/>
          </p:cNvSpPr>
          <p:nvPr/>
        </p:nvSpPr>
        <p:spPr>
          <a:xfrm xmlns:a="http://schemas.openxmlformats.org/drawingml/2006/main">
            <a:off x="320040" y="2609959"/>
            <a:ext cx="8503920" cy="24558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66" name="Google Shape;3404;p53"/>
          <p:cNvCxnSpPr/>
          <p:nvPr/>
        </p:nvCxnSpPr>
        <p:spPr>
          <a:xfrm xmlns:a="http://schemas.openxmlformats.org/drawingml/2006/main">
            <a:off x="320040" y="2855541"/>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05" name="Google Shape;3405;p53">
            <a:extLst xmlns:a="http://schemas.openxmlformats.org/drawingml/2006/main">
              <a:ext uri="{FF2B5EF4-FFF2-40B4-BE49-F238E27FC236}">
                <a16:creationId xmlns:a16="http://schemas.microsoft.com/office/drawing/2014/main" id="{DFE33DFF-B794-471F-A1A7-82FD469D79CF}"/>
              </a:ext>
            </a:extLst>
          </p:cNvPr>
          <p:cNvSpPr>
            <a:spLocks xmlns:a="http://schemas.openxmlformats.org/drawingml/2006/main" noGrp="1"/>
          </p:cNvSpPr>
          <p:nvPr/>
        </p:nvSpPr>
        <p:spPr>
          <a:xfrm xmlns:a="http://schemas.openxmlformats.org/drawingml/2006/main">
            <a:off x="374904" y="2609959"/>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406" name="Google Shape;3406;p53">
            <a:extLst xmlns:a="http://schemas.openxmlformats.org/drawingml/2006/main">
              <a:ext uri="{FF2B5EF4-FFF2-40B4-BE49-F238E27FC236}">
                <a16:creationId xmlns:a16="http://schemas.microsoft.com/office/drawing/2014/main" id="{3D011DD3-B3B6-4F70-9CF2-5E31F5D9963A}"/>
              </a:ext>
            </a:extLst>
          </p:cNvPr>
          <p:cNvSpPr>
            <a:spLocks xmlns:a="http://schemas.openxmlformats.org/drawingml/2006/main" noGrp="1"/>
          </p:cNvSpPr>
          <p:nvPr/>
        </p:nvSpPr>
        <p:spPr>
          <a:xfrm xmlns:a="http://schemas.openxmlformats.org/drawingml/2006/main">
            <a:off x="1152144" y="2609959"/>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407" name="Google Shape;3407;p53">
            <a:extLst xmlns:a="http://schemas.openxmlformats.org/drawingml/2006/main">
              <a:ext uri="{FF2B5EF4-FFF2-40B4-BE49-F238E27FC236}">
                <a16:creationId xmlns:a16="http://schemas.microsoft.com/office/drawing/2014/main" id="{EC662555-2DAE-4257-AF99-AF67807B8722}"/>
              </a:ext>
            </a:extLst>
          </p:cNvPr>
          <p:cNvSpPr>
            <a:spLocks xmlns:a="http://schemas.openxmlformats.org/drawingml/2006/main" noGrp="1"/>
          </p:cNvSpPr>
          <p:nvPr/>
        </p:nvSpPr>
        <p:spPr>
          <a:xfrm xmlns:a="http://schemas.openxmlformats.org/drawingml/2006/main">
            <a:off x="2980944" y="2609959"/>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408" name="Google Shape;3408;p53">
            <a:extLst xmlns:a="http://schemas.openxmlformats.org/drawingml/2006/main">
              <a:ext uri="{FF2B5EF4-FFF2-40B4-BE49-F238E27FC236}">
                <a16:creationId xmlns:a16="http://schemas.microsoft.com/office/drawing/2014/main" id="{5FCDAAEF-CBCF-402F-942B-61D872087B0F}"/>
              </a:ext>
            </a:extLst>
          </p:cNvPr>
          <p:cNvSpPr>
            <a:spLocks xmlns:a="http://schemas.openxmlformats.org/drawingml/2006/main" noGrp="1"/>
          </p:cNvSpPr>
          <p:nvPr/>
        </p:nvSpPr>
        <p:spPr>
          <a:xfrm xmlns:a="http://schemas.openxmlformats.org/drawingml/2006/main">
            <a:off x="3758184" y="2609959"/>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409" name="Google Shape;3409;p53">
            <a:extLst xmlns:a="http://schemas.openxmlformats.org/drawingml/2006/main">
              <a:ext uri="{FF2B5EF4-FFF2-40B4-BE49-F238E27FC236}">
                <a16:creationId xmlns:a16="http://schemas.microsoft.com/office/drawing/2014/main" id="{E936A584-F11A-43C1-BBCE-8BBFDF83A552}"/>
              </a:ext>
            </a:extLst>
          </p:cNvPr>
          <p:cNvSpPr>
            <a:spLocks xmlns:a="http://schemas.openxmlformats.org/drawingml/2006/main" noGrp="1"/>
          </p:cNvSpPr>
          <p:nvPr/>
        </p:nvSpPr>
        <p:spPr>
          <a:xfrm xmlns:a="http://schemas.openxmlformats.org/drawingml/2006/main">
            <a:off x="4489704" y="2609959"/>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410" name="Google Shape;3410;p53">
            <a:extLst xmlns:a="http://schemas.openxmlformats.org/drawingml/2006/main">
              <a:ext uri="{FF2B5EF4-FFF2-40B4-BE49-F238E27FC236}">
                <a16:creationId xmlns:a16="http://schemas.microsoft.com/office/drawing/2014/main" id="{EAF7A278-8E1D-4C7F-A7D6-532E472C6895}"/>
              </a:ext>
            </a:extLst>
          </p:cNvPr>
          <p:cNvSpPr>
            <a:spLocks xmlns:a="http://schemas.openxmlformats.org/drawingml/2006/main" noGrp="1"/>
          </p:cNvSpPr>
          <p:nvPr/>
        </p:nvSpPr>
        <p:spPr>
          <a:xfrm xmlns:a="http://schemas.openxmlformats.org/drawingml/2006/main">
            <a:off x="5358384" y="2609959"/>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cxnSp>
        <p:nvCxnSpPr>
          <p:cNvPr id="3673" name="Google Shape;3411;p53"/>
          <p:cNvCxnSpPr/>
          <p:nvPr/>
        </p:nvCxnSpPr>
        <p:spPr>
          <a:xfrm xmlns:a="http://schemas.openxmlformats.org/drawingml/2006/main">
            <a:off x="320040" y="310112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12" name="Google Shape;3412;p53">
            <a:extLst xmlns:a="http://schemas.openxmlformats.org/drawingml/2006/main">
              <a:ext uri="{FF2B5EF4-FFF2-40B4-BE49-F238E27FC236}">
                <a16:creationId xmlns:a16="http://schemas.microsoft.com/office/drawing/2014/main" id="{003E2AAB-5F77-4E91-8400-06E7BF7644AD}"/>
              </a:ext>
            </a:extLst>
          </p:cNvPr>
          <p:cNvSpPr>
            <a:spLocks xmlns:a="http://schemas.openxmlformats.org/drawingml/2006/main" noGrp="1"/>
          </p:cNvSpPr>
          <p:nvPr/>
        </p:nvSpPr>
        <p:spPr>
          <a:xfrm xmlns:a="http://schemas.openxmlformats.org/drawingml/2006/main">
            <a:off x="374904" y="2855541"/>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413" name="Google Shape;3413;p53">
            <a:extLst xmlns:a="http://schemas.openxmlformats.org/drawingml/2006/main">
              <a:ext uri="{FF2B5EF4-FFF2-40B4-BE49-F238E27FC236}">
                <a16:creationId xmlns:a16="http://schemas.microsoft.com/office/drawing/2014/main" id="{09D9527A-C166-43F1-B334-DA511C59AF98}"/>
              </a:ext>
            </a:extLst>
          </p:cNvPr>
          <p:cNvSpPr>
            <a:spLocks xmlns:a="http://schemas.openxmlformats.org/drawingml/2006/main" noGrp="1"/>
          </p:cNvSpPr>
          <p:nvPr/>
        </p:nvSpPr>
        <p:spPr>
          <a:xfrm xmlns:a="http://schemas.openxmlformats.org/drawingml/2006/main">
            <a:off x="1152144" y="2855541"/>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414" name="Google Shape;3414;p53">
            <a:extLst xmlns:a="http://schemas.openxmlformats.org/drawingml/2006/main">
              <a:ext uri="{FF2B5EF4-FFF2-40B4-BE49-F238E27FC236}">
                <a16:creationId xmlns:a16="http://schemas.microsoft.com/office/drawing/2014/main" id="{38C4B142-1A16-487C-8292-B434786411D4}"/>
              </a:ext>
            </a:extLst>
          </p:cNvPr>
          <p:cNvSpPr>
            <a:spLocks xmlns:a="http://schemas.openxmlformats.org/drawingml/2006/main" noGrp="1"/>
          </p:cNvSpPr>
          <p:nvPr/>
        </p:nvSpPr>
        <p:spPr>
          <a:xfrm xmlns:a="http://schemas.openxmlformats.org/drawingml/2006/main">
            <a:off x="2980944" y="2855541"/>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415" name="Google Shape;3415;p53">
            <a:extLst xmlns:a="http://schemas.openxmlformats.org/drawingml/2006/main">
              <a:ext uri="{FF2B5EF4-FFF2-40B4-BE49-F238E27FC236}">
                <a16:creationId xmlns:a16="http://schemas.microsoft.com/office/drawing/2014/main" id="{238A75C9-D735-4C27-A559-0ADDB9CAA93C}"/>
              </a:ext>
            </a:extLst>
          </p:cNvPr>
          <p:cNvSpPr>
            <a:spLocks xmlns:a="http://schemas.openxmlformats.org/drawingml/2006/main" noGrp="1"/>
          </p:cNvSpPr>
          <p:nvPr/>
        </p:nvSpPr>
        <p:spPr>
          <a:xfrm xmlns:a="http://schemas.openxmlformats.org/drawingml/2006/main">
            <a:off x="3758184" y="2855541"/>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416" name="Google Shape;3416;p53">
            <a:extLst xmlns:a="http://schemas.openxmlformats.org/drawingml/2006/main">
              <a:ext uri="{FF2B5EF4-FFF2-40B4-BE49-F238E27FC236}">
                <a16:creationId xmlns:a16="http://schemas.microsoft.com/office/drawing/2014/main" id="{13461FFC-62CA-4BE3-8710-9B3109D3AD8F}"/>
              </a:ext>
            </a:extLst>
          </p:cNvPr>
          <p:cNvSpPr>
            <a:spLocks xmlns:a="http://schemas.openxmlformats.org/drawingml/2006/main" noGrp="1"/>
          </p:cNvSpPr>
          <p:nvPr/>
        </p:nvSpPr>
        <p:spPr>
          <a:xfrm xmlns:a="http://schemas.openxmlformats.org/drawingml/2006/main">
            <a:off x="4489704" y="2855541"/>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417" name="Google Shape;3417;p53">
            <a:extLst xmlns:a="http://schemas.openxmlformats.org/drawingml/2006/main">
              <a:ext uri="{FF2B5EF4-FFF2-40B4-BE49-F238E27FC236}">
                <a16:creationId xmlns:a16="http://schemas.microsoft.com/office/drawing/2014/main" id="{95D18FCE-BC10-40BE-AA82-20F1348AF938}"/>
              </a:ext>
            </a:extLst>
          </p:cNvPr>
          <p:cNvSpPr>
            <a:spLocks xmlns:a="http://schemas.openxmlformats.org/drawingml/2006/main" noGrp="1"/>
          </p:cNvSpPr>
          <p:nvPr/>
        </p:nvSpPr>
        <p:spPr>
          <a:xfrm xmlns:a="http://schemas.openxmlformats.org/drawingml/2006/main">
            <a:off x="5358384" y="2855541"/>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sp>
        <p:nvSpPr>
          <p:cNvPr id="3418" name="Google Shape;3418;p53">
            <a:extLst xmlns:a="http://schemas.openxmlformats.org/drawingml/2006/main">
              <a:ext uri="{FF2B5EF4-FFF2-40B4-BE49-F238E27FC236}">
                <a16:creationId xmlns:a16="http://schemas.microsoft.com/office/drawing/2014/main" id="{AFBF6986-4895-4829-80B2-06D7936FEE49}"/>
              </a:ext>
            </a:extLst>
          </p:cNvPr>
          <p:cNvSpPr>
            <a:spLocks xmlns:a="http://schemas.openxmlformats.org/drawingml/2006/main" noGrp="1"/>
          </p:cNvSpPr>
          <p:nvPr/>
        </p:nvSpPr>
        <p:spPr>
          <a:xfrm xmlns:a="http://schemas.openxmlformats.org/drawingml/2006/main">
            <a:off x="320040" y="3101122"/>
            <a:ext cx="8503920" cy="24558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81" name="Google Shape;3419;p53"/>
          <p:cNvCxnSpPr/>
          <p:nvPr/>
        </p:nvCxnSpPr>
        <p:spPr>
          <a:xfrm xmlns:a="http://schemas.openxmlformats.org/drawingml/2006/main">
            <a:off x="320040" y="334670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20" name="Google Shape;3420;p53">
            <a:extLst xmlns:a="http://schemas.openxmlformats.org/drawingml/2006/main">
              <a:ext uri="{FF2B5EF4-FFF2-40B4-BE49-F238E27FC236}">
                <a16:creationId xmlns:a16="http://schemas.microsoft.com/office/drawing/2014/main" id="{98154F5C-47FF-462F-A733-B2BA8D85283D}"/>
              </a:ext>
            </a:extLst>
          </p:cNvPr>
          <p:cNvSpPr>
            <a:spLocks xmlns:a="http://schemas.openxmlformats.org/drawingml/2006/main" noGrp="1"/>
          </p:cNvSpPr>
          <p:nvPr/>
        </p:nvSpPr>
        <p:spPr>
          <a:xfrm xmlns:a="http://schemas.openxmlformats.org/drawingml/2006/main">
            <a:off x="374904" y="3101122"/>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a:t>
            </a:r>
            <a:endParaRPr sz="830" b="0" i="0" u="none" cap="none">
              <a:solidFill>
                <a:schemeClr val="dk1"/>
              </a:solidFill>
              <a:latin typeface="Arial"/>
              <a:ea typeface="Arial"/>
              <a:cs typeface="Arial"/>
            </a:endParaRPr>
          </a:p>
        </p:txBody>
      </p:sp>
      <p:sp>
        <p:nvSpPr>
          <p:cNvPr id="3421" name="Google Shape;3421;p53">
            <a:extLst xmlns:a="http://schemas.openxmlformats.org/drawingml/2006/main">
              <a:ext uri="{FF2B5EF4-FFF2-40B4-BE49-F238E27FC236}">
                <a16:creationId xmlns:a16="http://schemas.microsoft.com/office/drawing/2014/main" id="{D9933F5C-6B3E-4B86-8BFB-0DB516DBD5EE}"/>
              </a:ext>
            </a:extLst>
          </p:cNvPr>
          <p:cNvSpPr>
            <a:spLocks xmlns:a="http://schemas.openxmlformats.org/drawingml/2006/main" noGrp="1"/>
          </p:cNvSpPr>
          <p:nvPr/>
        </p:nvSpPr>
        <p:spPr>
          <a:xfrm xmlns:a="http://schemas.openxmlformats.org/drawingml/2006/main">
            <a:off x="1152144" y="3101122"/>
            <a:ext cx="177393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[routine name]</a:t>
            </a:r>
            <a:endParaRPr sz="830" b="0" i="0" u="none" cap="none">
              <a:solidFill>
                <a:schemeClr val="dk1"/>
              </a:solidFill>
              <a:latin typeface="Arial"/>
              <a:ea typeface="Arial"/>
              <a:cs typeface="Arial"/>
            </a:endParaRPr>
          </a:p>
        </p:txBody>
      </p:sp>
      <p:sp>
        <p:nvSpPr>
          <p:cNvPr id="3422" name="Google Shape;3422;p53">
            <a:extLst xmlns:a="http://schemas.openxmlformats.org/drawingml/2006/main">
              <a:ext uri="{FF2B5EF4-FFF2-40B4-BE49-F238E27FC236}">
                <a16:creationId xmlns:a16="http://schemas.microsoft.com/office/drawing/2014/main" id="{76DA5773-04A2-41C1-8329-FE813E844628}"/>
              </a:ext>
            </a:extLst>
          </p:cNvPr>
          <p:cNvSpPr>
            <a:spLocks xmlns:a="http://schemas.openxmlformats.org/drawingml/2006/main" noGrp="1"/>
          </p:cNvSpPr>
          <p:nvPr/>
        </p:nvSpPr>
        <p:spPr>
          <a:xfrm xmlns:a="http://schemas.openxmlformats.org/drawingml/2006/main">
            <a:off x="2980944" y="3101122"/>
            <a:ext cx="7223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[batt %]</a:t>
            </a:r>
            <a:endParaRPr sz="830" b="0" i="0" u="none" cap="none">
              <a:solidFill>
                <a:schemeClr val="dk1"/>
              </a:solidFill>
              <a:latin typeface="Arial"/>
              <a:ea typeface="Arial"/>
              <a:cs typeface="Arial"/>
            </a:endParaRPr>
          </a:p>
        </p:txBody>
      </p:sp>
      <p:sp>
        <p:nvSpPr>
          <p:cNvPr id="3423" name="Google Shape;3423;p53">
            <a:extLst xmlns:a="http://schemas.openxmlformats.org/drawingml/2006/main">
              <a:ext uri="{FF2B5EF4-FFF2-40B4-BE49-F238E27FC236}">
                <a16:creationId xmlns:a16="http://schemas.microsoft.com/office/drawing/2014/main" id="{84508E8A-F53C-470A-B661-AC158D396CFE}"/>
              </a:ext>
            </a:extLst>
          </p:cNvPr>
          <p:cNvSpPr>
            <a:spLocks xmlns:a="http://schemas.openxmlformats.org/drawingml/2006/main" noGrp="1"/>
          </p:cNvSpPr>
          <p:nvPr/>
        </p:nvSpPr>
        <p:spPr>
          <a:xfrm xmlns:a="http://schemas.openxmlformats.org/drawingml/2006/main">
            <a:off x="3758184" y="3101122"/>
            <a:ext cx="67665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[pts]</a:t>
            </a:r>
            <a:endParaRPr sz="830" b="0" i="0" u="none" cap="none">
              <a:solidFill>
                <a:schemeClr val="dk1"/>
              </a:solidFill>
              <a:latin typeface="Arial"/>
              <a:ea typeface="Arial"/>
              <a:cs typeface="Arial"/>
            </a:endParaRPr>
          </a:p>
        </p:txBody>
      </p:sp>
      <p:sp>
        <p:nvSpPr>
          <p:cNvPr id="3424" name="Google Shape;3424;p53">
            <a:extLst xmlns:a="http://schemas.openxmlformats.org/drawingml/2006/main">
              <a:ext uri="{FF2B5EF4-FFF2-40B4-BE49-F238E27FC236}">
                <a16:creationId xmlns:a16="http://schemas.microsoft.com/office/drawing/2014/main" id="{EDADABB7-FD9C-472F-865C-85D0C0B1D098}"/>
              </a:ext>
            </a:extLst>
          </p:cNvPr>
          <p:cNvSpPr>
            <a:spLocks xmlns:a="http://schemas.openxmlformats.org/drawingml/2006/main" noGrp="1"/>
          </p:cNvSpPr>
          <p:nvPr/>
        </p:nvSpPr>
        <p:spPr>
          <a:xfrm xmlns:a="http://schemas.openxmlformats.org/drawingml/2006/main">
            <a:off x="4489704" y="3101122"/>
            <a:ext cx="81381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Y / N</a:t>
            </a:r>
            <a:endParaRPr sz="830" b="0" i="0" u="none" cap="none">
              <a:solidFill>
                <a:schemeClr val="dk1"/>
              </a:solidFill>
              <a:latin typeface="Arial"/>
              <a:ea typeface="Arial"/>
              <a:cs typeface="Arial"/>
            </a:endParaRPr>
          </a:p>
        </p:txBody>
      </p:sp>
      <p:sp>
        <p:nvSpPr>
          <p:cNvPr id="3425" name="Google Shape;3425;p53">
            <a:extLst xmlns:a="http://schemas.openxmlformats.org/drawingml/2006/main">
              <a:ext uri="{FF2B5EF4-FFF2-40B4-BE49-F238E27FC236}">
                <a16:creationId xmlns:a16="http://schemas.microsoft.com/office/drawing/2014/main" id="{C6EB4EEF-E773-430C-81B7-035959B68E6A}"/>
              </a:ext>
            </a:extLst>
          </p:cNvPr>
          <p:cNvSpPr>
            <a:spLocks xmlns:a="http://schemas.openxmlformats.org/drawingml/2006/main" noGrp="1"/>
          </p:cNvSpPr>
          <p:nvPr/>
        </p:nvSpPr>
        <p:spPr>
          <a:xfrm xmlns:a="http://schemas.openxmlformats.org/drawingml/2006/main">
            <a:off x="5358384" y="3101122"/>
            <a:ext cx="3465576" cy="2455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[reason for failure]</a:t>
            </a:r>
            <a:endParaRPr sz="830" b="0" i="0" u="none" cap="none">
              <a:solidFill>
                <a:schemeClr val="dk1"/>
              </a:solidFill>
              <a:latin typeface="Arial"/>
              <a:ea typeface="Arial"/>
              <a:cs typeface="Arial"/>
            </a:endParaRPr>
          </a:p>
        </p:txBody>
      </p:sp>
      <p:sp>
        <p:nvSpPr>
          <p:cNvPr id="3426" name="Google Shape;3426;p53">
            <a:extLst xmlns:a="http://schemas.openxmlformats.org/drawingml/2006/main">
              <a:ext uri="{FF2B5EF4-FFF2-40B4-BE49-F238E27FC236}">
                <a16:creationId xmlns:a16="http://schemas.microsoft.com/office/drawing/2014/main" id="{F69071DE-E305-4161-AA3B-989088E6E6F8}"/>
              </a:ext>
            </a:extLst>
          </p:cNvPr>
          <p:cNvSpPr>
            <a:spLocks xmlns:a="http://schemas.openxmlformats.org/drawingml/2006/main" noGrp="1"/>
          </p:cNvSpPr>
          <p:nvPr/>
        </p:nvSpPr>
        <p:spPr>
          <a:xfrm xmlns:a="http://schemas.openxmlformats.org/drawingml/2006/main">
            <a:off x="320040" y="1426464"/>
            <a:ext cx="8503920" cy="19202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27" name="Google Shape;3427;p53">
            <a:extLst xmlns:a="http://schemas.openxmlformats.org/drawingml/2006/main">
              <a:ext uri="{FF2B5EF4-FFF2-40B4-BE49-F238E27FC236}">
                <a16:creationId xmlns:a16="http://schemas.microsoft.com/office/drawing/2014/main" id="{30C3AC65-D742-42BC-9E41-1A383E9FC0E5}"/>
              </a:ext>
            </a:extLst>
          </p:cNvPr>
          <p:cNvSpPr>
            <a:spLocks xmlns:a="http://schemas.openxmlformats.org/drawingml/2006/main" noGrp="1"/>
          </p:cNvSpPr>
          <p:nvPr/>
        </p:nvSpPr>
        <p:spPr>
          <a:xfrm xmlns:a="http://schemas.openxmlformats.org/drawingml/2006/main">
            <a:off x="320040" y="3438144"/>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891B2"/>
              </a:buClr>
              <a:buSzPts val="900"/>
              <a:buFont typeface="Arial"/>
              <a:buNone/>
            </a:pPr>
            <a:r>
              <a:rPr sz="900" b="1" i="0" u="none" cap="none">
                <a:solidFill>
                  <a:srgbClr val="0891B2"/>
                </a:solidFill>
                <a:latin typeface="Arial"/>
                <a:ea typeface="Arial"/>
                <a:cs typeface="Arial"/>
              </a:rPr>
              <a:t>CONSISTENCY SUMMARY</a:t>
            </a:r>
            <a:endParaRPr sz="900" b="0" i="0" u="none" cap="none">
              <a:solidFill>
                <a:schemeClr val="dk1"/>
              </a:solidFill>
              <a:latin typeface="Arial"/>
              <a:ea typeface="Arial"/>
              <a:cs typeface="Arial"/>
            </a:endParaRPr>
          </a:p>
        </p:txBody>
      </p:sp>
      <p:sp>
        <p:nvSpPr>
          <p:cNvPr id="3428" name="Google Shape;3428;p53">
            <a:extLst xmlns:a="http://schemas.openxmlformats.org/drawingml/2006/main">
              <a:ext uri="{FF2B5EF4-FFF2-40B4-BE49-F238E27FC236}">
                <a16:creationId xmlns:a16="http://schemas.microsoft.com/office/drawing/2014/main" id="{C2AC33F5-AA40-4DBE-9707-8769A5E73255}"/>
              </a:ext>
            </a:extLst>
          </p:cNvPr>
          <p:cNvSpPr>
            <a:spLocks xmlns:a="http://schemas.openxmlformats.org/drawingml/2006/main" noGrp="1"/>
          </p:cNvSpPr>
          <p:nvPr/>
        </p:nvSpPr>
        <p:spPr>
          <a:xfrm xmlns:a="http://schemas.openxmlformats.org/drawingml/2006/main">
            <a:off x="320040" y="3675888"/>
            <a:ext cx="8503920" cy="237744"/>
          </a:xfrm>
          <a:prstGeom xmlns:a="http://schemas.openxmlformats.org/drawingml/2006/main" prst="rect">
            <a:avLst/>
          </a:prstGeom>
          <a:solidFill xmlns:a="http://schemas.openxmlformats.org/drawingml/2006/main">
            <a:srgbClr val="0891B2"/>
          </a:solidFill>
          <a:ln xmlns:a="http://schemas.openxmlformats.org/drawingml/2006/main" w="12700" cmpd="sng">
            <a:solidFill>
              <a:srgbClr val="0891B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29" name="Google Shape;3429;p53">
            <a:extLst xmlns:a="http://schemas.openxmlformats.org/drawingml/2006/main">
              <a:ext uri="{FF2B5EF4-FFF2-40B4-BE49-F238E27FC236}">
                <a16:creationId xmlns:a16="http://schemas.microsoft.com/office/drawing/2014/main" id="{0B498F99-55F2-4AA1-9B3D-F4550CE4E8D2}"/>
              </a:ext>
            </a:extLst>
          </p:cNvPr>
          <p:cNvSpPr>
            <a:spLocks xmlns:a="http://schemas.openxmlformats.org/drawingml/2006/main" noGrp="1"/>
          </p:cNvSpPr>
          <p:nvPr/>
        </p:nvSpPr>
        <p:spPr>
          <a:xfrm xmlns:a="http://schemas.openxmlformats.org/drawingml/2006/main">
            <a:off x="374904" y="3675888"/>
            <a:ext cx="177393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Metric</a:t>
            </a:r>
            <a:endParaRPr sz="900" b="0" i="0" u="none" cap="none">
              <a:solidFill>
                <a:schemeClr val="dk1"/>
              </a:solidFill>
              <a:latin typeface="Arial"/>
              <a:ea typeface="Arial"/>
              <a:cs typeface="Arial"/>
            </a:endParaRPr>
          </a:p>
        </p:txBody>
      </p:sp>
      <p:sp>
        <p:nvSpPr>
          <p:cNvPr id="3430" name="Google Shape;3430;p53">
            <a:extLst xmlns:a="http://schemas.openxmlformats.org/drawingml/2006/main">
              <a:ext uri="{FF2B5EF4-FFF2-40B4-BE49-F238E27FC236}">
                <a16:creationId xmlns:a16="http://schemas.microsoft.com/office/drawing/2014/main" id="{412E5B93-A4D6-4A79-AC02-D284CAF37EA1}"/>
              </a:ext>
            </a:extLst>
          </p:cNvPr>
          <p:cNvSpPr>
            <a:spLocks xmlns:a="http://schemas.openxmlformats.org/drawingml/2006/main" noGrp="1"/>
          </p:cNvSpPr>
          <p:nvPr/>
        </p:nvSpPr>
        <p:spPr>
          <a:xfrm xmlns:a="http://schemas.openxmlformats.org/drawingml/2006/main">
            <a:off x="2203704" y="3675888"/>
            <a:ext cx="6620256" cy="237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Value</a:t>
            </a:r>
            <a:endParaRPr sz="900" b="0" i="0" u="none" cap="none">
              <a:solidFill>
                <a:schemeClr val="dk1"/>
              </a:solidFill>
              <a:latin typeface="Arial"/>
              <a:ea typeface="Arial"/>
              <a:cs typeface="Arial"/>
            </a:endParaRPr>
          </a:p>
        </p:txBody>
      </p:sp>
      <p:sp>
        <p:nvSpPr>
          <p:cNvPr id="3431" name="Google Shape;3431;p53">
            <a:extLst xmlns:a="http://schemas.openxmlformats.org/drawingml/2006/main">
              <a:ext uri="{FF2B5EF4-FFF2-40B4-BE49-F238E27FC236}">
                <a16:creationId xmlns:a16="http://schemas.microsoft.com/office/drawing/2014/main" id="{6F0983DD-8CD7-4D7A-A257-A6D6EAB5E1E4}"/>
              </a:ext>
            </a:extLst>
          </p:cNvPr>
          <p:cNvSpPr>
            <a:spLocks xmlns:a="http://schemas.openxmlformats.org/drawingml/2006/main" noGrp="1"/>
          </p:cNvSpPr>
          <p:nvPr/>
        </p:nvSpPr>
        <p:spPr>
          <a:xfrm xmlns:a="http://schemas.openxmlformats.org/drawingml/2006/main">
            <a:off x="320040" y="3913632"/>
            <a:ext cx="8503920" cy="13487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94" name="Google Shape;3432;p53"/>
          <p:cNvCxnSpPr/>
          <p:nvPr/>
        </p:nvCxnSpPr>
        <p:spPr>
          <a:xfrm xmlns:a="http://schemas.openxmlformats.org/drawingml/2006/main">
            <a:off x="320040" y="404850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33" name="Google Shape;3433;p53">
            <a:extLst xmlns:a="http://schemas.openxmlformats.org/drawingml/2006/main">
              <a:ext uri="{FF2B5EF4-FFF2-40B4-BE49-F238E27FC236}">
                <a16:creationId xmlns:a16="http://schemas.microsoft.com/office/drawing/2014/main" id="{0CF6E9A8-4365-4D17-82E1-113B3B57CBFA}"/>
              </a:ext>
            </a:extLst>
          </p:cNvPr>
          <p:cNvSpPr>
            <a:spLocks xmlns:a="http://schemas.openxmlformats.org/drawingml/2006/main" noGrp="1"/>
          </p:cNvSpPr>
          <p:nvPr/>
        </p:nvSpPr>
        <p:spPr>
          <a:xfrm xmlns:a="http://schemas.openxmlformats.org/drawingml/2006/main">
            <a:off x="374904" y="3913632"/>
            <a:ext cx="177393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Success rate:</a:t>
            </a:r>
            <a:endParaRPr sz="830" b="0" i="0" u="none" cap="none">
              <a:solidFill>
                <a:schemeClr val="dk1"/>
              </a:solidFill>
              <a:latin typeface="Arial"/>
              <a:ea typeface="Arial"/>
              <a:cs typeface="Arial"/>
            </a:endParaRPr>
          </a:p>
        </p:txBody>
      </p:sp>
      <p:sp>
        <p:nvSpPr>
          <p:cNvPr id="3434" name="Google Shape;3434;p53">
            <a:extLst xmlns:a="http://schemas.openxmlformats.org/drawingml/2006/main">
              <a:ext uri="{FF2B5EF4-FFF2-40B4-BE49-F238E27FC236}">
                <a16:creationId xmlns:a16="http://schemas.microsoft.com/office/drawing/2014/main" id="{8E853DC9-F995-4D84-82D1-9E4B538A35BF}"/>
              </a:ext>
            </a:extLst>
          </p:cNvPr>
          <p:cNvSpPr>
            <a:spLocks xmlns:a="http://schemas.openxmlformats.org/drawingml/2006/main" noGrp="1"/>
          </p:cNvSpPr>
          <p:nvPr/>
        </p:nvSpPr>
        <p:spPr>
          <a:xfrm xmlns:a="http://schemas.openxmlformats.org/drawingml/2006/main">
            <a:off x="2203704" y="3913632"/>
            <a:ext cx="662025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 / ___  =  ___%</a:t>
            </a:r>
            <a:endParaRPr sz="830" b="0" i="0" u="none" cap="none">
              <a:solidFill>
                <a:schemeClr val="dk1"/>
              </a:solidFill>
              <a:latin typeface="Arial"/>
              <a:ea typeface="Arial"/>
              <a:cs typeface="Arial"/>
            </a:endParaRPr>
          </a:p>
        </p:txBody>
      </p:sp>
      <p:cxnSp>
        <p:nvCxnSpPr>
          <p:cNvPr id="3697" name="Google Shape;3435;p53"/>
          <p:cNvCxnSpPr/>
          <p:nvPr/>
        </p:nvCxnSpPr>
        <p:spPr>
          <a:xfrm xmlns:a="http://schemas.openxmlformats.org/drawingml/2006/main">
            <a:off x="320040" y="418338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36" name="Google Shape;3436;p53">
            <a:extLst xmlns:a="http://schemas.openxmlformats.org/drawingml/2006/main">
              <a:ext uri="{FF2B5EF4-FFF2-40B4-BE49-F238E27FC236}">
                <a16:creationId xmlns:a16="http://schemas.microsoft.com/office/drawing/2014/main" id="{C1AB66CC-0BB2-4978-A698-184C2AA2640D}"/>
              </a:ext>
            </a:extLst>
          </p:cNvPr>
          <p:cNvSpPr>
            <a:spLocks xmlns:a="http://schemas.openxmlformats.org/drawingml/2006/main" noGrp="1"/>
          </p:cNvSpPr>
          <p:nvPr/>
        </p:nvSpPr>
        <p:spPr>
          <a:xfrm xmlns:a="http://schemas.openxmlformats.org/drawingml/2006/main">
            <a:off x="374904" y="4048506"/>
            <a:ext cx="177393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Avg score:</a:t>
            </a:r>
            <a:endParaRPr sz="830" b="0" i="0" u="none" cap="none">
              <a:solidFill>
                <a:schemeClr val="dk1"/>
              </a:solidFill>
              <a:latin typeface="Arial"/>
              <a:ea typeface="Arial"/>
              <a:cs typeface="Arial"/>
            </a:endParaRPr>
          </a:p>
        </p:txBody>
      </p:sp>
      <p:sp>
        <p:nvSpPr>
          <p:cNvPr id="3437" name="Google Shape;3437;p53">
            <a:extLst xmlns:a="http://schemas.openxmlformats.org/drawingml/2006/main">
              <a:ext uri="{FF2B5EF4-FFF2-40B4-BE49-F238E27FC236}">
                <a16:creationId xmlns:a16="http://schemas.microsoft.com/office/drawing/2014/main" id="{76C0C24B-FA7F-40A1-89A0-0A21092247FD}"/>
              </a:ext>
            </a:extLst>
          </p:cNvPr>
          <p:cNvSpPr>
            <a:spLocks xmlns:a="http://schemas.openxmlformats.org/drawingml/2006/main" noGrp="1"/>
          </p:cNvSpPr>
          <p:nvPr/>
        </p:nvSpPr>
        <p:spPr>
          <a:xfrm xmlns:a="http://schemas.openxmlformats.org/drawingml/2006/main">
            <a:off x="2203704" y="4048506"/>
            <a:ext cx="662025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  (range: ___–___)</a:t>
            </a:r>
            <a:endParaRPr sz="830" b="0" i="0" u="none" cap="none">
              <a:solidFill>
                <a:schemeClr val="dk1"/>
              </a:solidFill>
              <a:latin typeface="Arial"/>
              <a:ea typeface="Arial"/>
              <a:cs typeface="Arial"/>
            </a:endParaRPr>
          </a:p>
        </p:txBody>
      </p:sp>
      <p:sp>
        <p:nvSpPr>
          <p:cNvPr id="3438" name="Google Shape;3438;p53">
            <a:extLst xmlns:a="http://schemas.openxmlformats.org/drawingml/2006/main">
              <a:ext uri="{FF2B5EF4-FFF2-40B4-BE49-F238E27FC236}">
                <a16:creationId xmlns:a16="http://schemas.microsoft.com/office/drawing/2014/main" id="{43EB9E7B-D51D-45E6-B8DC-1A442272BAA9}"/>
              </a:ext>
            </a:extLst>
          </p:cNvPr>
          <p:cNvSpPr>
            <a:spLocks xmlns:a="http://schemas.openxmlformats.org/drawingml/2006/main" noGrp="1"/>
          </p:cNvSpPr>
          <p:nvPr/>
        </p:nvSpPr>
        <p:spPr>
          <a:xfrm xmlns:a="http://schemas.openxmlformats.org/drawingml/2006/main">
            <a:off x="320040" y="4183380"/>
            <a:ext cx="8503920" cy="13487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701" name="Google Shape;3439;p53"/>
          <p:cNvCxnSpPr/>
          <p:nvPr/>
        </p:nvCxnSpPr>
        <p:spPr>
          <a:xfrm xmlns:a="http://schemas.openxmlformats.org/drawingml/2006/main">
            <a:off x="320040" y="431825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40" name="Google Shape;3440;p53">
            <a:extLst xmlns:a="http://schemas.openxmlformats.org/drawingml/2006/main">
              <a:ext uri="{FF2B5EF4-FFF2-40B4-BE49-F238E27FC236}">
                <a16:creationId xmlns:a16="http://schemas.microsoft.com/office/drawing/2014/main" id="{4A5ABB6A-189D-4067-9CFE-87CFDEB14AB1}"/>
              </a:ext>
            </a:extLst>
          </p:cNvPr>
          <p:cNvSpPr>
            <a:spLocks xmlns:a="http://schemas.openxmlformats.org/drawingml/2006/main" noGrp="1"/>
          </p:cNvSpPr>
          <p:nvPr/>
        </p:nvSpPr>
        <p:spPr>
          <a:xfrm xmlns:a="http://schemas.openxmlformats.org/drawingml/2006/main">
            <a:off x="374904" y="4183380"/>
            <a:ext cx="177393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Top failure mode:</a:t>
            </a:r>
            <a:endParaRPr sz="830" b="0" i="0" u="none" cap="none">
              <a:solidFill>
                <a:schemeClr val="dk1"/>
              </a:solidFill>
              <a:latin typeface="Arial"/>
              <a:ea typeface="Arial"/>
              <a:cs typeface="Arial"/>
            </a:endParaRPr>
          </a:p>
        </p:txBody>
      </p:sp>
      <p:sp>
        <p:nvSpPr>
          <p:cNvPr id="3441" name="Google Shape;3441;p53">
            <a:extLst xmlns:a="http://schemas.openxmlformats.org/drawingml/2006/main">
              <a:ext uri="{FF2B5EF4-FFF2-40B4-BE49-F238E27FC236}">
                <a16:creationId xmlns:a16="http://schemas.microsoft.com/office/drawing/2014/main" id="{DA6A9B8B-08CC-4DF2-B323-9BF8844202D4}"/>
              </a:ext>
            </a:extLst>
          </p:cNvPr>
          <p:cNvSpPr>
            <a:spLocks xmlns:a="http://schemas.openxmlformats.org/drawingml/2006/main" noGrp="1"/>
          </p:cNvSpPr>
          <p:nvPr/>
        </p:nvSpPr>
        <p:spPr>
          <a:xfrm xmlns:a="http://schemas.openxmlformats.org/drawingml/2006/main">
            <a:off x="2203704" y="4183380"/>
            <a:ext cx="662025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[most common cause]</a:t>
            </a:r>
            <a:endParaRPr sz="830" b="0" i="0" u="none" cap="none">
              <a:solidFill>
                <a:schemeClr val="dk1"/>
              </a:solidFill>
              <a:latin typeface="Arial"/>
              <a:ea typeface="Arial"/>
              <a:cs typeface="Arial"/>
            </a:endParaRPr>
          </a:p>
        </p:txBody>
      </p:sp>
      <p:cxnSp>
        <p:nvCxnSpPr>
          <p:cNvPr id="3704" name="Google Shape;3442;p53"/>
          <p:cNvCxnSpPr/>
          <p:nvPr/>
        </p:nvCxnSpPr>
        <p:spPr>
          <a:xfrm xmlns:a="http://schemas.openxmlformats.org/drawingml/2006/main">
            <a:off x="320040" y="445312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43" name="Google Shape;3443;p53">
            <a:extLst xmlns:a="http://schemas.openxmlformats.org/drawingml/2006/main">
              <a:ext uri="{FF2B5EF4-FFF2-40B4-BE49-F238E27FC236}">
                <a16:creationId xmlns:a16="http://schemas.microsoft.com/office/drawing/2014/main" id="{28F4E3CE-BBF7-4DDB-B88F-372B11917684}"/>
              </a:ext>
            </a:extLst>
          </p:cNvPr>
          <p:cNvSpPr>
            <a:spLocks xmlns:a="http://schemas.openxmlformats.org/drawingml/2006/main" noGrp="1"/>
          </p:cNvSpPr>
          <p:nvPr/>
        </p:nvSpPr>
        <p:spPr>
          <a:xfrm xmlns:a="http://schemas.openxmlformats.org/drawingml/2006/main">
            <a:off x="374904" y="4318254"/>
            <a:ext cx="177393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Next tuning step:</a:t>
            </a:r>
            <a:endParaRPr sz="830" b="0" i="0" u="none" cap="none">
              <a:solidFill>
                <a:schemeClr val="dk1"/>
              </a:solidFill>
              <a:latin typeface="Arial"/>
              <a:ea typeface="Arial"/>
              <a:cs typeface="Arial"/>
            </a:endParaRPr>
          </a:p>
        </p:txBody>
      </p:sp>
      <p:sp>
        <p:nvSpPr>
          <p:cNvPr id="3444" name="Google Shape;3444;p53">
            <a:extLst xmlns:a="http://schemas.openxmlformats.org/drawingml/2006/main">
              <a:ext uri="{FF2B5EF4-FFF2-40B4-BE49-F238E27FC236}">
                <a16:creationId xmlns:a16="http://schemas.microsoft.com/office/drawing/2014/main" id="{67C531BE-FEE0-4702-93F8-00D9A52E6E69}"/>
              </a:ext>
            </a:extLst>
          </p:cNvPr>
          <p:cNvSpPr>
            <a:spLocks xmlns:a="http://schemas.openxmlformats.org/drawingml/2006/main" noGrp="1"/>
          </p:cNvSpPr>
          <p:nvPr/>
        </p:nvSpPr>
        <p:spPr>
          <a:xfrm xmlns:a="http://schemas.openxmlformats.org/drawingml/2006/main">
            <a:off x="2203704" y="4318254"/>
            <a:ext cx="6620256" cy="134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[path / timing / sensor / mechanism]</a:t>
            </a:r>
            <a:endParaRPr sz="830" b="0" i="0" u="none" cap="none">
              <a:solidFill>
                <a:schemeClr val="dk1"/>
              </a:solidFill>
              <a:latin typeface="Arial"/>
              <a:ea typeface="Arial"/>
              <a:cs typeface="Arial"/>
            </a:endParaRPr>
          </a:p>
        </p:txBody>
      </p:sp>
      <p:sp>
        <p:nvSpPr>
          <p:cNvPr id="3445" name="Google Shape;3445;p53">
            <a:extLst xmlns:a="http://schemas.openxmlformats.org/drawingml/2006/main">
              <a:ext uri="{FF2B5EF4-FFF2-40B4-BE49-F238E27FC236}">
                <a16:creationId xmlns:a16="http://schemas.microsoft.com/office/drawing/2014/main" id="{67F5044A-FB5B-4E2C-B521-E182062BDB4C}"/>
              </a:ext>
            </a:extLst>
          </p:cNvPr>
          <p:cNvSpPr>
            <a:spLocks xmlns:a="http://schemas.openxmlformats.org/drawingml/2006/main" noGrp="1"/>
          </p:cNvSpPr>
          <p:nvPr/>
        </p:nvSpPr>
        <p:spPr>
          <a:xfrm xmlns:a="http://schemas.openxmlformats.org/drawingml/2006/main">
            <a:off x="320040" y="3675888"/>
            <a:ext cx="8503920" cy="7772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46" name="Google Shape;3446;p53">
            <a:extLst xmlns:a="http://schemas.openxmlformats.org/drawingml/2006/main">
              <a:ext uri="{FF2B5EF4-FFF2-40B4-BE49-F238E27FC236}">
                <a16:creationId xmlns:a16="http://schemas.microsoft.com/office/drawing/2014/main" id="{0C15E285-7484-4308-87BF-2B4BE30E459E}"/>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891B2"/>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6b2573a9002b4bee"/>
              </a:rPr>
              <a:t>skills diagnostics  ·  failure analysis  ·  repeatability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244962824"/>
      </p:ext>
    </p:extLst>
  </p:cSld>
</p:sld>
</file>

<file path=ppt/slides/slide52.xml><?xml version="1.0" encoding="utf-8"?>
<p:sld xmlns:p="http://schemas.openxmlformats.org/presentationml/2006/main">
  <p:cSld>
    <p:bg>
      <p:bgPr>
        <a:solidFill xmlns:a="http://schemas.openxmlformats.org/drawingml/2006/main">
          <a:srgbClr val="DC2626"/>
        </a:solidFill>
      </p:bgPr>
    </p:bg>
    <p:spTree>
      <p:nvGrpSpPr>
        <p:cNvPr id="1" name=""/>
        <p:cNvGrpSpPr/>
        <p:nvPr/>
      </p:nvGrpSpPr>
      <p:grpSpPr>
        <a:xfrm xmlns:a="http://schemas.openxmlformats.org/drawingml/2006/main"/>
      </p:grpSpPr>
      <p:sp>
        <p:nvSpPr>
          <p:cNvPr id="3452" name="Google Shape;3452;p54">
            <a:extLst xmlns:a="http://schemas.openxmlformats.org/drawingml/2006/main">
              <a:ext uri="{FF2B5EF4-FFF2-40B4-BE49-F238E27FC236}">
                <a16:creationId xmlns:a16="http://schemas.microsoft.com/office/drawing/2014/main" id="{45A100C7-10FA-4D40-AB7A-01D4DFA75DA8}"/>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6</a:t>
            </a:r>
            <a:endParaRPr sz="15000" b="0" i="0" u="none" cap="none">
              <a:solidFill>
                <a:schemeClr val="dk1"/>
              </a:solidFill>
              <a:latin typeface="Arial"/>
              <a:ea typeface="Arial"/>
              <a:cs typeface="Arial"/>
            </a:endParaRPr>
          </a:p>
        </p:txBody>
      </p:sp>
      <p:sp>
        <p:nvSpPr>
          <p:cNvPr id="3453" name="Google Shape;3453;p54">
            <a:extLst xmlns:a="http://schemas.openxmlformats.org/drawingml/2006/main">
              <a:ext uri="{FF2B5EF4-FFF2-40B4-BE49-F238E27FC236}">
                <a16:creationId xmlns:a16="http://schemas.microsoft.com/office/drawing/2014/main" id="{21F7BDFC-58C9-4E57-890E-919D317A43DB}"/>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STEP 6</a:t>
            </a:r>
            <a:endParaRPr sz="1100" b="0" i="0" u="none" cap="none">
              <a:solidFill>
                <a:schemeClr val="dk1"/>
              </a:solidFill>
              <a:latin typeface="Arial"/>
              <a:ea typeface="Arial"/>
              <a:cs typeface="Arial"/>
            </a:endParaRPr>
          </a:p>
        </p:txBody>
      </p:sp>
      <p:sp>
        <p:nvSpPr>
          <p:cNvPr id="3454" name="Google Shape;3454;p54">
            <a:extLst xmlns:a="http://schemas.openxmlformats.org/drawingml/2006/main">
              <a:ext uri="{FF2B5EF4-FFF2-40B4-BE49-F238E27FC236}">
                <a16:creationId xmlns:a16="http://schemas.microsoft.com/office/drawing/2014/main" id="{43A629E5-2E32-47B0-8CFA-1FF22F2AF73E}"/>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TOURNAMENT PREP &amp; REFLECT</a:t>
            </a:r>
            <a:endParaRPr sz="3800" b="0" i="0" u="none" cap="none">
              <a:solidFill>
                <a:schemeClr val="dk1"/>
              </a:solidFill>
              <a:latin typeface="Arial"/>
              <a:ea typeface="Arial"/>
              <a:cs typeface="Arial"/>
            </a:endParaRPr>
          </a:p>
        </p:txBody>
      </p:sp>
      <p:sp>
        <p:nvSpPr>
          <p:cNvPr id="3455" name="Google Shape;3455;p54">
            <a:extLst xmlns:a="http://schemas.openxmlformats.org/drawingml/2006/main">
              <a:ext uri="{FF2B5EF4-FFF2-40B4-BE49-F238E27FC236}">
                <a16:creationId xmlns:a16="http://schemas.microsoft.com/office/drawing/2014/main" id="{25630FDF-EDC3-4DCB-B16F-F310BD515837}"/>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Pre-Competition · Compete · Reflect · Iterate</a:t>
            </a:r>
            <a:endParaRPr sz="1300" b="0" i="0" u="none" cap="none">
              <a:solidFill>
                <a:schemeClr val="dk1"/>
              </a:solidFill>
              <a:latin typeface="Arial"/>
              <a:ea typeface="Arial"/>
              <a:cs typeface="Arial"/>
            </a:endParaRPr>
          </a:p>
        </p:txBody>
      </p:sp>
      <p:sp>
        <p:nvSpPr>
          <p:cNvPr id="3456" name="Google Shape;3456;p54">
            <a:extLst xmlns:a="http://schemas.openxmlformats.org/drawingml/2006/main">
              <a:ext uri="{FF2B5EF4-FFF2-40B4-BE49-F238E27FC236}">
                <a16:creationId xmlns:a16="http://schemas.microsoft.com/office/drawing/2014/main" id="{72346E46-1891-422B-AA28-3C0E1C778642}"/>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3457" name="Google Shape;3457;p54">
            <a:extLst xmlns:a="http://schemas.openxmlformats.org/drawingml/2006/main">
              <a:ext uri="{FF2B5EF4-FFF2-40B4-BE49-F238E27FC236}">
                <a16:creationId xmlns:a16="http://schemas.microsoft.com/office/drawing/2014/main" id="{BEB2AFD3-497B-4D4A-829E-09C3235B8F94}"/>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53:  Pre-Competition Prep  (duplicate per event)</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54:  Tournament Reflection  (duplicate per event)</a:t>
            </a:r>
            <a:endParaRPr sz="1100" b="0" i="0" u="none" cap="none">
              <a:solidFill>
                <a:schemeClr val="dk1"/>
              </a:solidFill>
              <a:latin typeface="Arial"/>
              <a:ea typeface="Arial"/>
              <a:cs typeface="Arial"/>
            </a:endParaRPr>
          </a:p>
        </p:txBody>
      </p:sp>
      <p:sp>
        <p:nvSpPr>
          <p:cNvPr id="3458" name="Google Shape;3458;p54">
            <a:extLst xmlns:a="http://schemas.openxmlformats.org/drawingml/2006/main">
              <a:ext uri="{FF2B5EF4-FFF2-40B4-BE49-F238E27FC236}">
                <a16:creationId xmlns:a16="http://schemas.microsoft.com/office/drawing/2014/main" id="{4284232D-7F1A-474A-B44F-5110DD553C12}"/>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55:  Tournament Photo Gallery  (duplicate per event)</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56:  Skills Run Log</a:t>
            </a:r>
            <a:endParaRPr sz="1100" b="0" i="0" u="none" cap="none">
              <a:solidFill>
                <a:schemeClr val="dk1"/>
              </a:solidFill>
              <a:latin typeface="Arial"/>
              <a:ea typeface="Arial"/>
              <a:cs typeface="Arial"/>
            </a:endParaRPr>
          </a:p>
        </p:txBody>
      </p:sp>
      <p:sp>
        <p:nvSpPr>
          <p:cNvPr id="3459" name="Google Shape;3459;p54">
            <a:extLst xmlns:a="http://schemas.openxmlformats.org/drawingml/2006/main">
              <a:ext uri="{FF2B5EF4-FFF2-40B4-BE49-F238E27FC236}">
                <a16:creationId xmlns:a16="http://schemas.microsoft.com/office/drawing/2014/main" id="{BFA6D2C2-FCB5-4276-934D-C64A4ADEABCA}"/>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52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750422783"/>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3465" name="Google Shape;3465;p55">
            <a:extLst xmlns:a="http://schemas.openxmlformats.org/drawingml/2006/main">
              <a:ext uri="{FF2B5EF4-FFF2-40B4-BE49-F238E27FC236}">
                <a16:creationId xmlns:a16="http://schemas.microsoft.com/office/drawing/2014/main" id="{58FB536D-730C-4AC7-ACA9-CFF1ED93A3CE}"/>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66" name="Google Shape;3466;p55">
            <a:extLst xmlns:a="http://schemas.openxmlformats.org/drawingml/2006/main">
              <a:ext uri="{FF2B5EF4-FFF2-40B4-BE49-F238E27FC236}">
                <a16:creationId xmlns:a16="http://schemas.microsoft.com/office/drawing/2014/main" id="{0CF5226F-090B-4781-915B-561534D86C6D}"/>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TOURNAMENT PREP &amp; REFLECT  ·  EDP STEP 6</a:t>
            </a:r>
            <a:endParaRPr sz="1050" b="0" i="0" u="none" cap="none">
              <a:solidFill>
                <a:schemeClr val="dk1"/>
              </a:solidFill>
              <a:latin typeface="Arial"/>
              <a:ea typeface="Arial"/>
              <a:cs typeface="Arial"/>
            </a:endParaRPr>
          </a:p>
        </p:txBody>
      </p:sp>
      <p:sp>
        <p:nvSpPr>
          <p:cNvPr id="3467" name="Google Shape;3467;p55">
            <a:extLst xmlns:a="http://schemas.openxmlformats.org/drawingml/2006/main">
              <a:ext uri="{FF2B5EF4-FFF2-40B4-BE49-F238E27FC236}">
                <a16:creationId xmlns:a16="http://schemas.microsoft.com/office/drawing/2014/main" id="{776AD863-3CDD-4452-B120-1DF34080F3DE}"/>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468" name="Google Shape;3468;p55">
            <a:extLst xmlns:a="http://schemas.openxmlformats.org/drawingml/2006/main">
              <a:ext uri="{FF2B5EF4-FFF2-40B4-BE49-F238E27FC236}">
                <a16:creationId xmlns:a16="http://schemas.microsoft.com/office/drawing/2014/main" id="{42A1FB78-4745-4974-A75C-C6E7EF732D6E}"/>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Pre-Competition Prep — [ Event Name / # ]</a:t>
            </a:r>
            <a:endParaRPr sz="2200" b="0" i="0" u="none" cap="none">
              <a:solidFill>
                <a:schemeClr val="dk1"/>
              </a:solidFill>
              <a:latin typeface="Arial"/>
              <a:ea typeface="Arial"/>
              <a:cs typeface="Arial"/>
            </a:endParaRPr>
          </a:p>
        </p:txBody>
      </p:sp>
      <p:sp>
        <p:nvSpPr>
          <p:cNvPr id="3469" name="Google Shape;3469;p55">
            <a:extLst xmlns:a="http://schemas.openxmlformats.org/drawingml/2006/main">
              <a:ext uri="{FF2B5EF4-FFF2-40B4-BE49-F238E27FC236}">
                <a16:creationId xmlns:a16="http://schemas.microsoft.com/office/drawing/2014/main" id="{BB8CCBE3-F6DF-4DE0-A56A-99DDEFA449C0}"/>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Duplicate this slide per tournament. Complete the pre-competition audit 48 hours before leaving.</a:t>
            </a:r>
            <a:endParaRPr sz="900" b="0" i="0" u="none" cap="none">
              <a:solidFill>
                <a:schemeClr val="dk1"/>
              </a:solidFill>
              <a:latin typeface="Arial"/>
              <a:ea typeface="Arial"/>
              <a:cs typeface="Arial"/>
            </a:endParaRPr>
          </a:p>
        </p:txBody>
      </p:sp>
      <p:sp>
        <p:nvSpPr>
          <p:cNvPr id="3470" name="Google Shape;3470;p55">
            <a:extLst xmlns:a="http://schemas.openxmlformats.org/drawingml/2006/main">
              <a:ext uri="{FF2B5EF4-FFF2-40B4-BE49-F238E27FC236}">
                <a16:creationId xmlns:a16="http://schemas.microsoft.com/office/drawing/2014/main" id="{2CC4D630-ACB5-4D93-944A-BEB1111A7FEB}"/>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71" name="Google Shape;3471;p55">
            <a:extLst xmlns:a="http://schemas.openxmlformats.org/drawingml/2006/main">
              <a:ext uri="{FF2B5EF4-FFF2-40B4-BE49-F238E27FC236}">
                <a16:creationId xmlns:a16="http://schemas.microsoft.com/office/drawing/2014/main" id="{DF342AD4-E253-4215-B394-4CA8F6007E6D}"/>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53 / 61</a:t>
            </a:r>
            <a:endParaRPr sz="900" b="0" i="0" u="none" cap="none">
              <a:solidFill>
                <a:schemeClr val="dk1"/>
              </a:solidFill>
              <a:latin typeface="Arial"/>
              <a:ea typeface="Arial"/>
              <a:cs typeface="Arial"/>
            </a:endParaRPr>
          </a:p>
        </p:txBody>
      </p:sp>
      <p:sp>
        <p:nvSpPr>
          <p:cNvPr id="3472" name="Google Shape;3472;p55">
            <a:extLst xmlns:a="http://schemas.openxmlformats.org/drawingml/2006/main">
              <a:ext uri="{FF2B5EF4-FFF2-40B4-BE49-F238E27FC236}">
                <a16:creationId xmlns:a16="http://schemas.microsoft.com/office/drawing/2014/main" id="{4EDDEFC4-C779-442C-823B-EE7519A3880A}"/>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473" name="Google Shape;3473;p55">
            <a:extLst xmlns:a="http://schemas.openxmlformats.org/drawingml/2006/main">
              <a:ext uri="{FF2B5EF4-FFF2-40B4-BE49-F238E27FC236}">
                <a16:creationId xmlns:a16="http://schemas.microsoft.com/office/drawing/2014/main" id="{3E3FFEE7-9754-4A1A-B91A-3C47C3BDAB75}"/>
              </a:ext>
            </a:extLst>
          </p:cNvPr>
          <p:cNvSpPr>
            <a:spLocks xmlns:a="http://schemas.openxmlformats.org/drawingml/2006/main" noGrp="1"/>
          </p:cNvSpPr>
          <p:nvPr/>
        </p:nvSpPr>
        <p:spPr>
          <a:xfrm xmlns:a="http://schemas.openxmlformats.org/drawingml/2006/main">
            <a:off x="320040" y="1078992"/>
            <a:ext cx="8503920" cy="310896"/>
          </a:xfrm>
          <a:prstGeom xmlns:a="http://schemas.openxmlformats.org/drawingml/2006/main" prst="rect">
            <a:avLst/>
          </a:prstGeom>
          <a:solidFill xmlns:a="http://schemas.openxmlformats.org/drawingml/2006/main">
            <a:srgbClr val="FEF2F2"/>
          </a:solidFill>
          <a:ln xmlns:a="http://schemas.openxmlformats.org/drawingml/2006/main" w="9525"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74" name="Google Shape;3474;p55">
            <a:extLst xmlns:a="http://schemas.openxmlformats.org/drawingml/2006/main">
              <a:ext uri="{FF2B5EF4-FFF2-40B4-BE49-F238E27FC236}">
                <a16:creationId xmlns:a16="http://schemas.microsoft.com/office/drawing/2014/main" id="{660938BE-11C7-42B3-931D-A609E2587253}"/>
              </a:ext>
            </a:extLst>
          </p:cNvPr>
          <p:cNvSpPr>
            <a:spLocks xmlns:a="http://schemas.openxmlformats.org/drawingml/2006/main" noGrp="1"/>
          </p:cNvSpPr>
          <p:nvPr/>
        </p:nvSpPr>
        <p:spPr>
          <a:xfrm xmlns:a="http://schemas.openxmlformats.org/drawingml/2006/main">
            <a:off x="429768" y="1078992"/>
            <a:ext cx="8321040" cy="3108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950"/>
              <a:buFont typeface="Arial"/>
              <a:buNone/>
            </a:pPr>
            <a:r>
              <a:rPr sz="950" b="0" i="1" u="none" cap="none">
                <a:solidFill>
                  <a:srgbClr val="0F172A"/>
                </a:solidFill>
                <a:latin typeface="Arial"/>
                <a:ea typeface="Arial"/>
                <a:cs typeface="Arial"/>
              </a:rPr>
              <a:t>Event: [_______]   Date: __/__/____   Drive Team: Driver 1 [__]  Driver 2 [__]  Loader [__]</a:t>
            </a:r>
            <a:endParaRPr sz="950" b="0" i="0" u="none" cap="none">
              <a:solidFill>
                <a:schemeClr val="dk1"/>
              </a:solidFill>
              <a:latin typeface="Arial"/>
              <a:ea typeface="Arial"/>
              <a:cs typeface="Arial"/>
            </a:endParaRPr>
          </a:p>
        </p:txBody>
      </p:sp>
      <p:sp>
        <p:nvSpPr>
          <p:cNvPr id="3475" name="Google Shape;3475;p55">
            <a:extLst xmlns:a="http://schemas.openxmlformats.org/drawingml/2006/main">
              <a:ext uri="{FF2B5EF4-FFF2-40B4-BE49-F238E27FC236}">
                <a16:creationId xmlns:a16="http://schemas.microsoft.com/office/drawing/2014/main" id="{16A53CC3-A010-4AA9-99CA-369086BBFA62}"/>
              </a:ext>
            </a:extLst>
          </p:cNvPr>
          <p:cNvSpPr>
            <a:spLocks xmlns:a="http://schemas.openxmlformats.org/drawingml/2006/main" noGrp="1"/>
          </p:cNvSpPr>
          <p:nvPr/>
        </p:nvSpPr>
        <p:spPr>
          <a:xfrm xmlns:a="http://schemas.openxmlformats.org/drawingml/2006/main">
            <a:off x="320040" y="1463040"/>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900"/>
              <a:buFont typeface="Arial"/>
              <a:buNone/>
            </a:pPr>
            <a:r>
              <a:rPr sz="900" b="1" i="0" u="none" cap="none">
                <a:solidFill>
                  <a:srgbClr val="DC2626"/>
                </a:solidFill>
                <a:latin typeface="Arial"/>
                <a:ea typeface="Arial"/>
                <a:cs typeface="Arial"/>
              </a:rPr>
              <a:t>ROBOT READINESS  (must be  ✓  before leaving)</a:t>
            </a:r>
            <a:endParaRPr sz="900" b="0" i="0" u="none" cap="none">
              <a:solidFill>
                <a:schemeClr val="dk1"/>
              </a:solidFill>
              <a:latin typeface="Arial"/>
              <a:ea typeface="Arial"/>
              <a:cs typeface="Arial"/>
            </a:endParaRPr>
          </a:p>
        </p:txBody>
      </p:sp>
      <p:sp>
        <p:nvSpPr>
          <p:cNvPr id="3476" name="Google Shape;3476;p55">
            <a:extLst xmlns:a="http://schemas.openxmlformats.org/drawingml/2006/main">
              <a:ext uri="{FF2B5EF4-FFF2-40B4-BE49-F238E27FC236}">
                <a16:creationId xmlns:a16="http://schemas.microsoft.com/office/drawing/2014/main" id="{5FA4348A-0392-4411-BE79-F06E6FFAF01D}"/>
              </a:ext>
            </a:extLst>
          </p:cNvPr>
          <p:cNvSpPr>
            <a:spLocks xmlns:a="http://schemas.openxmlformats.org/drawingml/2006/main" noGrp="1"/>
          </p:cNvSpPr>
          <p:nvPr/>
        </p:nvSpPr>
        <p:spPr>
          <a:xfrm xmlns:a="http://schemas.openxmlformats.org/drawingml/2006/main">
            <a:off x="320040" y="1682496"/>
            <a:ext cx="8503920" cy="20116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477" name="Google Shape;3477;p55">
            <a:extLst xmlns:a="http://schemas.openxmlformats.org/drawingml/2006/main">
              <a:ext uri="{FF2B5EF4-FFF2-40B4-BE49-F238E27FC236}">
                <a16:creationId xmlns:a16="http://schemas.microsoft.com/office/drawing/2014/main" id="{C14CE512-66BA-4746-8687-85A7F9E37868}"/>
              </a:ext>
            </a:extLst>
          </p:cNvPr>
          <p:cNvSpPr>
            <a:spLocks xmlns:a="http://schemas.openxmlformats.org/drawingml/2006/main" noGrp="1"/>
          </p:cNvSpPr>
          <p:nvPr/>
        </p:nvSpPr>
        <p:spPr>
          <a:xfrm xmlns:a="http://schemas.openxmlformats.org/drawingml/2006/main">
            <a:off x="374904" y="1682496"/>
            <a:ext cx="77175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Check Item</a:t>
            </a:r>
            <a:endParaRPr sz="850" b="0" i="0" u="none" cap="none">
              <a:solidFill>
                <a:schemeClr val="dk1"/>
              </a:solidFill>
              <a:latin typeface="Arial"/>
              <a:ea typeface="Arial"/>
              <a:cs typeface="Arial"/>
            </a:endParaRPr>
          </a:p>
        </p:txBody>
      </p:sp>
      <p:sp>
        <p:nvSpPr>
          <p:cNvPr id="3478" name="Google Shape;3478;p55">
            <a:extLst xmlns:a="http://schemas.openxmlformats.org/drawingml/2006/main">
              <a:ext uri="{FF2B5EF4-FFF2-40B4-BE49-F238E27FC236}">
                <a16:creationId xmlns:a16="http://schemas.microsoft.com/office/drawing/2014/main" id="{902281B8-0485-463A-8A67-2073F7BE5178}"/>
              </a:ext>
            </a:extLst>
          </p:cNvPr>
          <p:cNvSpPr>
            <a:spLocks xmlns:a="http://schemas.openxmlformats.org/drawingml/2006/main" noGrp="1"/>
          </p:cNvSpPr>
          <p:nvPr/>
        </p:nvSpPr>
        <p:spPr>
          <a:xfrm xmlns:a="http://schemas.openxmlformats.org/drawingml/2006/main">
            <a:off x="8147304" y="1682496"/>
            <a:ext cx="676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Done</a:t>
            </a:r>
            <a:endParaRPr sz="850" b="0" i="0" u="none" cap="none">
              <a:solidFill>
                <a:schemeClr val="dk1"/>
              </a:solidFill>
              <a:latin typeface="Arial"/>
              <a:ea typeface="Arial"/>
              <a:cs typeface="Arial"/>
            </a:endParaRPr>
          </a:p>
        </p:txBody>
      </p:sp>
      <p:sp>
        <p:nvSpPr>
          <p:cNvPr id="3479" name="Google Shape;3479;p55">
            <a:extLst xmlns:a="http://schemas.openxmlformats.org/drawingml/2006/main">
              <a:ext uri="{FF2B5EF4-FFF2-40B4-BE49-F238E27FC236}">
                <a16:creationId xmlns:a16="http://schemas.microsoft.com/office/drawing/2014/main" id="{5957F7CE-4700-476F-A096-D75D665069A2}"/>
              </a:ext>
            </a:extLst>
          </p:cNvPr>
          <p:cNvSpPr>
            <a:spLocks xmlns:a="http://schemas.openxmlformats.org/drawingml/2006/main" noGrp="1"/>
          </p:cNvSpPr>
          <p:nvPr/>
        </p:nvSpPr>
        <p:spPr>
          <a:xfrm xmlns:a="http://schemas.openxmlformats.org/drawingml/2006/main">
            <a:off x="320040" y="1883664"/>
            <a:ext cx="8503920" cy="17487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10" name="Google Shape;3480;p55"/>
          <p:cNvCxnSpPr/>
          <p:nvPr/>
        </p:nvCxnSpPr>
        <p:spPr>
          <a:xfrm xmlns:a="http://schemas.openxmlformats.org/drawingml/2006/main">
            <a:off x="320040" y="205854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81" name="Google Shape;3481;p55">
            <a:extLst xmlns:a="http://schemas.openxmlformats.org/drawingml/2006/main">
              <a:ext uri="{FF2B5EF4-FFF2-40B4-BE49-F238E27FC236}">
                <a16:creationId xmlns:a16="http://schemas.microsoft.com/office/drawing/2014/main" id="{EBD67F16-0DEB-4A9C-9161-54776DE12ED6}"/>
              </a:ext>
            </a:extLst>
          </p:cNvPr>
          <p:cNvSpPr>
            <a:spLocks xmlns:a="http://schemas.openxmlformats.org/drawingml/2006/main" noGrp="1"/>
          </p:cNvSpPr>
          <p:nvPr/>
        </p:nvSpPr>
        <p:spPr>
          <a:xfrm xmlns:a="http://schemas.openxmlformats.org/drawingml/2006/main">
            <a:off x="374904" y="1883664"/>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Robot passes 11" × 20" × 15" inspection (&lt;R3&gt;)</a:t>
            </a:r>
            <a:endParaRPr sz="820" b="0" i="0" u="none" cap="none">
              <a:solidFill>
                <a:schemeClr val="dk1"/>
              </a:solidFill>
              <a:latin typeface="Arial"/>
              <a:ea typeface="Arial"/>
              <a:cs typeface="Arial"/>
            </a:endParaRPr>
          </a:p>
        </p:txBody>
      </p:sp>
      <p:sp>
        <p:nvSpPr>
          <p:cNvPr id="3482" name="Google Shape;3482;p55">
            <a:extLst xmlns:a="http://schemas.openxmlformats.org/drawingml/2006/main">
              <a:ext uri="{FF2B5EF4-FFF2-40B4-BE49-F238E27FC236}">
                <a16:creationId xmlns:a16="http://schemas.microsoft.com/office/drawing/2014/main" id="{CB8B0563-946B-4195-BEFF-84B8C22C5753}"/>
              </a:ext>
            </a:extLst>
          </p:cNvPr>
          <p:cNvSpPr>
            <a:spLocks xmlns:a="http://schemas.openxmlformats.org/drawingml/2006/main" noGrp="1"/>
          </p:cNvSpPr>
          <p:nvPr/>
        </p:nvSpPr>
        <p:spPr>
          <a:xfrm xmlns:a="http://schemas.openxmlformats.org/drawingml/2006/main">
            <a:off x="8147304" y="1883664"/>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cxnSp>
        <p:nvCxnSpPr>
          <p:cNvPr id="3613" name="Google Shape;3483;p55"/>
          <p:cNvCxnSpPr/>
          <p:nvPr/>
        </p:nvCxnSpPr>
        <p:spPr>
          <a:xfrm xmlns:a="http://schemas.openxmlformats.org/drawingml/2006/main">
            <a:off x="320040" y="223342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84" name="Google Shape;3484;p55">
            <a:extLst xmlns:a="http://schemas.openxmlformats.org/drawingml/2006/main">
              <a:ext uri="{FF2B5EF4-FFF2-40B4-BE49-F238E27FC236}">
                <a16:creationId xmlns:a16="http://schemas.microsoft.com/office/drawing/2014/main" id="{25E6504C-34B5-40C9-A1C9-AB31523E662C}"/>
              </a:ext>
            </a:extLst>
          </p:cNvPr>
          <p:cNvSpPr>
            <a:spLocks xmlns:a="http://schemas.openxmlformats.org/drawingml/2006/main" noGrp="1"/>
          </p:cNvSpPr>
          <p:nvPr/>
        </p:nvSpPr>
        <p:spPr>
          <a:xfrm xmlns:a="http://schemas.openxmlformats.org/drawingml/2006/main">
            <a:off x="374904" y="2058543"/>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No more than 6 Smart Motors; all tested (&lt;R9&gt;)</a:t>
            </a:r>
            <a:endParaRPr sz="820" b="0" i="0" u="none" cap="none">
              <a:solidFill>
                <a:schemeClr val="dk1"/>
              </a:solidFill>
              <a:latin typeface="Arial"/>
              <a:ea typeface="Arial"/>
              <a:cs typeface="Arial"/>
            </a:endParaRPr>
          </a:p>
        </p:txBody>
      </p:sp>
      <p:sp>
        <p:nvSpPr>
          <p:cNvPr id="3485" name="Google Shape;3485;p55">
            <a:extLst xmlns:a="http://schemas.openxmlformats.org/drawingml/2006/main">
              <a:ext uri="{FF2B5EF4-FFF2-40B4-BE49-F238E27FC236}">
                <a16:creationId xmlns:a16="http://schemas.microsoft.com/office/drawing/2014/main" id="{22279289-D351-457F-AABA-017AE25ADAC7}"/>
              </a:ext>
            </a:extLst>
          </p:cNvPr>
          <p:cNvSpPr>
            <a:spLocks xmlns:a="http://schemas.openxmlformats.org/drawingml/2006/main" noGrp="1"/>
          </p:cNvSpPr>
          <p:nvPr/>
        </p:nvSpPr>
        <p:spPr>
          <a:xfrm xmlns:a="http://schemas.openxmlformats.org/drawingml/2006/main">
            <a:off x="8147304" y="2058543"/>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486" name="Google Shape;3486;p55">
            <a:extLst xmlns:a="http://schemas.openxmlformats.org/drawingml/2006/main">
              <a:ext uri="{FF2B5EF4-FFF2-40B4-BE49-F238E27FC236}">
                <a16:creationId xmlns:a16="http://schemas.microsoft.com/office/drawing/2014/main" id="{8F430F00-4239-481F-B34F-5A77275AB914}"/>
              </a:ext>
            </a:extLst>
          </p:cNvPr>
          <p:cNvSpPr>
            <a:spLocks xmlns:a="http://schemas.openxmlformats.org/drawingml/2006/main" noGrp="1"/>
          </p:cNvSpPr>
          <p:nvPr/>
        </p:nvSpPr>
        <p:spPr>
          <a:xfrm xmlns:a="http://schemas.openxmlformats.org/drawingml/2006/main">
            <a:off x="320040" y="2233422"/>
            <a:ext cx="8503920" cy="17487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17" name="Google Shape;3487;p55"/>
          <p:cNvCxnSpPr/>
          <p:nvPr/>
        </p:nvCxnSpPr>
        <p:spPr>
          <a:xfrm xmlns:a="http://schemas.openxmlformats.org/drawingml/2006/main">
            <a:off x="320040" y="2408301"/>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88" name="Google Shape;3488;p55">
            <a:extLst xmlns:a="http://schemas.openxmlformats.org/drawingml/2006/main">
              <a:ext uri="{FF2B5EF4-FFF2-40B4-BE49-F238E27FC236}">
                <a16:creationId xmlns:a16="http://schemas.microsoft.com/office/drawing/2014/main" id="{00E6D7AA-2AA4-42FF-878E-8E11246A92E4}"/>
              </a:ext>
            </a:extLst>
          </p:cNvPr>
          <p:cNvSpPr>
            <a:spLocks xmlns:a="http://schemas.openxmlformats.org/drawingml/2006/main" noGrp="1"/>
          </p:cNvSpPr>
          <p:nvPr/>
        </p:nvSpPr>
        <p:spPr>
          <a:xfrm xmlns:a="http://schemas.openxmlformats.org/drawingml/2006/main">
            <a:off x="374904" y="2233422"/>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Brain, sensors, ports, and firmware verified</a:t>
            </a:r>
            <a:endParaRPr sz="820" b="0" i="0" u="none" cap="none">
              <a:solidFill>
                <a:schemeClr val="dk1"/>
              </a:solidFill>
              <a:latin typeface="Arial"/>
              <a:ea typeface="Arial"/>
              <a:cs typeface="Arial"/>
            </a:endParaRPr>
          </a:p>
        </p:txBody>
      </p:sp>
      <p:sp>
        <p:nvSpPr>
          <p:cNvPr id="3489" name="Google Shape;3489;p55">
            <a:extLst xmlns:a="http://schemas.openxmlformats.org/drawingml/2006/main">
              <a:ext uri="{FF2B5EF4-FFF2-40B4-BE49-F238E27FC236}">
                <a16:creationId xmlns:a16="http://schemas.microsoft.com/office/drawing/2014/main" id="{E43063C8-1A04-4F92-A839-0ABCE4E21B88}"/>
              </a:ext>
            </a:extLst>
          </p:cNvPr>
          <p:cNvSpPr>
            <a:spLocks xmlns:a="http://schemas.openxmlformats.org/drawingml/2006/main" noGrp="1"/>
          </p:cNvSpPr>
          <p:nvPr/>
        </p:nvSpPr>
        <p:spPr>
          <a:xfrm xmlns:a="http://schemas.openxmlformats.org/drawingml/2006/main">
            <a:off x="8147304" y="2233422"/>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cxnSp>
        <p:nvCxnSpPr>
          <p:cNvPr id="3620" name="Google Shape;3490;p55"/>
          <p:cNvCxnSpPr/>
          <p:nvPr/>
        </p:nvCxnSpPr>
        <p:spPr>
          <a:xfrm xmlns:a="http://schemas.openxmlformats.org/drawingml/2006/main">
            <a:off x="320040" y="258318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91" name="Google Shape;3491;p55">
            <a:extLst xmlns:a="http://schemas.openxmlformats.org/drawingml/2006/main">
              <a:ext uri="{FF2B5EF4-FFF2-40B4-BE49-F238E27FC236}">
                <a16:creationId xmlns:a16="http://schemas.microsoft.com/office/drawing/2014/main" id="{8EEF1B59-6D02-420C-B4F0-A7DA57AE5EDD}"/>
              </a:ext>
            </a:extLst>
          </p:cNvPr>
          <p:cNvSpPr>
            <a:spLocks xmlns:a="http://schemas.openxmlformats.org/drawingml/2006/main" noGrp="1"/>
          </p:cNvSpPr>
          <p:nvPr/>
        </p:nvSpPr>
        <p:spPr>
          <a:xfrm xmlns:a="http://schemas.openxmlformats.org/drawingml/2006/main">
            <a:off x="374904" y="2408301"/>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One legal robot battery installed; controller charged</a:t>
            </a:r>
            <a:endParaRPr sz="820" b="0" i="0" u="none" cap="none">
              <a:solidFill>
                <a:schemeClr val="dk1"/>
              </a:solidFill>
              <a:latin typeface="Arial"/>
              <a:ea typeface="Arial"/>
              <a:cs typeface="Arial"/>
            </a:endParaRPr>
          </a:p>
        </p:txBody>
      </p:sp>
      <p:sp>
        <p:nvSpPr>
          <p:cNvPr id="3492" name="Google Shape;3492;p55">
            <a:extLst xmlns:a="http://schemas.openxmlformats.org/drawingml/2006/main">
              <a:ext uri="{FF2B5EF4-FFF2-40B4-BE49-F238E27FC236}">
                <a16:creationId xmlns:a16="http://schemas.microsoft.com/office/drawing/2014/main" id="{43744542-5168-4B11-B4BD-CAE72B400F6B}"/>
              </a:ext>
            </a:extLst>
          </p:cNvPr>
          <p:cNvSpPr>
            <a:spLocks xmlns:a="http://schemas.openxmlformats.org/drawingml/2006/main" noGrp="1"/>
          </p:cNvSpPr>
          <p:nvPr/>
        </p:nvSpPr>
        <p:spPr>
          <a:xfrm xmlns:a="http://schemas.openxmlformats.org/drawingml/2006/main">
            <a:off x="8147304" y="2408301"/>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493" name="Google Shape;3493;p55">
            <a:extLst xmlns:a="http://schemas.openxmlformats.org/drawingml/2006/main">
              <a:ext uri="{FF2B5EF4-FFF2-40B4-BE49-F238E27FC236}">
                <a16:creationId xmlns:a16="http://schemas.microsoft.com/office/drawing/2014/main" id="{29A233E6-C401-4757-B24C-32236ACE4E46}"/>
              </a:ext>
            </a:extLst>
          </p:cNvPr>
          <p:cNvSpPr>
            <a:spLocks xmlns:a="http://schemas.openxmlformats.org/drawingml/2006/main" noGrp="1"/>
          </p:cNvSpPr>
          <p:nvPr/>
        </p:nvSpPr>
        <p:spPr>
          <a:xfrm xmlns:a="http://schemas.openxmlformats.org/drawingml/2006/main">
            <a:off x="320040" y="2583180"/>
            <a:ext cx="8503920" cy="17487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24" name="Google Shape;3494;p55"/>
          <p:cNvCxnSpPr/>
          <p:nvPr/>
        </p:nvCxnSpPr>
        <p:spPr>
          <a:xfrm xmlns:a="http://schemas.openxmlformats.org/drawingml/2006/main">
            <a:off x="320040" y="2758059"/>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95" name="Google Shape;3495;p55">
            <a:extLst xmlns:a="http://schemas.openxmlformats.org/drawingml/2006/main">
              <a:ext uri="{FF2B5EF4-FFF2-40B4-BE49-F238E27FC236}">
                <a16:creationId xmlns:a16="http://schemas.microsoft.com/office/drawing/2014/main" id="{0E82FEF8-3AA5-4C44-BEB0-1B6C63E5CF36}"/>
              </a:ext>
            </a:extLst>
          </p:cNvPr>
          <p:cNvSpPr>
            <a:spLocks xmlns:a="http://schemas.openxmlformats.org/drawingml/2006/main" noGrp="1"/>
          </p:cNvSpPr>
          <p:nvPr/>
        </p:nvSpPr>
        <p:spPr>
          <a:xfrm xmlns:a="http://schemas.openxmlformats.org/drawingml/2006/main">
            <a:off x="374904" y="2583180"/>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Current VEXcode IQ project saved and backed up</a:t>
            </a:r>
            <a:endParaRPr sz="820" b="0" i="0" u="none" cap="none">
              <a:solidFill>
                <a:schemeClr val="dk1"/>
              </a:solidFill>
              <a:latin typeface="Arial"/>
              <a:ea typeface="Arial"/>
              <a:cs typeface="Arial"/>
            </a:endParaRPr>
          </a:p>
        </p:txBody>
      </p:sp>
      <p:sp>
        <p:nvSpPr>
          <p:cNvPr id="3496" name="Google Shape;3496;p55">
            <a:extLst xmlns:a="http://schemas.openxmlformats.org/drawingml/2006/main">
              <a:ext uri="{FF2B5EF4-FFF2-40B4-BE49-F238E27FC236}">
                <a16:creationId xmlns:a16="http://schemas.microsoft.com/office/drawing/2014/main" id="{430F4F5E-3B1A-4BBB-BAD8-918C216E1938}"/>
              </a:ext>
            </a:extLst>
          </p:cNvPr>
          <p:cNvSpPr>
            <a:spLocks xmlns:a="http://schemas.openxmlformats.org/drawingml/2006/main" noGrp="1"/>
          </p:cNvSpPr>
          <p:nvPr/>
        </p:nvSpPr>
        <p:spPr>
          <a:xfrm xmlns:a="http://schemas.openxmlformats.org/drawingml/2006/main">
            <a:off x="8147304" y="2583180"/>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cxnSp>
        <p:nvCxnSpPr>
          <p:cNvPr id="3627" name="Google Shape;3497;p55"/>
          <p:cNvCxnSpPr/>
          <p:nvPr/>
        </p:nvCxnSpPr>
        <p:spPr>
          <a:xfrm xmlns:a="http://schemas.openxmlformats.org/drawingml/2006/main">
            <a:off x="320040" y="293293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498" name="Google Shape;3498;p55">
            <a:extLst xmlns:a="http://schemas.openxmlformats.org/drawingml/2006/main">
              <a:ext uri="{FF2B5EF4-FFF2-40B4-BE49-F238E27FC236}">
                <a16:creationId xmlns:a16="http://schemas.microsoft.com/office/drawing/2014/main" id="{0CB4BDED-8CEE-4A88-8037-A0DFB845F85D}"/>
              </a:ext>
            </a:extLst>
          </p:cNvPr>
          <p:cNvSpPr>
            <a:spLocks xmlns:a="http://schemas.openxmlformats.org/drawingml/2006/main" noGrp="1"/>
          </p:cNvSpPr>
          <p:nvPr/>
        </p:nvSpPr>
        <p:spPr>
          <a:xfrm xmlns:a="http://schemas.openxmlformats.org/drawingml/2006/main">
            <a:off x="374904" y="2758059"/>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All autonomous routines tested in past 48 hours</a:t>
            </a:r>
            <a:endParaRPr sz="820" b="0" i="0" u="none" cap="none">
              <a:solidFill>
                <a:schemeClr val="dk1"/>
              </a:solidFill>
              <a:latin typeface="Arial"/>
              <a:ea typeface="Arial"/>
              <a:cs typeface="Arial"/>
            </a:endParaRPr>
          </a:p>
        </p:txBody>
      </p:sp>
      <p:sp>
        <p:nvSpPr>
          <p:cNvPr id="3499" name="Google Shape;3499;p55">
            <a:extLst xmlns:a="http://schemas.openxmlformats.org/drawingml/2006/main">
              <a:ext uri="{FF2B5EF4-FFF2-40B4-BE49-F238E27FC236}">
                <a16:creationId xmlns:a16="http://schemas.microsoft.com/office/drawing/2014/main" id="{9D5641CF-22B0-46F3-99FE-AB66483085F5}"/>
              </a:ext>
            </a:extLst>
          </p:cNvPr>
          <p:cNvSpPr>
            <a:spLocks xmlns:a="http://schemas.openxmlformats.org/drawingml/2006/main" noGrp="1"/>
          </p:cNvSpPr>
          <p:nvPr/>
        </p:nvSpPr>
        <p:spPr>
          <a:xfrm xmlns:a="http://schemas.openxmlformats.org/drawingml/2006/main">
            <a:off x="8147304" y="2758059"/>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500" name="Google Shape;3500;p55">
            <a:extLst xmlns:a="http://schemas.openxmlformats.org/drawingml/2006/main">
              <a:ext uri="{FF2B5EF4-FFF2-40B4-BE49-F238E27FC236}">
                <a16:creationId xmlns:a16="http://schemas.microsoft.com/office/drawing/2014/main" id="{B68701B4-1612-4509-B16D-588F4D679AF0}"/>
              </a:ext>
            </a:extLst>
          </p:cNvPr>
          <p:cNvSpPr>
            <a:spLocks xmlns:a="http://schemas.openxmlformats.org/drawingml/2006/main" noGrp="1"/>
          </p:cNvSpPr>
          <p:nvPr/>
        </p:nvSpPr>
        <p:spPr>
          <a:xfrm xmlns:a="http://schemas.openxmlformats.org/drawingml/2006/main">
            <a:off x="320040" y="2932938"/>
            <a:ext cx="8503920" cy="174879"/>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631" name="Google Shape;3501;p55"/>
          <p:cNvCxnSpPr/>
          <p:nvPr/>
        </p:nvCxnSpPr>
        <p:spPr>
          <a:xfrm xmlns:a="http://schemas.openxmlformats.org/drawingml/2006/main">
            <a:off x="320040" y="3107817"/>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02" name="Google Shape;3502;p55">
            <a:extLst xmlns:a="http://schemas.openxmlformats.org/drawingml/2006/main">
              <a:ext uri="{FF2B5EF4-FFF2-40B4-BE49-F238E27FC236}">
                <a16:creationId xmlns:a16="http://schemas.microsoft.com/office/drawing/2014/main" id="{2AFD328C-43F7-4DA8-B0EA-95635C166E34}"/>
              </a:ext>
            </a:extLst>
          </p:cNvPr>
          <p:cNvSpPr>
            <a:spLocks xmlns:a="http://schemas.openxmlformats.org/drawingml/2006/main" noGrp="1"/>
          </p:cNvSpPr>
          <p:nvPr/>
        </p:nvSpPr>
        <p:spPr>
          <a:xfrm xmlns:a="http://schemas.openxmlformats.org/drawingml/2006/main">
            <a:off x="374904" y="2932938"/>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VEX IQ spare parts, legal tools, pins, shafts, and cables packed</a:t>
            </a:r>
            <a:endParaRPr sz="820" b="0" i="0" u="none" cap="none">
              <a:solidFill>
                <a:schemeClr val="dk1"/>
              </a:solidFill>
              <a:latin typeface="Arial"/>
              <a:ea typeface="Arial"/>
              <a:cs typeface="Arial"/>
            </a:endParaRPr>
          </a:p>
        </p:txBody>
      </p:sp>
      <p:sp>
        <p:nvSpPr>
          <p:cNvPr id="3503" name="Google Shape;3503;p55">
            <a:extLst xmlns:a="http://schemas.openxmlformats.org/drawingml/2006/main">
              <a:ext uri="{FF2B5EF4-FFF2-40B4-BE49-F238E27FC236}">
                <a16:creationId xmlns:a16="http://schemas.microsoft.com/office/drawing/2014/main" id="{EA708E3F-3DAC-4A6B-BDB7-91466872F929}"/>
              </a:ext>
            </a:extLst>
          </p:cNvPr>
          <p:cNvSpPr>
            <a:spLocks xmlns:a="http://schemas.openxmlformats.org/drawingml/2006/main" noGrp="1"/>
          </p:cNvSpPr>
          <p:nvPr/>
        </p:nvSpPr>
        <p:spPr>
          <a:xfrm xmlns:a="http://schemas.openxmlformats.org/drawingml/2006/main">
            <a:off x="8147304" y="2932938"/>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cxnSp>
        <p:nvCxnSpPr>
          <p:cNvPr id="3634" name="Google Shape;3504;p55"/>
          <p:cNvCxnSpPr/>
          <p:nvPr/>
        </p:nvCxnSpPr>
        <p:spPr>
          <a:xfrm xmlns:a="http://schemas.openxmlformats.org/drawingml/2006/main">
            <a:off x="320040" y="328269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05" name="Google Shape;3505;p55">
            <a:extLst xmlns:a="http://schemas.openxmlformats.org/drawingml/2006/main">
              <a:ext uri="{FF2B5EF4-FFF2-40B4-BE49-F238E27FC236}">
                <a16:creationId xmlns:a16="http://schemas.microsoft.com/office/drawing/2014/main" id="{206B28A5-15B9-47A7-95C6-EA5E5BE6BC52}"/>
              </a:ext>
            </a:extLst>
          </p:cNvPr>
          <p:cNvSpPr>
            <a:spLocks xmlns:a="http://schemas.openxmlformats.org/drawingml/2006/main" noGrp="1"/>
          </p:cNvSpPr>
          <p:nvPr/>
        </p:nvSpPr>
        <p:spPr>
          <a:xfrm xmlns:a="http://schemas.openxmlformats.org/drawingml/2006/main">
            <a:off x="374904" y="3107817"/>
            <a:ext cx="771753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Engineering notebook: bound or printed, up-to-date</a:t>
            </a:r>
            <a:endParaRPr sz="820" b="0" i="0" u="none" cap="none">
              <a:solidFill>
                <a:schemeClr val="dk1"/>
              </a:solidFill>
              <a:latin typeface="Arial"/>
              <a:ea typeface="Arial"/>
              <a:cs typeface="Arial"/>
            </a:endParaRPr>
          </a:p>
        </p:txBody>
      </p:sp>
      <p:sp>
        <p:nvSpPr>
          <p:cNvPr id="3506" name="Google Shape;3506;p55">
            <a:extLst xmlns:a="http://schemas.openxmlformats.org/drawingml/2006/main">
              <a:ext uri="{FF2B5EF4-FFF2-40B4-BE49-F238E27FC236}">
                <a16:creationId xmlns:a16="http://schemas.microsoft.com/office/drawing/2014/main" id="{DE6C4EC0-E68B-4D13-9418-1FD2388C1054}"/>
              </a:ext>
            </a:extLst>
          </p:cNvPr>
          <p:cNvSpPr>
            <a:spLocks xmlns:a="http://schemas.openxmlformats.org/drawingml/2006/main" noGrp="1"/>
          </p:cNvSpPr>
          <p:nvPr/>
        </p:nvSpPr>
        <p:spPr>
          <a:xfrm xmlns:a="http://schemas.openxmlformats.org/drawingml/2006/main">
            <a:off x="8147304" y="3107817"/>
            <a:ext cx="676656" cy="17487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507" name="Google Shape;3507;p55">
            <a:extLst xmlns:a="http://schemas.openxmlformats.org/drawingml/2006/main">
              <a:ext uri="{FF2B5EF4-FFF2-40B4-BE49-F238E27FC236}">
                <a16:creationId xmlns:a16="http://schemas.microsoft.com/office/drawing/2014/main" id="{357B74E7-62B2-4A7B-BCDD-F22BFBD8A46B}"/>
              </a:ext>
            </a:extLst>
          </p:cNvPr>
          <p:cNvSpPr>
            <a:spLocks xmlns:a="http://schemas.openxmlformats.org/drawingml/2006/main" noGrp="1"/>
          </p:cNvSpPr>
          <p:nvPr/>
        </p:nvSpPr>
        <p:spPr>
          <a:xfrm xmlns:a="http://schemas.openxmlformats.org/drawingml/2006/main">
            <a:off x="320040" y="1682496"/>
            <a:ext cx="8503920" cy="160020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08" name="Google Shape;3508;p55">
            <a:extLst xmlns:a="http://schemas.openxmlformats.org/drawingml/2006/main">
              <a:ext uri="{FF2B5EF4-FFF2-40B4-BE49-F238E27FC236}">
                <a16:creationId xmlns:a16="http://schemas.microsoft.com/office/drawing/2014/main" id="{7B801AAF-EA0E-4469-B358-29208F15C7B3}"/>
              </a:ext>
            </a:extLst>
          </p:cNvPr>
          <p:cNvSpPr>
            <a:spLocks xmlns:a="http://schemas.openxmlformats.org/drawingml/2006/main" noGrp="1"/>
          </p:cNvSpPr>
          <p:nvPr/>
        </p:nvSpPr>
        <p:spPr>
          <a:xfrm xmlns:a="http://schemas.openxmlformats.org/drawingml/2006/main">
            <a:off x="320040" y="3364992"/>
            <a:ext cx="41605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900"/>
              <a:buFont typeface="Arial"/>
              <a:buNone/>
            </a:pPr>
            <a:r>
              <a:rPr sz="900" b="1" i="0" u="none" cap="none">
                <a:solidFill>
                  <a:srgbClr val="DC2626"/>
                </a:solidFill>
                <a:latin typeface="Arial"/>
                <a:ea typeface="Arial"/>
                <a:cs typeface="Arial"/>
              </a:rPr>
              <a:t>MATCH STRATEGY (this event)</a:t>
            </a:r>
            <a:endParaRPr sz="900" b="0" i="0" u="none" cap="none">
              <a:solidFill>
                <a:schemeClr val="dk1"/>
              </a:solidFill>
              <a:latin typeface="Arial"/>
              <a:ea typeface="Arial"/>
              <a:cs typeface="Arial"/>
            </a:endParaRPr>
          </a:p>
        </p:txBody>
      </p:sp>
      <p:sp>
        <p:nvSpPr>
          <p:cNvPr id="3509" name="Google Shape;3509;p55">
            <a:extLst xmlns:a="http://schemas.openxmlformats.org/drawingml/2006/main">
              <a:ext uri="{FF2B5EF4-FFF2-40B4-BE49-F238E27FC236}">
                <a16:creationId xmlns:a16="http://schemas.microsoft.com/office/drawing/2014/main" id="{EB89C6D2-29FC-4A89-A7C4-C4B1A317345E}"/>
              </a:ext>
            </a:extLst>
          </p:cNvPr>
          <p:cNvSpPr>
            <a:spLocks xmlns:a="http://schemas.openxmlformats.org/drawingml/2006/main" noGrp="1"/>
          </p:cNvSpPr>
          <p:nvPr/>
        </p:nvSpPr>
        <p:spPr>
          <a:xfrm xmlns:a="http://schemas.openxmlformats.org/drawingml/2006/main">
            <a:off x="320040" y="3584448"/>
            <a:ext cx="4160520" cy="8229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10" name="Google Shape;3510;p55">
            <a:extLst xmlns:a="http://schemas.openxmlformats.org/drawingml/2006/main">
              <a:ext uri="{FF2B5EF4-FFF2-40B4-BE49-F238E27FC236}">
                <a16:creationId xmlns:a16="http://schemas.microsoft.com/office/drawing/2014/main" id="{FE2B01B0-803C-4DA6-816E-20290851B9A7}"/>
              </a:ext>
            </a:extLst>
          </p:cNvPr>
          <p:cNvSpPr>
            <a:spLocks xmlns:a="http://schemas.openxmlformats.org/drawingml/2006/main" noGrp="1"/>
          </p:cNvSpPr>
          <p:nvPr/>
        </p:nvSpPr>
        <p:spPr>
          <a:xfrm xmlns:a="http://schemas.openxmlformats.org/drawingml/2006/main">
            <a:off x="411480" y="3584448"/>
            <a:ext cx="39776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[Cooperative scoring plan, partner communication, color/Load Zone plan, Driver switch, Loader responsibilities]</a:t>
            </a:r>
            <a:endParaRPr sz="900" b="0" i="0" u="none" cap="none">
              <a:solidFill>
                <a:schemeClr val="dk1"/>
              </a:solidFill>
              <a:latin typeface="Arial"/>
              <a:ea typeface="Arial"/>
              <a:cs typeface="Arial"/>
            </a:endParaRPr>
          </a:p>
        </p:txBody>
      </p:sp>
      <p:sp>
        <p:nvSpPr>
          <p:cNvPr id="3511" name="Google Shape;3511;p55">
            <a:extLst xmlns:a="http://schemas.openxmlformats.org/drawingml/2006/main">
              <a:ext uri="{FF2B5EF4-FFF2-40B4-BE49-F238E27FC236}">
                <a16:creationId xmlns:a16="http://schemas.microsoft.com/office/drawing/2014/main" id="{9D03C8DC-176E-4135-ADF3-050ECAB2A764}"/>
              </a:ext>
            </a:extLst>
          </p:cNvPr>
          <p:cNvSpPr>
            <a:spLocks xmlns:a="http://schemas.openxmlformats.org/drawingml/2006/main" noGrp="1"/>
          </p:cNvSpPr>
          <p:nvPr/>
        </p:nvSpPr>
        <p:spPr>
          <a:xfrm xmlns:a="http://schemas.openxmlformats.org/drawingml/2006/main">
            <a:off x="4663440" y="3364992"/>
            <a:ext cx="41605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900"/>
              <a:buFont typeface="Arial"/>
              <a:buNone/>
            </a:pPr>
            <a:r>
              <a:rPr sz="900" b="1" i="0" u="none" cap="none">
                <a:solidFill>
                  <a:srgbClr val="DC2626"/>
                </a:solidFill>
                <a:latin typeface="Arial"/>
                <a:ea typeface="Arial"/>
                <a:cs typeface="Arial"/>
              </a:rPr>
              <a:t>EVENT GOALS &amp; AWARD TARGET</a:t>
            </a:r>
            <a:endParaRPr sz="900" b="0" i="0" u="none" cap="none">
              <a:solidFill>
                <a:schemeClr val="dk1"/>
              </a:solidFill>
              <a:latin typeface="Arial"/>
              <a:ea typeface="Arial"/>
              <a:cs typeface="Arial"/>
            </a:endParaRPr>
          </a:p>
        </p:txBody>
      </p:sp>
      <p:sp>
        <p:nvSpPr>
          <p:cNvPr id="3512" name="Google Shape;3512;p55">
            <a:extLst xmlns:a="http://schemas.openxmlformats.org/drawingml/2006/main">
              <a:ext uri="{FF2B5EF4-FFF2-40B4-BE49-F238E27FC236}">
                <a16:creationId xmlns:a16="http://schemas.microsoft.com/office/drawing/2014/main" id="{919F0643-8265-4063-8901-BF1D2B94E721}"/>
              </a:ext>
            </a:extLst>
          </p:cNvPr>
          <p:cNvSpPr>
            <a:spLocks xmlns:a="http://schemas.openxmlformats.org/drawingml/2006/main" noGrp="1"/>
          </p:cNvSpPr>
          <p:nvPr/>
        </p:nvSpPr>
        <p:spPr>
          <a:xfrm xmlns:a="http://schemas.openxmlformats.org/drawingml/2006/main">
            <a:off x="4663440" y="3584448"/>
            <a:ext cx="4160520" cy="82296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13" name="Google Shape;3513;p55">
            <a:extLst xmlns:a="http://schemas.openxmlformats.org/drawingml/2006/main">
              <a:ext uri="{FF2B5EF4-FFF2-40B4-BE49-F238E27FC236}">
                <a16:creationId xmlns:a16="http://schemas.microsoft.com/office/drawing/2014/main" id="{66FDFB8B-E1A7-4AA6-B628-679A2709D099}"/>
              </a:ext>
            </a:extLst>
          </p:cNvPr>
          <p:cNvSpPr>
            <a:spLocks xmlns:a="http://schemas.openxmlformats.org/drawingml/2006/main" noGrp="1"/>
          </p:cNvSpPr>
          <p:nvPr/>
        </p:nvSpPr>
        <p:spPr>
          <a:xfrm xmlns:a="http://schemas.openxmlformats.org/drawingml/2006/main">
            <a:off x="4754880" y="3584448"/>
            <a:ext cx="39776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[Teamwork average/high target, Skills target, judged-award focus, and interview evidence]</a:t>
            </a:r>
            <a:endParaRPr sz="900" b="0" i="0" u="none" cap="none">
              <a:solidFill>
                <a:schemeClr val="dk1"/>
              </a:solidFill>
              <a:latin typeface="Arial"/>
              <a:ea typeface="Arial"/>
              <a:cs typeface="Arial"/>
            </a:endParaRPr>
          </a:p>
        </p:txBody>
      </p:sp>
      <p:sp>
        <p:nvSpPr>
          <p:cNvPr id="3514" name="Google Shape;3514;p55">
            <a:extLst xmlns:a="http://schemas.openxmlformats.org/drawingml/2006/main">
              <a:ext uri="{FF2B5EF4-FFF2-40B4-BE49-F238E27FC236}">
                <a16:creationId xmlns:a16="http://schemas.microsoft.com/office/drawing/2014/main" id="{E1B9E54E-DA45-4AB9-868B-C84A90897A2C}"/>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dfc96dda89dd4c64"/>
              </a:rPr>
              <a:t>event checklist  ·  inspection  ·  Drive Team + Loader  ·  notebook readiness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327477842"/>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3520" name="Google Shape;3520;p56">
            <a:extLst xmlns:a="http://schemas.openxmlformats.org/drawingml/2006/main">
              <a:ext uri="{FF2B5EF4-FFF2-40B4-BE49-F238E27FC236}">
                <a16:creationId xmlns:a16="http://schemas.microsoft.com/office/drawing/2014/main" id="{9C36E8AA-CA11-489E-8DA5-6487DFBBDEDF}"/>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21" name="Google Shape;3521;p56">
            <a:extLst xmlns:a="http://schemas.openxmlformats.org/drawingml/2006/main">
              <a:ext uri="{FF2B5EF4-FFF2-40B4-BE49-F238E27FC236}">
                <a16:creationId xmlns:a16="http://schemas.microsoft.com/office/drawing/2014/main" id="{79F0614A-AEC4-4D70-A55C-86F9BDA6143C}"/>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TOURNAMENT PREP &amp; REFLECT  ·  EDP STEP 6</a:t>
            </a:r>
            <a:endParaRPr sz="1050" b="0" i="0" u="none" cap="none">
              <a:solidFill>
                <a:schemeClr val="dk1"/>
              </a:solidFill>
              <a:latin typeface="Arial"/>
              <a:ea typeface="Arial"/>
              <a:cs typeface="Arial"/>
            </a:endParaRPr>
          </a:p>
        </p:txBody>
      </p:sp>
      <p:sp>
        <p:nvSpPr>
          <p:cNvPr id="3522" name="Google Shape;3522;p56">
            <a:extLst xmlns:a="http://schemas.openxmlformats.org/drawingml/2006/main">
              <a:ext uri="{FF2B5EF4-FFF2-40B4-BE49-F238E27FC236}">
                <a16:creationId xmlns:a16="http://schemas.microsoft.com/office/drawing/2014/main" id="{467F324C-9583-4AFB-90B2-B95AA39C5F4A}"/>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523" name="Google Shape;3523;p56">
            <a:extLst xmlns:a="http://schemas.openxmlformats.org/drawingml/2006/main">
              <a:ext uri="{FF2B5EF4-FFF2-40B4-BE49-F238E27FC236}">
                <a16:creationId xmlns:a16="http://schemas.microsoft.com/office/drawing/2014/main" id="{4CDEE99E-D91E-44F4-87E9-08CDAECE2DAC}"/>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Tournament Reflection — [ Event Name / # ]</a:t>
            </a:r>
            <a:endParaRPr sz="2200" b="0" i="0" u="none" cap="none">
              <a:solidFill>
                <a:schemeClr val="dk1"/>
              </a:solidFill>
              <a:latin typeface="Arial"/>
              <a:ea typeface="Arial"/>
              <a:cs typeface="Arial"/>
            </a:endParaRPr>
          </a:p>
        </p:txBody>
      </p:sp>
      <p:sp>
        <p:nvSpPr>
          <p:cNvPr id="3524" name="Google Shape;3524;p56">
            <a:extLst xmlns:a="http://schemas.openxmlformats.org/drawingml/2006/main">
              <a:ext uri="{FF2B5EF4-FFF2-40B4-BE49-F238E27FC236}">
                <a16:creationId xmlns:a16="http://schemas.microsoft.com/office/drawing/2014/main" id="{0B021E3F-E705-45CA-8737-9E717281BA69}"/>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Complete within 24 hours of event ending. Identify ≥1 design flaw and the iteration plan.</a:t>
            </a:r>
            <a:endParaRPr sz="900" b="0" i="0" u="none" cap="none">
              <a:solidFill>
                <a:schemeClr val="dk1"/>
              </a:solidFill>
              <a:latin typeface="Arial"/>
              <a:ea typeface="Arial"/>
              <a:cs typeface="Arial"/>
            </a:endParaRPr>
          </a:p>
        </p:txBody>
      </p:sp>
      <p:sp>
        <p:nvSpPr>
          <p:cNvPr id="3525" name="Google Shape;3525;p56">
            <a:extLst xmlns:a="http://schemas.openxmlformats.org/drawingml/2006/main">
              <a:ext uri="{FF2B5EF4-FFF2-40B4-BE49-F238E27FC236}">
                <a16:creationId xmlns:a16="http://schemas.microsoft.com/office/drawing/2014/main" id="{7DB386A4-6638-4512-92A0-1C6507A67CFE}"/>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26" name="Google Shape;3526;p56">
            <a:extLst xmlns:a="http://schemas.openxmlformats.org/drawingml/2006/main">
              <a:ext uri="{FF2B5EF4-FFF2-40B4-BE49-F238E27FC236}">
                <a16:creationId xmlns:a16="http://schemas.microsoft.com/office/drawing/2014/main" id="{F96EF571-5A17-4D87-9036-92375EF3BB9F}"/>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54 / 61</a:t>
            </a:r>
            <a:endParaRPr sz="900" b="0" i="0" u="none" cap="none">
              <a:solidFill>
                <a:schemeClr val="dk1"/>
              </a:solidFill>
              <a:latin typeface="Arial"/>
              <a:ea typeface="Arial"/>
              <a:cs typeface="Arial"/>
            </a:endParaRPr>
          </a:p>
        </p:txBody>
      </p:sp>
      <p:sp>
        <p:nvSpPr>
          <p:cNvPr id="3527" name="Google Shape;3527;p56">
            <a:extLst xmlns:a="http://schemas.openxmlformats.org/drawingml/2006/main">
              <a:ext uri="{FF2B5EF4-FFF2-40B4-BE49-F238E27FC236}">
                <a16:creationId xmlns:a16="http://schemas.microsoft.com/office/drawing/2014/main" id="{4B75F878-FC60-4FE1-B606-CE9E01AF2ED9}"/>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528" name="Google Shape;3528;p56">
            <a:extLst xmlns:a="http://schemas.openxmlformats.org/drawingml/2006/main">
              <a:ext uri="{FF2B5EF4-FFF2-40B4-BE49-F238E27FC236}">
                <a16:creationId xmlns:a16="http://schemas.microsoft.com/office/drawing/2014/main" id="{23BE6D3A-56B7-4736-B339-71A951D1F346}"/>
              </a:ext>
            </a:extLst>
          </p:cNvPr>
          <p:cNvSpPr>
            <a:spLocks xmlns:a="http://schemas.openxmlformats.org/drawingml/2006/main" noGrp="1"/>
          </p:cNvSpPr>
          <p:nvPr/>
        </p:nvSpPr>
        <p:spPr>
          <a:xfrm xmlns:a="http://schemas.openxmlformats.org/drawingml/2006/main">
            <a:off x="320040" y="10789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900"/>
              <a:buFont typeface="Arial"/>
              <a:buNone/>
            </a:pPr>
            <a:r>
              <a:rPr sz="900" b="1" i="0" u="none" cap="none">
                <a:solidFill>
                  <a:srgbClr val="DC2626"/>
                </a:solidFill>
                <a:latin typeface="Arial"/>
                <a:ea typeface="Arial"/>
                <a:cs typeface="Arial"/>
              </a:rPr>
              <a:t>RESULTS SUMMARY</a:t>
            </a:r>
            <a:endParaRPr sz="900" b="0" i="0" u="none" cap="none">
              <a:solidFill>
                <a:schemeClr val="dk1"/>
              </a:solidFill>
              <a:latin typeface="Arial"/>
              <a:ea typeface="Arial"/>
              <a:cs typeface="Arial"/>
            </a:endParaRPr>
          </a:p>
        </p:txBody>
      </p:sp>
      <p:sp>
        <p:nvSpPr>
          <p:cNvPr id="3529" name="Google Shape;3529;p56">
            <a:extLst xmlns:a="http://schemas.openxmlformats.org/drawingml/2006/main">
              <a:ext uri="{FF2B5EF4-FFF2-40B4-BE49-F238E27FC236}">
                <a16:creationId xmlns:a16="http://schemas.microsoft.com/office/drawing/2014/main" id="{FB7A3114-9B53-4E1B-8F0C-4E9F779EA225}"/>
              </a:ext>
            </a:extLst>
          </p:cNvPr>
          <p:cNvSpPr>
            <a:spLocks xmlns:a="http://schemas.openxmlformats.org/drawingml/2006/main" noGrp="1"/>
          </p:cNvSpPr>
          <p:nvPr/>
        </p:nvSpPr>
        <p:spPr>
          <a:xfrm xmlns:a="http://schemas.openxmlformats.org/drawingml/2006/main">
            <a:off x="320040" y="1298448"/>
            <a:ext cx="4160520" cy="20116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30" name="Google Shape;3530;p56">
            <a:extLst xmlns:a="http://schemas.openxmlformats.org/drawingml/2006/main">
              <a:ext uri="{FF2B5EF4-FFF2-40B4-BE49-F238E27FC236}">
                <a16:creationId xmlns:a16="http://schemas.microsoft.com/office/drawing/2014/main" id="{ED056711-DD41-4AEA-96DB-21D1FC3EFCF8}"/>
              </a:ext>
            </a:extLst>
          </p:cNvPr>
          <p:cNvSpPr>
            <a:spLocks xmlns:a="http://schemas.openxmlformats.org/drawingml/2006/main" noGrp="1"/>
          </p:cNvSpPr>
          <p:nvPr/>
        </p:nvSpPr>
        <p:spPr>
          <a:xfrm xmlns:a="http://schemas.openxmlformats.org/drawingml/2006/main">
            <a:off x="374904" y="1298448"/>
            <a:ext cx="15910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Metric</a:t>
            </a:r>
            <a:endParaRPr sz="900" b="0" i="0" u="none" cap="none">
              <a:solidFill>
                <a:schemeClr val="dk1"/>
              </a:solidFill>
              <a:latin typeface="Arial"/>
              <a:ea typeface="Arial"/>
              <a:cs typeface="Arial"/>
            </a:endParaRPr>
          </a:p>
        </p:txBody>
      </p:sp>
      <p:sp>
        <p:nvSpPr>
          <p:cNvPr id="3531" name="Google Shape;3531;p56">
            <a:extLst xmlns:a="http://schemas.openxmlformats.org/drawingml/2006/main">
              <a:ext uri="{FF2B5EF4-FFF2-40B4-BE49-F238E27FC236}">
                <a16:creationId xmlns:a16="http://schemas.microsoft.com/office/drawing/2014/main" id="{B808763E-EBA7-4151-B922-CCC84A0CDA13}"/>
              </a:ext>
            </a:extLst>
          </p:cNvPr>
          <p:cNvSpPr>
            <a:spLocks xmlns:a="http://schemas.openxmlformats.org/drawingml/2006/main" noGrp="1"/>
          </p:cNvSpPr>
          <p:nvPr/>
        </p:nvSpPr>
        <p:spPr>
          <a:xfrm xmlns:a="http://schemas.openxmlformats.org/drawingml/2006/main">
            <a:off x="2020824" y="1298448"/>
            <a:ext cx="2459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Result</a:t>
            </a:r>
            <a:endParaRPr sz="900" b="0" i="0" u="none" cap="none">
              <a:solidFill>
                <a:schemeClr val="dk1"/>
              </a:solidFill>
              <a:latin typeface="Arial"/>
              <a:ea typeface="Arial"/>
              <a:cs typeface="Arial"/>
            </a:endParaRPr>
          </a:p>
        </p:txBody>
      </p:sp>
      <p:sp>
        <p:nvSpPr>
          <p:cNvPr id="3532" name="Google Shape;3532;p56">
            <a:extLst xmlns:a="http://schemas.openxmlformats.org/drawingml/2006/main">
              <a:ext uri="{FF2B5EF4-FFF2-40B4-BE49-F238E27FC236}">
                <a16:creationId xmlns:a16="http://schemas.microsoft.com/office/drawing/2014/main" id="{AD8D7525-C71C-4E21-B6FA-71F982335711}"/>
              </a:ext>
            </a:extLst>
          </p:cNvPr>
          <p:cNvSpPr>
            <a:spLocks xmlns:a="http://schemas.openxmlformats.org/drawingml/2006/main" noGrp="1"/>
          </p:cNvSpPr>
          <p:nvPr/>
        </p:nvSpPr>
        <p:spPr>
          <a:xfrm xmlns:a="http://schemas.openxmlformats.org/drawingml/2006/main">
            <a:off x="320040" y="1499616"/>
            <a:ext cx="4160520" cy="22494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766" name="Google Shape;3533;p56"/>
          <p:cNvCxnSpPr/>
          <p:nvPr/>
        </p:nvCxnSpPr>
        <p:spPr>
          <a:xfrm xmlns:a="http://schemas.openxmlformats.org/drawingml/2006/main">
            <a:off x="320040" y="172455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34" name="Google Shape;3534;p56">
            <a:extLst xmlns:a="http://schemas.openxmlformats.org/drawingml/2006/main">
              <a:ext uri="{FF2B5EF4-FFF2-40B4-BE49-F238E27FC236}">
                <a16:creationId xmlns:a16="http://schemas.microsoft.com/office/drawing/2014/main" id="{51C4FAEE-8F37-4ECD-9439-4F2B6F3228A1}"/>
              </a:ext>
            </a:extLst>
          </p:cNvPr>
          <p:cNvSpPr>
            <a:spLocks xmlns:a="http://schemas.openxmlformats.org/drawingml/2006/main" noGrp="1"/>
          </p:cNvSpPr>
          <p:nvPr/>
        </p:nvSpPr>
        <p:spPr>
          <a:xfrm xmlns:a="http://schemas.openxmlformats.org/drawingml/2006/main">
            <a:off x="374904" y="1499616"/>
            <a:ext cx="159105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Qualification average</a:t>
            </a:r>
            <a:endParaRPr sz="830" b="0" i="0" u="none" cap="none">
              <a:solidFill>
                <a:schemeClr val="dk1"/>
              </a:solidFill>
              <a:latin typeface="Arial"/>
              <a:ea typeface="Arial"/>
              <a:cs typeface="Arial"/>
            </a:endParaRPr>
          </a:p>
        </p:txBody>
      </p:sp>
      <p:sp>
        <p:nvSpPr>
          <p:cNvPr id="3535" name="Google Shape;3535;p56">
            <a:extLst xmlns:a="http://schemas.openxmlformats.org/drawingml/2006/main">
              <a:ext uri="{FF2B5EF4-FFF2-40B4-BE49-F238E27FC236}">
                <a16:creationId xmlns:a16="http://schemas.microsoft.com/office/drawing/2014/main" id="{ED0F0667-549B-401F-8340-04AAA5B4B4FF}"/>
              </a:ext>
            </a:extLst>
          </p:cNvPr>
          <p:cNvSpPr>
            <a:spLocks xmlns:a="http://schemas.openxmlformats.org/drawingml/2006/main" noGrp="1"/>
          </p:cNvSpPr>
          <p:nvPr/>
        </p:nvSpPr>
        <p:spPr>
          <a:xfrm xmlns:a="http://schemas.openxmlformats.org/drawingml/2006/main">
            <a:off x="2020824" y="1499616"/>
            <a:ext cx="24597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 points across ___ matches</a:t>
            </a:r>
            <a:endParaRPr sz="830" b="0" i="0" u="none" cap="none">
              <a:solidFill>
                <a:schemeClr val="dk1"/>
              </a:solidFill>
              <a:latin typeface="Arial"/>
              <a:ea typeface="Arial"/>
              <a:cs typeface="Arial"/>
            </a:endParaRPr>
          </a:p>
        </p:txBody>
      </p:sp>
      <p:cxnSp>
        <p:nvCxnSpPr>
          <p:cNvPr id="3769" name="Google Shape;3536;p56"/>
          <p:cNvCxnSpPr/>
          <p:nvPr/>
        </p:nvCxnSpPr>
        <p:spPr>
          <a:xfrm xmlns:a="http://schemas.openxmlformats.org/drawingml/2006/main">
            <a:off x="320040" y="1949501"/>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37" name="Google Shape;3537;p56">
            <a:extLst xmlns:a="http://schemas.openxmlformats.org/drawingml/2006/main">
              <a:ext uri="{FF2B5EF4-FFF2-40B4-BE49-F238E27FC236}">
                <a16:creationId xmlns:a16="http://schemas.microsoft.com/office/drawing/2014/main" id="{B4B1000F-0F8F-4396-BE19-0FF34F9136BB}"/>
              </a:ext>
            </a:extLst>
          </p:cNvPr>
          <p:cNvSpPr>
            <a:spLocks xmlns:a="http://schemas.openxmlformats.org/drawingml/2006/main" noGrp="1"/>
          </p:cNvSpPr>
          <p:nvPr/>
        </p:nvSpPr>
        <p:spPr>
          <a:xfrm xmlns:a="http://schemas.openxmlformats.org/drawingml/2006/main">
            <a:off x="374904" y="1724558"/>
            <a:ext cx="159105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Qualification rank</a:t>
            </a:r>
            <a:endParaRPr sz="830" b="0" i="0" u="none" cap="none">
              <a:solidFill>
                <a:schemeClr val="dk1"/>
              </a:solidFill>
              <a:latin typeface="Arial"/>
              <a:ea typeface="Arial"/>
              <a:cs typeface="Arial"/>
            </a:endParaRPr>
          </a:p>
        </p:txBody>
      </p:sp>
      <p:sp>
        <p:nvSpPr>
          <p:cNvPr id="3538" name="Google Shape;3538;p56">
            <a:extLst xmlns:a="http://schemas.openxmlformats.org/drawingml/2006/main">
              <a:ext uri="{FF2B5EF4-FFF2-40B4-BE49-F238E27FC236}">
                <a16:creationId xmlns:a16="http://schemas.microsoft.com/office/drawing/2014/main" id="{46990CC3-7F60-42EE-B4FB-3FACF5FAD7D3}"/>
              </a:ext>
            </a:extLst>
          </p:cNvPr>
          <p:cNvSpPr>
            <a:spLocks xmlns:a="http://schemas.openxmlformats.org/drawingml/2006/main" noGrp="1"/>
          </p:cNvSpPr>
          <p:nvPr/>
        </p:nvSpPr>
        <p:spPr>
          <a:xfrm xmlns:a="http://schemas.openxmlformats.org/drawingml/2006/main">
            <a:off x="2020824" y="1724558"/>
            <a:ext cx="24597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 of ___</a:t>
            </a:r>
            <a:endParaRPr sz="830" b="0" i="0" u="none" cap="none">
              <a:solidFill>
                <a:schemeClr val="dk1"/>
              </a:solidFill>
              <a:latin typeface="Arial"/>
              <a:ea typeface="Arial"/>
              <a:cs typeface="Arial"/>
            </a:endParaRPr>
          </a:p>
        </p:txBody>
      </p:sp>
      <p:sp>
        <p:nvSpPr>
          <p:cNvPr id="3539" name="Google Shape;3539;p56">
            <a:extLst xmlns:a="http://schemas.openxmlformats.org/drawingml/2006/main">
              <a:ext uri="{FF2B5EF4-FFF2-40B4-BE49-F238E27FC236}">
                <a16:creationId xmlns:a16="http://schemas.microsoft.com/office/drawing/2014/main" id="{20286B81-DB57-48F8-8D9C-FE68AE960C83}"/>
              </a:ext>
            </a:extLst>
          </p:cNvPr>
          <p:cNvSpPr>
            <a:spLocks xmlns:a="http://schemas.openxmlformats.org/drawingml/2006/main" noGrp="1"/>
          </p:cNvSpPr>
          <p:nvPr/>
        </p:nvSpPr>
        <p:spPr>
          <a:xfrm xmlns:a="http://schemas.openxmlformats.org/drawingml/2006/main">
            <a:off x="320040" y="1949501"/>
            <a:ext cx="4160520" cy="22494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773" name="Google Shape;3540;p56"/>
          <p:cNvCxnSpPr/>
          <p:nvPr/>
        </p:nvCxnSpPr>
        <p:spPr>
          <a:xfrm xmlns:a="http://schemas.openxmlformats.org/drawingml/2006/main">
            <a:off x="320040" y="2174443"/>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41" name="Google Shape;3541;p56">
            <a:extLst xmlns:a="http://schemas.openxmlformats.org/drawingml/2006/main">
              <a:ext uri="{FF2B5EF4-FFF2-40B4-BE49-F238E27FC236}">
                <a16:creationId xmlns:a16="http://schemas.microsoft.com/office/drawing/2014/main" id="{F8CF7071-3E38-41D1-9630-CBBD6EB8CBD4}"/>
              </a:ext>
            </a:extLst>
          </p:cNvPr>
          <p:cNvSpPr>
            <a:spLocks xmlns:a="http://schemas.openxmlformats.org/drawingml/2006/main" noGrp="1"/>
          </p:cNvSpPr>
          <p:nvPr/>
        </p:nvSpPr>
        <p:spPr>
          <a:xfrm xmlns:a="http://schemas.openxmlformats.org/drawingml/2006/main">
            <a:off x="374904" y="1949501"/>
            <a:ext cx="159105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Finals result</a:t>
            </a:r>
            <a:endParaRPr sz="830" b="0" i="0" u="none" cap="none">
              <a:solidFill>
                <a:schemeClr val="dk1"/>
              </a:solidFill>
              <a:latin typeface="Arial"/>
              <a:ea typeface="Arial"/>
              <a:cs typeface="Arial"/>
            </a:endParaRPr>
          </a:p>
        </p:txBody>
      </p:sp>
      <p:sp>
        <p:nvSpPr>
          <p:cNvPr id="3542" name="Google Shape;3542;p56">
            <a:extLst xmlns:a="http://schemas.openxmlformats.org/drawingml/2006/main">
              <a:ext uri="{FF2B5EF4-FFF2-40B4-BE49-F238E27FC236}">
                <a16:creationId xmlns:a16="http://schemas.microsoft.com/office/drawing/2014/main" id="{B4268CE6-5B67-47A6-9934-F208938E85FF}"/>
              </a:ext>
            </a:extLst>
          </p:cNvPr>
          <p:cNvSpPr>
            <a:spLocks xmlns:a="http://schemas.openxmlformats.org/drawingml/2006/main" noGrp="1"/>
          </p:cNvSpPr>
          <p:nvPr/>
        </p:nvSpPr>
        <p:spPr>
          <a:xfrm xmlns:a="http://schemas.openxmlformats.org/drawingml/2006/main">
            <a:off x="2020824" y="1949501"/>
            <a:ext cx="24597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[Finals match score / placement]</a:t>
            </a:r>
            <a:endParaRPr sz="830" b="0" i="0" u="none" cap="none">
              <a:solidFill>
                <a:schemeClr val="dk1"/>
              </a:solidFill>
              <a:latin typeface="Arial"/>
              <a:ea typeface="Arial"/>
              <a:cs typeface="Arial"/>
            </a:endParaRPr>
          </a:p>
        </p:txBody>
      </p:sp>
      <p:cxnSp>
        <p:nvCxnSpPr>
          <p:cNvPr id="3776" name="Google Shape;3543;p56"/>
          <p:cNvCxnSpPr/>
          <p:nvPr/>
        </p:nvCxnSpPr>
        <p:spPr>
          <a:xfrm xmlns:a="http://schemas.openxmlformats.org/drawingml/2006/main">
            <a:off x="320040" y="2399386"/>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44" name="Google Shape;3544;p56">
            <a:extLst xmlns:a="http://schemas.openxmlformats.org/drawingml/2006/main">
              <a:ext uri="{FF2B5EF4-FFF2-40B4-BE49-F238E27FC236}">
                <a16:creationId xmlns:a16="http://schemas.microsoft.com/office/drawing/2014/main" id="{E0AD6947-1C03-4CF3-85CC-7C9DD847D3C9}"/>
              </a:ext>
            </a:extLst>
          </p:cNvPr>
          <p:cNvSpPr>
            <a:spLocks xmlns:a="http://schemas.openxmlformats.org/drawingml/2006/main" noGrp="1"/>
          </p:cNvSpPr>
          <p:nvPr/>
        </p:nvSpPr>
        <p:spPr>
          <a:xfrm xmlns:a="http://schemas.openxmlformats.org/drawingml/2006/main">
            <a:off x="374904" y="2174443"/>
            <a:ext cx="159105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Awards</a:t>
            </a:r>
            <a:endParaRPr sz="830" b="0" i="0" u="none" cap="none">
              <a:solidFill>
                <a:schemeClr val="dk1"/>
              </a:solidFill>
              <a:latin typeface="Arial"/>
              <a:ea typeface="Arial"/>
              <a:cs typeface="Arial"/>
            </a:endParaRPr>
          </a:p>
        </p:txBody>
      </p:sp>
      <p:sp>
        <p:nvSpPr>
          <p:cNvPr id="3545" name="Google Shape;3545;p56">
            <a:extLst xmlns:a="http://schemas.openxmlformats.org/drawingml/2006/main">
              <a:ext uri="{FF2B5EF4-FFF2-40B4-BE49-F238E27FC236}">
                <a16:creationId xmlns:a16="http://schemas.microsoft.com/office/drawing/2014/main" id="{03CD97D5-EF6F-4C28-B7F9-E5670C80804C}"/>
              </a:ext>
            </a:extLst>
          </p:cNvPr>
          <p:cNvSpPr>
            <a:spLocks xmlns:a="http://schemas.openxmlformats.org/drawingml/2006/main" noGrp="1"/>
          </p:cNvSpPr>
          <p:nvPr/>
        </p:nvSpPr>
        <p:spPr>
          <a:xfrm xmlns:a="http://schemas.openxmlformats.org/drawingml/2006/main">
            <a:off x="2020824" y="2174443"/>
            <a:ext cx="24597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[list]</a:t>
            </a:r>
            <a:endParaRPr sz="830" b="0" i="0" u="none" cap="none">
              <a:solidFill>
                <a:schemeClr val="dk1"/>
              </a:solidFill>
              <a:latin typeface="Arial"/>
              <a:ea typeface="Arial"/>
              <a:cs typeface="Arial"/>
            </a:endParaRPr>
          </a:p>
        </p:txBody>
      </p:sp>
      <p:sp>
        <p:nvSpPr>
          <p:cNvPr id="3546" name="Google Shape;3546;p56">
            <a:extLst xmlns:a="http://schemas.openxmlformats.org/drawingml/2006/main">
              <a:ext uri="{FF2B5EF4-FFF2-40B4-BE49-F238E27FC236}">
                <a16:creationId xmlns:a16="http://schemas.microsoft.com/office/drawing/2014/main" id="{87CFA58F-2E2E-443B-A992-08EDC2ED70B3}"/>
              </a:ext>
            </a:extLst>
          </p:cNvPr>
          <p:cNvSpPr>
            <a:spLocks xmlns:a="http://schemas.openxmlformats.org/drawingml/2006/main" noGrp="1"/>
          </p:cNvSpPr>
          <p:nvPr/>
        </p:nvSpPr>
        <p:spPr>
          <a:xfrm xmlns:a="http://schemas.openxmlformats.org/drawingml/2006/main">
            <a:off x="320040" y="2399386"/>
            <a:ext cx="4160520" cy="22494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780" name="Google Shape;3547;p56"/>
          <p:cNvCxnSpPr/>
          <p:nvPr/>
        </p:nvCxnSpPr>
        <p:spPr>
          <a:xfrm xmlns:a="http://schemas.openxmlformats.org/drawingml/2006/main">
            <a:off x="320040" y="262432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48" name="Google Shape;3548;p56">
            <a:extLst xmlns:a="http://schemas.openxmlformats.org/drawingml/2006/main">
              <a:ext uri="{FF2B5EF4-FFF2-40B4-BE49-F238E27FC236}">
                <a16:creationId xmlns:a16="http://schemas.microsoft.com/office/drawing/2014/main" id="{E3573177-AA98-4D0E-A081-37EEFF7E266A}"/>
              </a:ext>
            </a:extLst>
          </p:cNvPr>
          <p:cNvSpPr>
            <a:spLocks xmlns:a="http://schemas.openxmlformats.org/drawingml/2006/main" noGrp="1"/>
          </p:cNvSpPr>
          <p:nvPr/>
        </p:nvSpPr>
        <p:spPr>
          <a:xfrm xmlns:a="http://schemas.openxmlformats.org/drawingml/2006/main">
            <a:off x="374904" y="2399386"/>
            <a:ext cx="159105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Skills high</a:t>
            </a:r>
            <a:endParaRPr sz="830" b="0" i="0" u="none" cap="none">
              <a:solidFill>
                <a:schemeClr val="dk1"/>
              </a:solidFill>
              <a:latin typeface="Arial"/>
              <a:ea typeface="Arial"/>
              <a:cs typeface="Arial"/>
            </a:endParaRPr>
          </a:p>
        </p:txBody>
      </p:sp>
      <p:sp>
        <p:nvSpPr>
          <p:cNvPr id="3549" name="Google Shape;3549;p56">
            <a:extLst xmlns:a="http://schemas.openxmlformats.org/drawingml/2006/main">
              <a:ext uri="{FF2B5EF4-FFF2-40B4-BE49-F238E27FC236}">
                <a16:creationId xmlns:a16="http://schemas.microsoft.com/office/drawing/2014/main" id="{9880AF92-A9D3-4DE1-9BD3-C0EFB49E731D}"/>
              </a:ext>
            </a:extLst>
          </p:cNvPr>
          <p:cNvSpPr>
            <a:spLocks xmlns:a="http://schemas.openxmlformats.org/drawingml/2006/main" noGrp="1"/>
          </p:cNvSpPr>
          <p:nvPr/>
        </p:nvSpPr>
        <p:spPr>
          <a:xfrm xmlns:a="http://schemas.openxmlformats.org/drawingml/2006/main">
            <a:off x="2020824" y="2399386"/>
            <a:ext cx="24597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[Driving ___ + Autonomous ___]</a:t>
            </a:r>
            <a:endParaRPr sz="830" b="0" i="0" u="none" cap="none">
              <a:solidFill>
                <a:schemeClr val="dk1"/>
              </a:solidFill>
              <a:latin typeface="Arial"/>
              <a:ea typeface="Arial"/>
              <a:cs typeface="Arial"/>
            </a:endParaRPr>
          </a:p>
        </p:txBody>
      </p:sp>
      <p:sp>
        <p:nvSpPr>
          <p:cNvPr id="3550" name="Google Shape;3550;p56">
            <a:extLst xmlns:a="http://schemas.openxmlformats.org/drawingml/2006/main">
              <a:ext uri="{FF2B5EF4-FFF2-40B4-BE49-F238E27FC236}">
                <a16:creationId xmlns:a16="http://schemas.microsoft.com/office/drawing/2014/main" id="{22ED2545-4A60-42FE-A061-B8C656579C03}"/>
              </a:ext>
            </a:extLst>
          </p:cNvPr>
          <p:cNvSpPr>
            <a:spLocks xmlns:a="http://schemas.openxmlformats.org/drawingml/2006/main" noGrp="1"/>
          </p:cNvSpPr>
          <p:nvPr/>
        </p:nvSpPr>
        <p:spPr>
          <a:xfrm xmlns:a="http://schemas.openxmlformats.org/drawingml/2006/main">
            <a:off x="320040" y="1298448"/>
            <a:ext cx="4160520" cy="1325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51" name="Google Shape;3551;p56">
            <a:extLst xmlns:a="http://schemas.openxmlformats.org/drawingml/2006/main">
              <a:ext uri="{FF2B5EF4-FFF2-40B4-BE49-F238E27FC236}">
                <a16:creationId xmlns:a16="http://schemas.microsoft.com/office/drawing/2014/main" id="{0DF25432-FFB5-4D0D-8D01-14192EB35E9F}"/>
              </a:ext>
            </a:extLst>
          </p:cNvPr>
          <p:cNvSpPr>
            <a:spLocks xmlns:a="http://schemas.openxmlformats.org/drawingml/2006/main" noGrp="1"/>
          </p:cNvSpPr>
          <p:nvPr/>
        </p:nvSpPr>
        <p:spPr>
          <a:xfrm xmlns:a="http://schemas.openxmlformats.org/drawingml/2006/main">
            <a:off x="4663440" y="1078992"/>
            <a:ext cx="41605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900"/>
              <a:buFont typeface="Arial"/>
              <a:buNone/>
            </a:pPr>
            <a:r>
              <a:rPr sz="900" b="1" i="0" u="none" cap="none">
                <a:solidFill>
                  <a:srgbClr val="DC2626"/>
                </a:solidFill>
                <a:latin typeface="Arial"/>
                <a:ea typeface="Arial"/>
                <a:cs typeface="Arial"/>
              </a:rPr>
              <a:t>KEY MATCH MOMENTS</a:t>
            </a:r>
            <a:endParaRPr sz="900" b="0" i="0" u="none" cap="none">
              <a:solidFill>
                <a:schemeClr val="dk1"/>
              </a:solidFill>
              <a:latin typeface="Arial"/>
              <a:ea typeface="Arial"/>
              <a:cs typeface="Arial"/>
            </a:endParaRPr>
          </a:p>
        </p:txBody>
      </p:sp>
      <p:sp>
        <p:nvSpPr>
          <p:cNvPr id="3552" name="Google Shape;3552;p56">
            <a:extLst xmlns:a="http://schemas.openxmlformats.org/drawingml/2006/main">
              <a:ext uri="{FF2B5EF4-FFF2-40B4-BE49-F238E27FC236}">
                <a16:creationId xmlns:a16="http://schemas.microsoft.com/office/drawing/2014/main" id="{4B058ED2-C20F-4E60-A187-689A7E0D789A}"/>
              </a:ext>
            </a:extLst>
          </p:cNvPr>
          <p:cNvSpPr>
            <a:spLocks xmlns:a="http://schemas.openxmlformats.org/drawingml/2006/main" noGrp="1"/>
          </p:cNvSpPr>
          <p:nvPr/>
        </p:nvSpPr>
        <p:spPr>
          <a:xfrm xmlns:a="http://schemas.openxmlformats.org/drawingml/2006/main">
            <a:off x="4663440" y="1298448"/>
            <a:ext cx="4160520" cy="20116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53" name="Google Shape;3553;p56">
            <a:extLst xmlns:a="http://schemas.openxmlformats.org/drawingml/2006/main">
              <a:ext uri="{FF2B5EF4-FFF2-40B4-BE49-F238E27FC236}">
                <a16:creationId xmlns:a16="http://schemas.microsoft.com/office/drawing/2014/main" id="{063263B3-3DE1-47DC-BE14-6D1CFCB65CBA}"/>
              </a:ext>
            </a:extLst>
          </p:cNvPr>
          <p:cNvSpPr>
            <a:spLocks xmlns:a="http://schemas.openxmlformats.org/drawingml/2006/main" noGrp="1"/>
          </p:cNvSpPr>
          <p:nvPr/>
        </p:nvSpPr>
        <p:spPr>
          <a:xfrm xmlns:a="http://schemas.openxmlformats.org/drawingml/2006/main">
            <a:off x="4718304" y="1298448"/>
            <a:ext cx="5852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Match</a:t>
            </a:r>
            <a:endParaRPr sz="850" b="0" i="0" u="none" cap="none">
              <a:solidFill>
                <a:schemeClr val="dk1"/>
              </a:solidFill>
              <a:latin typeface="Arial"/>
              <a:ea typeface="Arial"/>
              <a:cs typeface="Arial"/>
            </a:endParaRPr>
          </a:p>
        </p:txBody>
      </p:sp>
      <p:sp>
        <p:nvSpPr>
          <p:cNvPr id="3554" name="Google Shape;3554;p56">
            <a:extLst xmlns:a="http://schemas.openxmlformats.org/drawingml/2006/main">
              <a:ext uri="{FF2B5EF4-FFF2-40B4-BE49-F238E27FC236}">
                <a16:creationId xmlns:a16="http://schemas.microsoft.com/office/drawing/2014/main" id="{FA34BD73-0823-4DCE-B8DF-180D41426B6C}"/>
              </a:ext>
            </a:extLst>
          </p:cNvPr>
          <p:cNvSpPr>
            <a:spLocks xmlns:a="http://schemas.openxmlformats.org/drawingml/2006/main" noGrp="1"/>
          </p:cNvSpPr>
          <p:nvPr/>
        </p:nvSpPr>
        <p:spPr>
          <a:xfrm xmlns:a="http://schemas.openxmlformats.org/drawingml/2006/main">
            <a:off x="5358384" y="1298448"/>
            <a:ext cx="8595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Type</a:t>
            </a:r>
            <a:endParaRPr sz="850" b="0" i="0" u="none" cap="none">
              <a:solidFill>
                <a:schemeClr val="dk1"/>
              </a:solidFill>
              <a:latin typeface="Arial"/>
              <a:ea typeface="Arial"/>
              <a:cs typeface="Arial"/>
            </a:endParaRPr>
          </a:p>
        </p:txBody>
      </p:sp>
      <p:sp>
        <p:nvSpPr>
          <p:cNvPr id="3555" name="Google Shape;3555;p56">
            <a:extLst xmlns:a="http://schemas.openxmlformats.org/drawingml/2006/main">
              <a:ext uri="{FF2B5EF4-FFF2-40B4-BE49-F238E27FC236}">
                <a16:creationId xmlns:a16="http://schemas.microsoft.com/office/drawing/2014/main" id="{53117994-4D2F-4B9E-8AE3-6BA20A50E9E5}"/>
              </a:ext>
            </a:extLst>
          </p:cNvPr>
          <p:cNvSpPr>
            <a:spLocks xmlns:a="http://schemas.openxmlformats.org/drawingml/2006/main" noGrp="1"/>
          </p:cNvSpPr>
          <p:nvPr/>
        </p:nvSpPr>
        <p:spPr>
          <a:xfrm xmlns:a="http://schemas.openxmlformats.org/drawingml/2006/main">
            <a:off x="6272784" y="1298448"/>
            <a:ext cx="25511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What Happened</a:t>
            </a:r>
            <a:endParaRPr sz="850" b="0" i="0" u="none" cap="none">
              <a:solidFill>
                <a:schemeClr val="dk1"/>
              </a:solidFill>
              <a:latin typeface="Arial"/>
              <a:ea typeface="Arial"/>
              <a:cs typeface="Arial"/>
            </a:endParaRPr>
          </a:p>
        </p:txBody>
      </p:sp>
      <p:sp>
        <p:nvSpPr>
          <p:cNvPr id="3556" name="Google Shape;3556;p56">
            <a:extLst xmlns:a="http://schemas.openxmlformats.org/drawingml/2006/main">
              <a:ext uri="{FF2B5EF4-FFF2-40B4-BE49-F238E27FC236}">
                <a16:creationId xmlns:a16="http://schemas.microsoft.com/office/drawing/2014/main" id="{9BADE650-56AA-4C73-8FE9-5F5EAFE401BE}"/>
              </a:ext>
            </a:extLst>
          </p:cNvPr>
          <p:cNvSpPr>
            <a:spLocks xmlns:a="http://schemas.openxmlformats.org/drawingml/2006/main" noGrp="1"/>
          </p:cNvSpPr>
          <p:nvPr/>
        </p:nvSpPr>
        <p:spPr>
          <a:xfrm xmlns:a="http://schemas.openxmlformats.org/drawingml/2006/main">
            <a:off x="4663440" y="1499616"/>
            <a:ext cx="4160520" cy="22494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790" name="Google Shape;3557;p56"/>
          <p:cNvCxnSpPr/>
          <p:nvPr/>
        </p:nvCxnSpPr>
        <p:spPr>
          <a:xfrm xmlns:a="http://schemas.openxmlformats.org/drawingml/2006/main">
            <a:off x="4663440" y="172455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58" name="Google Shape;3558;p56">
            <a:extLst xmlns:a="http://schemas.openxmlformats.org/drawingml/2006/main">
              <a:ext uri="{FF2B5EF4-FFF2-40B4-BE49-F238E27FC236}">
                <a16:creationId xmlns:a16="http://schemas.microsoft.com/office/drawing/2014/main" id="{1D08627E-E076-4F78-8CB0-B6428DDF00BE}"/>
              </a:ext>
            </a:extLst>
          </p:cNvPr>
          <p:cNvSpPr>
            <a:spLocks xmlns:a="http://schemas.openxmlformats.org/drawingml/2006/main" noGrp="1"/>
          </p:cNvSpPr>
          <p:nvPr/>
        </p:nvSpPr>
        <p:spPr>
          <a:xfrm xmlns:a="http://schemas.openxmlformats.org/drawingml/2006/main">
            <a:off x="4718304" y="1499616"/>
            <a:ext cx="58521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[Match #]</a:t>
            </a:r>
            <a:endParaRPr sz="800" b="0" i="0" u="none" cap="none">
              <a:solidFill>
                <a:schemeClr val="dk1"/>
              </a:solidFill>
              <a:latin typeface="Arial"/>
              <a:ea typeface="Arial"/>
              <a:cs typeface="Arial"/>
            </a:endParaRPr>
          </a:p>
        </p:txBody>
      </p:sp>
      <p:sp>
        <p:nvSpPr>
          <p:cNvPr id="3559" name="Google Shape;3559;p56">
            <a:extLst xmlns:a="http://schemas.openxmlformats.org/drawingml/2006/main">
              <a:ext uri="{FF2B5EF4-FFF2-40B4-BE49-F238E27FC236}">
                <a16:creationId xmlns:a16="http://schemas.microsoft.com/office/drawing/2014/main" id="{00A0E651-4BC5-417B-9882-48F6E64DC898}"/>
              </a:ext>
            </a:extLst>
          </p:cNvPr>
          <p:cNvSpPr>
            <a:spLocks xmlns:a="http://schemas.openxmlformats.org/drawingml/2006/main" noGrp="1"/>
          </p:cNvSpPr>
          <p:nvPr/>
        </p:nvSpPr>
        <p:spPr>
          <a:xfrm xmlns:a="http://schemas.openxmlformats.org/drawingml/2006/main">
            <a:off x="5358384" y="1499616"/>
            <a:ext cx="8595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[Teamwork / Skills / Finals]</a:t>
            </a:r>
            <a:endParaRPr sz="800" b="0" i="0" u="none" cap="none">
              <a:solidFill>
                <a:schemeClr val="dk1"/>
              </a:solidFill>
              <a:latin typeface="Arial"/>
              <a:ea typeface="Arial"/>
              <a:cs typeface="Arial"/>
            </a:endParaRPr>
          </a:p>
        </p:txBody>
      </p:sp>
      <p:sp>
        <p:nvSpPr>
          <p:cNvPr id="3560" name="Google Shape;3560;p56">
            <a:extLst xmlns:a="http://schemas.openxmlformats.org/drawingml/2006/main">
              <a:ext uri="{FF2B5EF4-FFF2-40B4-BE49-F238E27FC236}">
                <a16:creationId xmlns:a16="http://schemas.microsoft.com/office/drawing/2014/main" id="{3190B7A2-4839-4DFC-AE4E-A183A7EAD471}"/>
              </a:ext>
            </a:extLst>
          </p:cNvPr>
          <p:cNvSpPr>
            <a:spLocks xmlns:a="http://schemas.openxmlformats.org/drawingml/2006/main" noGrp="1"/>
          </p:cNvSpPr>
          <p:nvPr/>
        </p:nvSpPr>
        <p:spPr>
          <a:xfrm xmlns:a="http://schemas.openxmlformats.org/drawingml/2006/main">
            <a:off x="6272784" y="1499616"/>
            <a:ext cx="255117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happened + why]</a:t>
            </a:r>
            <a:endParaRPr sz="800" b="0" i="0" u="none" cap="none">
              <a:solidFill>
                <a:schemeClr val="dk1"/>
              </a:solidFill>
              <a:latin typeface="Arial"/>
              <a:ea typeface="Arial"/>
              <a:cs typeface="Arial"/>
            </a:endParaRPr>
          </a:p>
        </p:txBody>
      </p:sp>
      <p:cxnSp>
        <p:nvCxnSpPr>
          <p:cNvPr id="3794" name="Google Shape;3561;p56"/>
          <p:cNvCxnSpPr/>
          <p:nvPr/>
        </p:nvCxnSpPr>
        <p:spPr>
          <a:xfrm xmlns:a="http://schemas.openxmlformats.org/drawingml/2006/main">
            <a:off x="4663440" y="1949501"/>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62" name="Google Shape;3562;p56">
            <a:extLst xmlns:a="http://schemas.openxmlformats.org/drawingml/2006/main">
              <a:ext uri="{FF2B5EF4-FFF2-40B4-BE49-F238E27FC236}">
                <a16:creationId xmlns:a16="http://schemas.microsoft.com/office/drawing/2014/main" id="{BE6D17F0-2CDC-4251-A3C4-F51462CFB4F9}"/>
              </a:ext>
            </a:extLst>
          </p:cNvPr>
          <p:cNvSpPr>
            <a:spLocks xmlns:a="http://schemas.openxmlformats.org/drawingml/2006/main" noGrp="1"/>
          </p:cNvSpPr>
          <p:nvPr/>
        </p:nvSpPr>
        <p:spPr>
          <a:xfrm xmlns:a="http://schemas.openxmlformats.org/drawingml/2006/main">
            <a:off x="4718304" y="1724558"/>
            <a:ext cx="58521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[Match #]</a:t>
            </a:r>
            <a:endParaRPr sz="800" b="0" i="0" u="none" cap="none">
              <a:solidFill>
                <a:schemeClr val="dk1"/>
              </a:solidFill>
              <a:latin typeface="Arial"/>
              <a:ea typeface="Arial"/>
              <a:cs typeface="Arial"/>
            </a:endParaRPr>
          </a:p>
        </p:txBody>
      </p:sp>
      <p:sp>
        <p:nvSpPr>
          <p:cNvPr id="3563" name="Google Shape;3563;p56">
            <a:extLst xmlns:a="http://schemas.openxmlformats.org/drawingml/2006/main">
              <a:ext uri="{FF2B5EF4-FFF2-40B4-BE49-F238E27FC236}">
                <a16:creationId xmlns:a16="http://schemas.microsoft.com/office/drawing/2014/main" id="{8E099751-9093-428E-8147-89B6F0F64496}"/>
              </a:ext>
            </a:extLst>
          </p:cNvPr>
          <p:cNvSpPr>
            <a:spLocks xmlns:a="http://schemas.openxmlformats.org/drawingml/2006/main" noGrp="1"/>
          </p:cNvSpPr>
          <p:nvPr/>
        </p:nvSpPr>
        <p:spPr>
          <a:xfrm xmlns:a="http://schemas.openxmlformats.org/drawingml/2006/main">
            <a:off x="5358384" y="1724558"/>
            <a:ext cx="8595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[Teamwork / Skills / Finals]</a:t>
            </a:r>
            <a:endParaRPr sz="800" b="0" i="0" u="none" cap="none">
              <a:solidFill>
                <a:schemeClr val="dk1"/>
              </a:solidFill>
              <a:latin typeface="Arial"/>
              <a:ea typeface="Arial"/>
              <a:cs typeface="Arial"/>
            </a:endParaRPr>
          </a:p>
        </p:txBody>
      </p:sp>
      <p:sp>
        <p:nvSpPr>
          <p:cNvPr id="3564" name="Google Shape;3564;p56">
            <a:extLst xmlns:a="http://schemas.openxmlformats.org/drawingml/2006/main">
              <a:ext uri="{FF2B5EF4-FFF2-40B4-BE49-F238E27FC236}">
                <a16:creationId xmlns:a16="http://schemas.microsoft.com/office/drawing/2014/main" id="{70E12F2D-966F-4EBE-AA1E-6ACDCBD4D103}"/>
              </a:ext>
            </a:extLst>
          </p:cNvPr>
          <p:cNvSpPr>
            <a:spLocks xmlns:a="http://schemas.openxmlformats.org/drawingml/2006/main" noGrp="1"/>
          </p:cNvSpPr>
          <p:nvPr/>
        </p:nvSpPr>
        <p:spPr>
          <a:xfrm xmlns:a="http://schemas.openxmlformats.org/drawingml/2006/main">
            <a:off x="6272784" y="1724558"/>
            <a:ext cx="255117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happened + why]</a:t>
            </a:r>
            <a:endParaRPr sz="800" b="0" i="0" u="none" cap="none">
              <a:solidFill>
                <a:schemeClr val="dk1"/>
              </a:solidFill>
              <a:latin typeface="Arial"/>
              <a:ea typeface="Arial"/>
              <a:cs typeface="Arial"/>
            </a:endParaRPr>
          </a:p>
        </p:txBody>
      </p:sp>
      <p:sp>
        <p:nvSpPr>
          <p:cNvPr id="3565" name="Google Shape;3565;p56">
            <a:extLst xmlns:a="http://schemas.openxmlformats.org/drawingml/2006/main">
              <a:ext uri="{FF2B5EF4-FFF2-40B4-BE49-F238E27FC236}">
                <a16:creationId xmlns:a16="http://schemas.microsoft.com/office/drawing/2014/main" id="{C062A022-90E4-48A0-9DFD-3136398A3FF3}"/>
              </a:ext>
            </a:extLst>
          </p:cNvPr>
          <p:cNvSpPr>
            <a:spLocks xmlns:a="http://schemas.openxmlformats.org/drawingml/2006/main" noGrp="1"/>
          </p:cNvSpPr>
          <p:nvPr/>
        </p:nvSpPr>
        <p:spPr>
          <a:xfrm xmlns:a="http://schemas.openxmlformats.org/drawingml/2006/main">
            <a:off x="4663440" y="1949501"/>
            <a:ext cx="4160520" cy="22494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799" name="Google Shape;3566;p56"/>
          <p:cNvCxnSpPr/>
          <p:nvPr/>
        </p:nvCxnSpPr>
        <p:spPr>
          <a:xfrm xmlns:a="http://schemas.openxmlformats.org/drawingml/2006/main">
            <a:off x="4663440" y="2174443"/>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67" name="Google Shape;3567;p56">
            <a:extLst xmlns:a="http://schemas.openxmlformats.org/drawingml/2006/main">
              <a:ext uri="{FF2B5EF4-FFF2-40B4-BE49-F238E27FC236}">
                <a16:creationId xmlns:a16="http://schemas.microsoft.com/office/drawing/2014/main" id="{6A5328E5-0EC6-4135-AF13-E94B360A1267}"/>
              </a:ext>
            </a:extLst>
          </p:cNvPr>
          <p:cNvSpPr>
            <a:spLocks xmlns:a="http://schemas.openxmlformats.org/drawingml/2006/main" noGrp="1"/>
          </p:cNvSpPr>
          <p:nvPr/>
        </p:nvSpPr>
        <p:spPr>
          <a:xfrm xmlns:a="http://schemas.openxmlformats.org/drawingml/2006/main">
            <a:off x="4718304" y="1949501"/>
            <a:ext cx="58521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[Match #]</a:t>
            </a:r>
            <a:endParaRPr sz="800" b="0" i="0" u="none" cap="none">
              <a:solidFill>
                <a:schemeClr val="dk1"/>
              </a:solidFill>
              <a:latin typeface="Arial"/>
              <a:ea typeface="Arial"/>
              <a:cs typeface="Arial"/>
            </a:endParaRPr>
          </a:p>
        </p:txBody>
      </p:sp>
      <p:sp>
        <p:nvSpPr>
          <p:cNvPr id="3568" name="Google Shape;3568;p56">
            <a:extLst xmlns:a="http://schemas.openxmlformats.org/drawingml/2006/main">
              <a:ext uri="{FF2B5EF4-FFF2-40B4-BE49-F238E27FC236}">
                <a16:creationId xmlns:a16="http://schemas.microsoft.com/office/drawing/2014/main" id="{544BF246-7109-4F4C-86B2-69F17B9B6014}"/>
              </a:ext>
            </a:extLst>
          </p:cNvPr>
          <p:cNvSpPr>
            <a:spLocks xmlns:a="http://schemas.openxmlformats.org/drawingml/2006/main" noGrp="1"/>
          </p:cNvSpPr>
          <p:nvPr/>
        </p:nvSpPr>
        <p:spPr>
          <a:xfrm xmlns:a="http://schemas.openxmlformats.org/drawingml/2006/main">
            <a:off x="5358384" y="1949501"/>
            <a:ext cx="8595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[Teamwork / Skills / Finals]</a:t>
            </a:r>
            <a:endParaRPr sz="800" b="0" i="0" u="none" cap="none">
              <a:solidFill>
                <a:schemeClr val="dk1"/>
              </a:solidFill>
              <a:latin typeface="Arial"/>
              <a:ea typeface="Arial"/>
              <a:cs typeface="Arial"/>
            </a:endParaRPr>
          </a:p>
        </p:txBody>
      </p:sp>
      <p:sp>
        <p:nvSpPr>
          <p:cNvPr id="3569" name="Google Shape;3569;p56">
            <a:extLst xmlns:a="http://schemas.openxmlformats.org/drawingml/2006/main">
              <a:ext uri="{FF2B5EF4-FFF2-40B4-BE49-F238E27FC236}">
                <a16:creationId xmlns:a16="http://schemas.microsoft.com/office/drawing/2014/main" id="{64A919E9-A63F-42C3-BAEB-2BA1B58A2C51}"/>
              </a:ext>
            </a:extLst>
          </p:cNvPr>
          <p:cNvSpPr>
            <a:spLocks xmlns:a="http://schemas.openxmlformats.org/drawingml/2006/main" noGrp="1"/>
          </p:cNvSpPr>
          <p:nvPr/>
        </p:nvSpPr>
        <p:spPr>
          <a:xfrm xmlns:a="http://schemas.openxmlformats.org/drawingml/2006/main">
            <a:off x="6272784" y="1949501"/>
            <a:ext cx="255117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happened + why]</a:t>
            </a:r>
            <a:endParaRPr sz="800" b="0" i="0" u="none" cap="none">
              <a:solidFill>
                <a:schemeClr val="dk1"/>
              </a:solidFill>
              <a:latin typeface="Arial"/>
              <a:ea typeface="Arial"/>
              <a:cs typeface="Arial"/>
            </a:endParaRPr>
          </a:p>
        </p:txBody>
      </p:sp>
      <p:cxnSp>
        <p:nvCxnSpPr>
          <p:cNvPr id="3803" name="Google Shape;3570;p56"/>
          <p:cNvCxnSpPr/>
          <p:nvPr/>
        </p:nvCxnSpPr>
        <p:spPr>
          <a:xfrm xmlns:a="http://schemas.openxmlformats.org/drawingml/2006/main">
            <a:off x="4663440" y="2399386"/>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71" name="Google Shape;3571;p56">
            <a:extLst xmlns:a="http://schemas.openxmlformats.org/drawingml/2006/main">
              <a:ext uri="{FF2B5EF4-FFF2-40B4-BE49-F238E27FC236}">
                <a16:creationId xmlns:a16="http://schemas.microsoft.com/office/drawing/2014/main" id="{29C7E21E-8756-44EF-9BA4-BEBB55F41685}"/>
              </a:ext>
            </a:extLst>
          </p:cNvPr>
          <p:cNvSpPr>
            <a:spLocks xmlns:a="http://schemas.openxmlformats.org/drawingml/2006/main" noGrp="1"/>
          </p:cNvSpPr>
          <p:nvPr/>
        </p:nvSpPr>
        <p:spPr>
          <a:xfrm xmlns:a="http://schemas.openxmlformats.org/drawingml/2006/main">
            <a:off x="4718304" y="2174443"/>
            <a:ext cx="58521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[Match #]</a:t>
            </a:r>
            <a:endParaRPr sz="800" b="0" i="0" u="none" cap="none">
              <a:solidFill>
                <a:schemeClr val="dk1"/>
              </a:solidFill>
              <a:latin typeface="Arial"/>
              <a:ea typeface="Arial"/>
              <a:cs typeface="Arial"/>
            </a:endParaRPr>
          </a:p>
        </p:txBody>
      </p:sp>
      <p:sp>
        <p:nvSpPr>
          <p:cNvPr id="3572" name="Google Shape;3572;p56">
            <a:extLst xmlns:a="http://schemas.openxmlformats.org/drawingml/2006/main">
              <a:ext uri="{FF2B5EF4-FFF2-40B4-BE49-F238E27FC236}">
                <a16:creationId xmlns:a16="http://schemas.microsoft.com/office/drawing/2014/main" id="{31F47061-021F-4FB4-9B32-9CA45272FE8B}"/>
              </a:ext>
            </a:extLst>
          </p:cNvPr>
          <p:cNvSpPr>
            <a:spLocks xmlns:a="http://schemas.openxmlformats.org/drawingml/2006/main" noGrp="1"/>
          </p:cNvSpPr>
          <p:nvPr/>
        </p:nvSpPr>
        <p:spPr>
          <a:xfrm xmlns:a="http://schemas.openxmlformats.org/drawingml/2006/main">
            <a:off x="5358384" y="2174443"/>
            <a:ext cx="8595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[Teamwork / Skills / Finals]</a:t>
            </a:r>
            <a:endParaRPr sz="800" b="0" i="0" u="none" cap="none">
              <a:solidFill>
                <a:schemeClr val="dk1"/>
              </a:solidFill>
              <a:latin typeface="Arial"/>
              <a:ea typeface="Arial"/>
              <a:cs typeface="Arial"/>
            </a:endParaRPr>
          </a:p>
        </p:txBody>
      </p:sp>
      <p:sp>
        <p:nvSpPr>
          <p:cNvPr id="3573" name="Google Shape;3573;p56">
            <a:extLst xmlns:a="http://schemas.openxmlformats.org/drawingml/2006/main">
              <a:ext uri="{FF2B5EF4-FFF2-40B4-BE49-F238E27FC236}">
                <a16:creationId xmlns:a16="http://schemas.microsoft.com/office/drawing/2014/main" id="{E50ECA95-40E5-4603-8794-02DF449E17E2}"/>
              </a:ext>
            </a:extLst>
          </p:cNvPr>
          <p:cNvSpPr>
            <a:spLocks xmlns:a="http://schemas.openxmlformats.org/drawingml/2006/main" noGrp="1"/>
          </p:cNvSpPr>
          <p:nvPr/>
        </p:nvSpPr>
        <p:spPr>
          <a:xfrm xmlns:a="http://schemas.openxmlformats.org/drawingml/2006/main">
            <a:off x="6272784" y="2174443"/>
            <a:ext cx="255117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happened + why]</a:t>
            </a:r>
            <a:endParaRPr sz="800" b="0" i="0" u="none" cap="none">
              <a:solidFill>
                <a:schemeClr val="dk1"/>
              </a:solidFill>
              <a:latin typeface="Arial"/>
              <a:ea typeface="Arial"/>
              <a:cs typeface="Arial"/>
            </a:endParaRPr>
          </a:p>
        </p:txBody>
      </p:sp>
      <p:sp>
        <p:nvSpPr>
          <p:cNvPr id="3574" name="Google Shape;3574;p56">
            <a:extLst xmlns:a="http://schemas.openxmlformats.org/drawingml/2006/main">
              <a:ext uri="{FF2B5EF4-FFF2-40B4-BE49-F238E27FC236}">
                <a16:creationId xmlns:a16="http://schemas.microsoft.com/office/drawing/2014/main" id="{F328608E-6C69-45AE-94D0-F545B429118D}"/>
              </a:ext>
            </a:extLst>
          </p:cNvPr>
          <p:cNvSpPr>
            <a:spLocks xmlns:a="http://schemas.openxmlformats.org/drawingml/2006/main" noGrp="1"/>
          </p:cNvSpPr>
          <p:nvPr/>
        </p:nvSpPr>
        <p:spPr>
          <a:xfrm xmlns:a="http://schemas.openxmlformats.org/drawingml/2006/main">
            <a:off x="4663440" y="2399386"/>
            <a:ext cx="4160520" cy="22494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08" name="Google Shape;3575;p56"/>
          <p:cNvCxnSpPr/>
          <p:nvPr/>
        </p:nvCxnSpPr>
        <p:spPr>
          <a:xfrm xmlns:a="http://schemas.openxmlformats.org/drawingml/2006/main">
            <a:off x="4663440" y="2624328"/>
            <a:ext cx="41605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76" name="Google Shape;3576;p56">
            <a:extLst xmlns:a="http://schemas.openxmlformats.org/drawingml/2006/main">
              <a:ext uri="{FF2B5EF4-FFF2-40B4-BE49-F238E27FC236}">
                <a16:creationId xmlns:a16="http://schemas.microsoft.com/office/drawing/2014/main" id="{ED3754D7-44AE-45AE-A58C-C32B950E7806}"/>
              </a:ext>
            </a:extLst>
          </p:cNvPr>
          <p:cNvSpPr>
            <a:spLocks xmlns:a="http://schemas.openxmlformats.org/drawingml/2006/main" noGrp="1"/>
          </p:cNvSpPr>
          <p:nvPr/>
        </p:nvSpPr>
        <p:spPr>
          <a:xfrm xmlns:a="http://schemas.openxmlformats.org/drawingml/2006/main">
            <a:off x="4718304" y="2399386"/>
            <a:ext cx="58521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[Match #]</a:t>
            </a:r>
            <a:endParaRPr sz="800" b="0" i="0" u="none" cap="none">
              <a:solidFill>
                <a:schemeClr val="dk1"/>
              </a:solidFill>
              <a:latin typeface="Arial"/>
              <a:ea typeface="Arial"/>
              <a:cs typeface="Arial"/>
            </a:endParaRPr>
          </a:p>
        </p:txBody>
      </p:sp>
      <p:sp>
        <p:nvSpPr>
          <p:cNvPr id="3577" name="Google Shape;3577;p56">
            <a:extLst xmlns:a="http://schemas.openxmlformats.org/drawingml/2006/main">
              <a:ext uri="{FF2B5EF4-FFF2-40B4-BE49-F238E27FC236}">
                <a16:creationId xmlns:a16="http://schemas.microsoft.com/office/drawing/2014/main" id="{CABE5968-CE2B-4DE4-B5F3-34F6E9678741}"/>
              </a:ext>
            </a:extLst>
          </p:cNvPr>
          <p:cNvSpPr>
            <a:spLocks xmlns:a="http://schemas.openxmlformats.org/drawingml/2006/main" noGrp="1"/>
          </p:cNvSpPr>
          <p:nvPr/>
        </p:nvSpPr>
        <p:spPr>
          <a:xfrm xmlns:a="http://schemas.openxmlformats.org/drawingml/2006/main">
            <a:off x="5358384" y="2399386"/>
            <a:ext cx="85953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[Teamwork / Skills / Finals]</a:t>
            </a:r>
            <a:endParaRPr sz="800" b="0" i="0" u="none" cap="none">
              <a:solidFill>
                <a:schemeClr val="dk1"/>
              </a:solidFill>
              <a:latin typeface="Arial"/>
              <a:ea typeface="Arial"/>
              <a:cs typeface="Arial"/>
            </a:endParaRPr>
          </a:p>
        </p:txBody>
      </p:sp>
      <p:sp>
        <p:nvSpPr>
          <p:cNvPr id="3578" name="Google Shape;3578;p56">
            <a:extLst xmlns:a="http://schemas.openxmlformats.org/drawingml/2006/main">
              <a:ext uri="{FF2B5EF4-FFF2-40B4-BE49-F238E27FC236}">
                <a16:creationId xmlns:a16="http://schemas.microsoft.com/office/drawing/2014/main" id="{E26EEB70-0D08-4C30-AF09-3D06864F2702}"/>
              </a:ext>
            </a:extLst>
          </p:cNvPr>
          <p:cNvSpPr>
            <a:spLocks xmlns:a="http://schemas.openxmlformats.org/drawingml/2006/main" noGrp="1"/>
          </p:cNvSpPr>
          <p:nvPr/>
        </p:nvSpPr>
        <p:spPr>
          <a:xfrm xmlns:a="http://schemas.openxmlformats.org/drawingml/2006/main">
            <a:off x="6272784" y="2399386"/>
            <a:ext cx="2551176" cy="2249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00"/>
              <a:buFont typeface="Arial"/>
              <a:buNone/>
            </a:pPr>
            <a:r>
              <a:rPr sz="800" b="0" i="1" u="none" cap="none">
                <a:solidFill>
                  <a:srgbClr val="94A3B8"/>
                </a:solidFill>
                <a:latin typeface="Arial"/>
                <a:ea typeface="Arial"/>
                <a:cs typeface="Arial"/>
              </a:rPr>
              <a:t>[What happened + why]</a:t>
            </a:r>
            <a:endParaRPr sz="800" b="0" i="0" u="none" cap="none">
              <a:solidFill>
                <a:schemeClr val="dk1"/>
              </a:solidFill>
              <a:latin typeface="Arial"/>
              <a:ea typeface="Arial"/>
              <a:cs typeface="Arial"/>
            </a:endParaRPr>
          </a:p>
        </p:txBody>
      </p:sp>
      <p:sp>
        <p:nvSpPr>
          <p:cNvPr id="3579" name="Google Shape;3579;p56">
            <a:extLst xmlns:a="http://schemas.openxmlformats.org/drawingml/2006/main">
              <a:ext uri="{FF2B5EF4-FFF2-40B4-BE49-F238E27FC236}">
                <a16:creationId xmlns:a16="http://schemas.microsoft.com/office/drawing/2014/main" id="{E56E29E4-64E7-4F72-A137-834EBBE340E5}"/>
              </a:ext>
            </a:extLst>
          </p:cNvPr>
          <p:cNvSpPr>
            <a:spLocks xmlns:a="http://schemas.openxmlformats.org/drawingml/2006/main" noGrp="1"/>
          </p:cNvSpPr>
          <p:nvPr/>
        </p:nvSpPr>
        <p:spPr>
          <a:xfrm xmlns:a="http://schemas.openxmlformats.org/drawingml/2006/main">
            <a:off x="4663440" y="1298448"/>
            <a:ext cx="4160520" cy="132588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80" name="Google Shape;3580;p56">
            <a:extLst xmlns:a="http://schemas.openxmlformats.org/drawingml/2006/main">
              <a:ext uri="{FF2B5EF4-FFF2-40B4-BE49-F238E27FC236}">
                <a16:creationId xmlns:a16="http://schemas.microsoft.com/office/drawing/2014/main" id="{A5F266BD-0F46-4A4A-8D5A-743E318A1BB0}"/>
              </a:ext>
            </a:extLst>
          </p:cNvPr>
          <p:cNvSpPr>
            <a:spLocks xmlns:a="http://schemas.openxmlformats.org/drawingml/2006/main" noGrp="1"/>
          </p:cNvSpPr>
          <p:nvPr/>
        </p:nvSpPr>
        <p:spPr>
          <a:xfrm xmlns:a="http://schemas.openxmlformats.org/drawingml/2006/main">
            <a:off x="320040" y="272491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C2626"/>
              </a:buClr>
              <a:buSzPts val="900"/>
              <a:buFont typeface="Arial"/>
              <a:buNone/>
            </a:pPr>
            <a:r>
              <a:rPr sz="900" b="1" i="0" u="none" cap="none">
                <a:solidFill>
                  <a:srgbClr val="DC2626"/>
                </a:solidFill>
                <a:latin typeface="Arial"/>
                <a:ea typeface="Arial"/>
                <a:cs typeface="Arial"/>
              </a:rPr>
              <a:t>DESIGN FLAWS IDENTIFIED — the main rubric item on this slide</a:t>
            </a:r>
            <a:endParaRPr sz="900" b="0" i="0" u="none" cap="none">
              <a:solidFill>
                <a:schemeClr val="dk1"/>
              </a:solidFill>
              <a:latin typeface="Arial"/>
              <a:ea typeface="Arial"/>
              <a:cs typeface="Arial"/>
            </a:endParaRPr>
          </a:p>
        </p:txBody>
      </p:sp>
      <p:sp>
        <p:nvSpPr>
          <p:cNvPr id="3581" name="Google Shape;3581;p56">
            <a:extLst xmlns:a="http://schemas.openxmlformats.org/drawingml/2006/main">
              <a:ext uri="{FF2B5EF4-FFF2-40B4-BE49-F238E27FC236}">
                <a16:creationId xmlns:a16="http://schemas.microsoft.com/office/drawing/2014/main" id="{15E3037C-22E0-4AAA-99EA-9B068BCF20DD}"/>
              </a:ext>
            </a:extLst>
          </p:cNvPr>
          <p:cNvSpPr>
            <a:spLocks xmlns:a="http://schemas.openxmlformats.org/drawingml/2006/main" noGrp="1"/>
          </p:cNvSpPr>
          <p:nvPr/>
        </p:nvSpPr>
        <p:spPr>
          <a:xfrm xmlns:a="http://schemas.openxmlformats.org/drawingml/2006/main">
            <a:off x="320040" y="2944368"/>
            <a:ext cx="8503920" cy="20116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582" name="Google Shape;3582;p56">
            <a:extLst xmlns:a="http://schemas.openxmlformats.org/drawingml/2006/main">
              <a:ext uri="{FF2B5EF4-FFF2-40B4-BE49-F238E27FC236}">
                <a16:creationId xmlns:a16="http://schemas.microsoft.com/office/drawing/2014/main" id="{F6A7F547-05E5-42C4-BDD2-939639861C58}"/>
              </a:ext>
            </a:extLst>
          </p:cNvPr>
          <p:cNvSpPr>
            <a:spLocks xmlns:a="http://schemas.openxmlformats.org/drawingml/2006/main" noGrp="1"/>
          </p:cNvSpPr>
          <p:nvPr/>
        </p:nvSpPr>
        <p:spPr>
          <a:xfrm xmlns:a="http://schemas.openxmlformats.org/drawingml/2006/main">
            <a:off x="374904" y="2944368"/>
            <a:ext cx="2962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Flaw Observed</a:t>
            </a:r>
            <a:endParaRPr sz="900" b="0" i="0" u="none" cap="none">
              <a:solidFill>
                <a:schemeClr val="dk1"/>
              </a:solidFill>
              <a:latin typeface="Arial"/>
              <a:ea typeface="Arial"/>
              <a:cs typeface="Arial"/>
            </a:endParaRPr>
          </a:p>
        </p:txBody>
      </p:sp>
      <p:sp>
        <p:nvSpPr>
          <p:cNvPr id="3583" name="Google Shape;3583;p56">
            <a:extLst xmlns:a="http://schemas.openxmlformats.org/drawingml/2006/main">
              <a:ext uri="{FF2B5EF4-FFF2-40B4-BE49-F238E27FC236}">
                <a16:creationId xmlns:a16="http://schemas.microsoft.com/office/drawing/2014/main" id="{95B22EA3-74B8-462E-A667-A853F109548F}"/>
              </a:ext>
            </a:extLst>
          </p:cNvPr>
          <p:cNvSpPr>
            <a:spLocks xmlns:a="http://schemas.openxmlformats.org/drawingml/2006/main" noGrp="1"/>
          </p:cNvSpPr>
          <p:nvPr/>
        </p:nvSpPr>
        <p:spPr>
          <a:xfrm xmlns:a="http://schemas.openxmlformats.org/drawingml/2006/main">
            <a:off x="3392424" y="2944368"/>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Root Cause</a:t>
            </a:r>
            <a:endParaRPr sz="900" b="0" i="0" u="none" cap="none">
              <a:solidFill>
                <a:schemeClr val="dk1"/>
              </a:solidFill>
              <a:latin typeface="Arial"/>
              <a:ea typeface="Arial"/>
              <a:cs typeface="Arial"/>
            </a:endParaRPr>
          </a:p>
        </p:txBody>
      </p:sp>
      <p:sp>
        <p:nvSpPr>
          <p:cNvPr id="3584" name="Google Shape;3584;p56">
            <a:extLst xmlns:a="http://schemas.openxmlformats.org/drawingml/2006/main">
              <a:ext uri="{FF2B5EF4-FFF2-40B4-BE49-F238E27FC236}">
                <a16:creationId xmlns:a16="http://schemas.microsoft.com/office/drawing/2014/main" id="{3EB9E996-4BB8-4C4D-80B1-AC81E8A231AC}"/>
              </a:ext>
            </a:extLst>
          </p:cNvPr>
          <p:cNvSpPr>
            <a:spLocks xmlns:a="http://schemas.openxmlformats.org/drawingml/2006/main" noGrp="1"/>
          </p:cNvSpPr>
          <p:nvPr/>
        </p:nvSpPr>
        <p:spPr>
          <a:xfrm xmlns:a="http://schemas.openxmlformats.org/drawingml/2006/main">
            <a:off x="6135624" y="2944368"/>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Iteration Plan</a:t>
            </a:r>
            <a:endParaRPr sz="900" b="0" i="0" u="none" cap="none">
              <a:solidFill>
                <a:schemeClr val="dk1"/>
              </a:solidFill>
              <a:latin typeface="Arial"/>
              <a:ea typeface="Arial"/>
              <a:cs typeface="Arial"/>
            </a:endParaRPr>
          </a:p>
        </p:txBody>
      </p:sp>
      <p:sp>
        <p:nvSpPr>
          <p:cNvPr id="3585" name="Google Shape;3585;p56">
            <a:extLst xmlns:a="http://schemas.openxmlformats.org/drawingml/2006/main">
              <a:ext uri="{FF2B5EF4-FFF2-40B4-BE49-F238E27FC236}">
                <a16:creationId xmlns:a16="http://schemas.microsoft.com/office/drawing/2014/main" id="{6C34F191-1142-4A8D-951B-5CC0E0A17552}"/>
              </a:ext>
            </a:extLst>
          </p:cNvPr>
          <p:cNvSpPr>
            <a:spLocks xmlns:a="http://schemas.openxmlformats.org/drawingml/2006/main" noGrp="1"/>
          </p:cNvSpPr>
          <p:nvPr/>
        </p:nvSpPr>
        <p:spPr>
          <a:xfrm xmlns:a="http://schemas.openxmlformats.org/drawingml/2006/main">
            <a:off x="320040" y="3145536"/>
            <a:ext cx="8503920" cy="26822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19" name="Google Shape;3586;p56"/>
          <p:cNvCxnSpPr/>
          <p:nvPr/>
        </p:nvCxnSpPr>
        <p:spPr>
          <a:xfrm xmlns:a="http://schemas.openxmlformats.org/drawingml/2006/main">
            <a:off x="320040" y="341376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87" name="Google Shape;3587;p56">
            <a:extLst xmlns:a="http://schemas.openxmlformats.org/drawingml/2006/main">
              <a:ext uri="{FF2B5EF4-FFF2-40B4-BE49-F238E27FC236}">
                <a16:creationId xmlns:a16="http://schemas.microsoft.com/office/drawing/2014/main" id="{95C43CEB-551E-4AB0-B4EA-7212D11717FD}"/>
              </a:ext>
            </a:extLst>
          </p:cNvPr>
          <p:cNvSpPr>
            <a:spLocks xmlns:a="http://schemas.openxmlformats.org/drawingml/2006/main" noGrp="1"/>
          </p:cNvSpPr>
          <p:nvPr/>
        </p:nvSpPr>
        <p:spPr>
          <a:xfrm xmlns:a="http://schemas.openxmlformats.org/drawingml/2006/main">
            <a:off x="374904" y="3145536"/>
            <a:ext cx="296265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[Flaw 1: specific subsystem/behavior]</a:t>
            </a:r>
            <a:endParaRPr sz="830" b="0" i="0" u="none" cap="none">
              <a:solidFill>
                <a:schemeClr val="dk1"/>
              </a:solidFill>
              <a:latin typeface="Arial"/>
              <a:ea typeface="Arial"/>
              <a:cs typeface="Arial"/>
            </a:endParaRPr>
          </a:p>
        </p:txBody>
      </p:sp>
      <p:sp>
        <p:nvSpPr>
          <p:cNvPr id="3588" name="Google Shape;3588;p56">
            <a:extLst xmlns:a="http://schemas.openxmlformats.org/drawingml/2006/main">
              <a:ext uri="{FF2B5EF4-FFF2-40B4-BE49-F238E27FC236}">
                <a16:creationId xmlns:a16="http://schemas.microsoft.com/office/drawing/2014/main" id="{6C373E61-DB69-44E1-B7C8-C38D771AB822}"/>
              </a:ext>
            </a:extLst>
          </p:cNvPr>
          <p:cNvSpPr>
            <a:spLocks xmlns:a="http://schemas.openxmlformats.org/drawingml/2006/main" noGrp="1"/>
          </p:cNvSpPr>
          <p:nvPr/>
        </p:nvSpPr>
        <p:spPr>
          <a:xfrm xmlns:a="http://schemas.openxmlformats.org/drawingml/2006/main">
            <a:off x="3392424" y="3145536"/>
            <a:ext cx="268833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[mechanical / programming / driving / strategy]</a:t>
            </a:r>
            <a:endParaRPr sz="830" b="0" i="0" u="none" cap="none">
              <a:solidFill>
                <a:schemeClr val="dk1"/>
              </a:solidFill>
              <a:latin typeface="Arial"/>
              <a:ea typeface="Arial"/>
              <a:cs typeface="Arial"/>
            </a:endParaRPr>
          </a:p>
        </p:txBody>
      </p:sp>
      <p:sp>
        <p:nvSpPr>
          <p:cNvPr id="3589" name="Google Shape;3589;p56">
            <a:extLst xmlns:a="http://schemas.openxmlformats.org/drawingml/2006/main">
              <a:ext uri="{FF2B5EF4-FFF2-40B4-BE49-F238E27FC236}">
                <a16:creationId xmlns:a16="http://schemas.microsoft.com/office/drawing/2014/main" id="{1F06C6D7-D30B-4DBF-A89E-E4A69AC634EE}"/>
              </a:ext>
            </a:extLst>
          </p:cNvPr>
          <p:cNvSpPr>
            <a:spLocks xmlns:a="http://schemas.openxmlformats.org/drawingml/2006/main" noGrp="1"/>
          </p:cNvSpPr>
          <p:nvPr/>
        </p:nvSpPr>
        <p:spPr>
          <a:xfrm xmlns:a="http://schemas.openxmlformats.org/drawingml/2006/main">
            <a:off x="6135624" y="3145536"/>
            <a:ext cx="268833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[Planned fix + target date]</a:t>
            </a:r>
            <a:endParaRPr sz="830" b="0" i="0" u="none" cap="none">
              <a:solidFill>
                <a:schemeClr val="dk1"/>
              </a:solidFill>
              <a:latin typeface="Arial"/>
              <a:ea typeface="Arial"/>
              <a:cs typeface="Arial"/>
            </a:endParaRPr>
          </a:p>
        </p:txBody>
      </p:sp>
      <p:cxnSp>
        <p:nvCxnSpPr>
          <p:cNvPr id="3823" name="Google Shape;3590;p56"/>
          <p:cNvCxnSpPr/>
          <p:nvPr/>
        </p:nvCxnSpPr>
        <p:spPr>
          <a:xfrm xmlns:a="http://schemas.openxmlformats.org/drawingml/2006/main">
            <a:off x="320040" y="368198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91" name="Google Shape;3591;p56">
            <a:extLst xmlns:a="http://schemas.openxmlformats.org/drawingml/2006/main">
              <a:ext uri="{FF2B5EF4-FFF2-40B4-BE49-F238E27FC236}">
                <a16:creationId xmlns:a16="http://schemas.microsoft.com/office/drawing/2014/main" id="{F2FF3DF6-ECF2-48A7-A737-817CACACCB7D}"/>
              </a:ext>
            </a:extLst>
          </p:cNvPr>
          <p:cNvSpPr>
            <a:spLocks xmlns:a="http://schemas.openxmlformats.org/drawingml/2006/main" noGrp="1"/>
          </p:cNvSpPr>
          <p:nvPr/>
        </p:nvSpPr>
        <p:spPr>
          <a:xfrm xmlns:a="http://schemas.openxmlformats.org/drawingml/2006/main">
            <a:off x="374904" y="3413760"/>
            <a:ext cx="296265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[Flaw 2]</a:t>
            </a:r>
            <a:endParaRPr sz="830" b="0" i="0" u="none" cap="none">
              <a:solidFill>
                <a:schemeClr val="dk1"/>
              </a:solidFill>
              <a:latin typeface="Arial"/>
              <a:ea typeface="Arial"/>
              <a:cs typeface="Arial"/>
            </a:endParaRPr>
          </a:p>
        </p:txBody>
      </p:sp>
      <p:sp>
        <p:nvSpPr>
          <p:cNvPr id="3592" name="Google Shape;3592;p56">
            <a:extLst xmlns:a="http://schemas.openxmlformats.org/drawingml/2006/main">
              <a:ext uri="{FF2B5EF4-FFF2-40B4-BE49-F238E27FC236}">
                <a16:creationId xmlns:a16="http://schemas.microsoft.com/office/drawing/2014/main" id="{3E12D7AC-441F-440F-9494-DDDFCC8966B0}"/>
              </a:ext>
            </a:extLst>
          </p:cNvPr>
          <p:cNvSpPr>
            <a:spLocks xmlns:a="http://schemas.openxmlformats.org/drawingml/2006/main" noGrp="1"/>
          </p:cNvSpPr>
          <p:nvPr/>
        </p:nvSpPr>
        <p:spPr>
          <a:xfrm xmlns:a="http://schemas.openxmlformats.org/drawingml/2006/main">
            <a:off x="3392424" y="3413760"/>
            <a:ext cx="268833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[Root cause]</a:t>
            </a:r>
            <a:endParaRPr sz="830" b="0" i="0" u="none" cap="none">
              <a:solidFill>
                <a:schemeClr val="dk1"/>
              </a:solidFill>
              <a:latin typeface="Arial"/>
              <a:ea typeface="Arial"/>
              <a:cs typeface="Arial"/>
            </a:endParaRPr>
          </a:p>
        </p:txBody>
      </p:sp>
      <p:sp>
        <p:nvSpPr>
          <p:cNvPr id="3593" name="Google Shape;3593;p56">
            <a:extLst xmlns:a="http://schemas.openxmlformats.org/drawingml/2006/main">
              <a:ext uri="{FF2B5EF4-FFF2-40B4-BE49-F238E27FC236}">
                <a16:creationId xmlns:a16="http://schemas.microsoft.com/office/drawing/2014/main" id="{49320919-214C-4993-B890-8D041A78C337}"/>
              </a:ext>
            </a:extLst>
          </p:cNvPr>
          <p:cNvSpPr>
            <a:spLocks xmlns:a="http://schemas.openxmlformats.org/drawingml/2006/main" noGrp="1"/>
          </p:cNvSpPr>
          <p:nvPr/>
        </p:nvSpPr>
        <p:spPr>
          <a:xfrm xmlns:a="http://schemas.openxmlformats.org/drawingml/2006/main">
            <a:off x="6135624" y="3413760"/>
            <a:ext cx="268833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[Planned fix]</a:t>
            </a:r>
            <a:endParaRPr sz="830" b="0" i="0" u="none" cap="none">
              <a:solidFill>
                <a:schemeClr val="dk1"/>
              </a:solidFill>
              <a:latin typeface="Arial"/>
              <a:ea typeface="Arial"/>
              <a:cs typeface="Arial"/>
            </a:endParaRPr>
          </a:p>
        </p:txBody>
      </p:sp>
      <p:sp>
        <p:nvSpPr>
          <p:cNvPr id="3594" name="Google Shape;3594;p56">
            <a:extLst xmlns:a="http://schemas.openxmlformats.org/drawingml/2006/main">
              <a:ext uri="{FF2B5EF4-FFF2-40B4-BE49-F238E27FC236}">
                <a16:creationId xmlns:a16="http://schemas.microsoft.com/office/drawing/2014/main" id="{C9D54E01-210E-419E-BFC2-F22195D6A78C}"/>
              </a:ext>
            </a:extLst>
          </p:cNvPr>
          <p:cNvSpPr>
            <a:spLocks xmlns:a="http://schemas.openxmlformats.org/drawingml/2006/main" noGrp="1"/>
          </p:cNvSpPr>
          <p:nvPr/>
        </p:nvSpPr>
        <p:spPr>
          <a:xfrm xmlns:a="http://schemas.openxmlformats.org/drawingml/2006/main">
            <a:off x="320040" y="3681984"/>
            <a:ext cx="8503920" cy="268224"/>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28" name="Google Shape;3595;p56"/>
          <p:cNvCxnSpPr/>
          <p:nvPr/>
        </p:nvCxnSpPr>
        <p:spPr>
          <a:xfrm xmlns:a="http://schemas.openxmlformats.org/drawingml/2006/main">
            <a:off x="320040" y="395020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596" name="Google Shape;3596;p56">
            <a:extLst xmlns:a="http://schemas.openxmlformats.org/drawingml/2006/main">
              <a:ext uri="{FF2B5EF4-FFF2-40B4-BE49-F238E27FC236}">
                <a16:creationId xmlns:a16="http://schemas.microsoft.com/office/drawing/2014/main" id="{C5E64EB2-C3A7-4F6C-9C7E-46C0EBDC6211}"/>
              </a:ext>
            </a:extLst>
          </p:cNvPr>
          <p:cNvSpPr>
            <a:spLocks xmlns:a="http://schemas.openxmlformats.org/drawingml/2006/main" noGrp="1"/>
          </p:cNvSpPr>
          <p:nvPr/>
        </p:nvSpPr>
        <p:spPr>
          <a:xfrm xmlns:a="http://schemas.openxmlformats.org/drawingml/2006/main">
            <a:off x="374904" y="3681984"/>
            <a:ext cx="296265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[Flaw 3]</a:t>
            </a:r>
            <a:endParaRPr sz="830" b="0" i="0" u="none" cap="none">
              <a:solidFill>
                <a:schemeClr val="dk1"/>
              </a:solidFill>
              <a:latin typeface="Arial"/>
              <a:ea typeface="Arial"/>
              <a:cs typeface="Arial"/>
            </a:endParaRPr>
          </a:p>
        </p:txBody>
      </p:sp>
      <p:sp>
        <p:nvSpPr>
          <p:cNvPr id="3597" name="Google Shape;3597;p56">
            <a:extLst xmlns:a="http://schemas.openxmlformats.org/drawingml/2006/main">
              <a:ext uri="{FF2B5EF4-FFF2-40B4-BE49-F238E27FC236}">
                <a16:creationId xmlns:a16="http://schemas.microsoft.com/office/drawing/2014/main" id="{52981B1C-80A4-4176-9356-1D609F0934D9}"/>
              </a:ext>
            </a:extLst>
          </p:cNvPr>
          <p:cNvSpPr>
            <a:spLocks xmlns:a="http://schemas.openxmlformats.org/drawingml/2006/main" noGrp="1"/>
          </p:cNvSpPr>
          <p:nvPr/>
        </p:nvSpPr>
        <p:spPr>
          <a:xfrm xmlns:a="http://schemas.openxmlformats.org/drawingml/2006/main">
            <a:off x="3392424" y="3681984"/>
            <a:ext cx="268833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[Root cause]</a:t>
            </a:r>
            <a:endParaRPr sz="830" b="0" i="0" u="none" cap="none">
              <a:solidFill>
                <a:schemeClr val="dk1"/>
              </a:solidFill>
              <a:latin typeface="Arial"/>
              <a:ea typeface="Arial"/>
              <a:cs typeface="Arial"/>
            </a:endParaRPr>
          </a:p>
        </p:txBody>
      </p:sp>
      <p:sp>
        <p:nvSpPr>
          <p:cNvPr id="3598" name="Google Shape;3598;p56">
            <a:extLst xmlns:a="http://schemas.openxmlformats.org/drawingml/2006/main">
              <a:ext uri="{FF2B5EF4-FFF2-40B4-BE49-F238E27FC236}">
                <a16:creationId xmlns:a16="http://schemas.microsoft.com/office/drawing/2014/main" id="{B9C14FE7-82F1-4100-BFC2-C9FC99CFDBA3}"/>
              </a:ext>
            </a:extLst>
          </p:cNvPr>
          <p:cNvSpPr>
            <a:spLocks xmlns:a="http://schemas.openxmlformats.org/drawingml/2006/main" noGrp="1"/>
          </p:cNvSpPr>
          <p:nvPr/>
        </p:nvSpPr>
        <p:spPr>
          <a:xfrm xmlns:a="http://schemas.openxmlformats.org/drawingml/2006/main">
            <a:off x="6135624" y="3681984"/>
            <a:ext cx="2688336"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[Planned fix]</a:t>
            </a:r>
            <a:endParaRPr sz="830" b="0" i="0" u="none" cap="none">
              <a:solidFill>
                <a:schemeClr val="dk1"/>
              </a:solidFill>
              <a:latin typeface="Arial"/>
              <a:ea typeface="Arial"/>
              <a:cs typeface="Arial"/>
            </a:endParaRPr>
          </a:p>
        </p:txBody>
      </p:sp>
      <p:sp>
        <p:nvSpPr>
          <p:cNvPr id="3599" name="Google Shape;3599;p56">
            <a:extLst xmlns:a="http://schemas.openxmlformats.org/drawingml/2006/main">
              <a:ext uri="{FF2B5EF4-FFF2-40B4-BE49-F238E27FC236}">
                <a16:creationId xmlns:a16="http://schemas.microsoft.com/office/drawing/2014/main" id="{722B4ECE-834A-4F07-866E-D6CC87CB7302}"/>
              </a:ext>
            </a:extLst>
          </p:cNvPr>
          <p:cNvSpPr>
            <a:spLocks xmlns:a="http://schemas.openxmlformats.org/drawingml/2006/main" noGrp="1"/>
          </p:cNvSpPr>
          <p:nvPr/>
        </p:nvSpPr>
        <p:spPr>
          <a:xfrm xmlns:a="http://schemas.openxmlformats.org/drawingml/2006/main">
            <a:off x="320040" y="2944368"/>
            <a:ext cx="8503920" cy="10058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00" name="Google Shape;3600;p56">
            <a:extLst xmlns:a="http://schemas.openxmlformats.org/drawingml/2006/main">
              <a:ext uri="{FF2B5EF4-FFF2-40B4-BE49-F238E27FC236}">
                <a16:creationId xmlns:a16="http://schemas.microsoft.com/office/drawing/2014/main" id="{8858BDD8-3BCF-48B6-B93E-5486D6863D2C}"/>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1c3b1f4fa4c04f7c"/>
              </a:rPr>
              <a:t>competition-template</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64b4d6d4ed934fec"/>
              </a:rPr>
              <a:t>auton-failure-diagnosis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93292854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3606" name="Google Shape;3606;p57">
            <a:extLst xmlns:a="http://schemas.openxmlformats.org/drawingml/2006/main">
              <a:ext uri="{FF2B5EF4-FFF2-40B4-BE49-F238E27FC236}">
                <a16:creationId xmlns:a16="http://schemas.microsoft.com/office/drawing/2014/main" id="{BC7872C0-9893-4881-87E4-E9EC7CC73B40}"/>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07" name="Google Shape;3607;p57">
            <a:extLst xmlns:a="http://schemas.openxmlformats.org/drawingml/2006/main">
              <a:ext uri="{FF2B5EF4-FFF2-40B4-BE49-F238E27FC236}">
                <a16:creationId xmlns:a16="http://schemas.microsoft.com/office/drawing/2014/main" id="{8844F3EE-A4C8-4760-AC47-E1BC42817DFE}"/>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TOURNAMENT PREP &amp; REFLECT  ·  EDP STEP 6</a:t>
            </a:r>
            <a:endParaRPr sz="1050" b="0" i="0" u="none" cap="none">
              <a:solidFill>
                <a:schemeClr val="dk1"/>
              </a:solidFill>
              <a:latin typeface="Arial"/>
              <a:ea typeface="Arial"/>
              <a:cs typeface="Arial"/>
            </a:endParaRPr>
          </a:p>
        </p:txBody>
      </p:sp>
      <p:sp>
        <p:nvSpPr>
          <p:cNvPr id="3608" name="Google Shape;3608;p57">
            <a:extLst xmlns:a="http://schemas.openxmlformats.org/drawingml/2006/main">
              <a:ext uri="{FF2B5EF4-FFF2-40B4-BE49-F238E27FC236}">
                <a16:creationId xmlns:a16="http://schemas.microsoft.com/office/drawing/2014/main" id="{5AE9FA1A-DFED-4DCF-9D7B-C82CDCC2BAD5}"/>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609" name="Google Shape;3609;p57">
            <a:extLst xmlns:a="http://schemas.openxmlformats.org/drawingml/2006/main">
              <a:ext uri="{FF2B5EF4-FFF2-40B4-BE49-F238E27FC236}">
                <a16:creationId xmlns:a16="http://schemas.microsoft.com/office/drawing/2014/main" id="{842043FD-5E6C-48A5-A696-42AC30A198DB}"/>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Tournament Photo Gallery — [ Event Name / # ]</a:t>
            </a:r>
            <a:endParaRPr sz="2200" b="0" i="0" u="none" cap="none">
              <a:solidFill>
                <a:schemeClr val="dk1"/>
              </a:solidFill>
              <a:latin typeface="Arial"/>
              <a:ea typeface="Arial"/>
              <a:cs typeface="Arial"/>
            </a:endParaRPr>
          </a:p>
        </p:txBody>
      </p:sp>
      <p:sp>
        <p:nvSpPr>
          <p:cNvPr id="3610" name="Google Shape;3610;p57">
            <a:extLst xmlns:a="http://schemas.openxmlformats.org/drawingml/2006/main">
              <a:ext uri="{FF2B5EF4-FFF2-40B4-BE49-F238E27FC236}">
                <a16:creationId xmlns:a16="http://schemas.microsoft.com/office/drawing/2014/main" id="{DC79D14C-958E-4CE0-9C35-14628CDEC1B7}"/>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3611" name="Google Shape;3611;p57">
            <a:extLst xmlns:a="http://schemas.openxmlformats.org/drawingml/2006/main">
              <a:ext uri="{FF2B5EF4-FFF2-40B4-BE49-F238E27FC236}">
                <a16:creationId xmlns:a16="http://schemas.microsoft.com/office/drawing/2014/main" id="{27FE9DBB-297D-4A75-986C-32FA5B2701D8}"/>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12" name="Google Shape;3612;p57">
            <a:extLst xmlns:a="http://schemas.openxmlformats.org/drawingml/2006/main">
              <a:ext uri="{FF2B5EF4-FFF2-40B4-BE49-F238E27FC236}">
                <a16:creationId xmlns:a16="http://schemas.microsoft.com/office/drawing/2014/main" id="{D005843E-ACC0-4FCB-8E12-D4A745FD3BD4}"/>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55 / 61</a:t>
            </a:r>
            <a:endParaRPr sz="900" b="0" i="0" u="none" cap="none">
              <a:solidFill>
                <a:schemeClr val="dk1"/>
              </a:solidFill>
              <a:latin typeface="Arial"/>
              <a:ea typeface="Arial"/>
              <a:cs typeface="Arial"/>
            </a:endParaRPr>
          </a:p>
        </p:txBody>
      </p:sp>
      <p:sp>
        <p:nvSpPr>
          <p:cNvPr id="3613" name="Google Shape;3613;p57">
            <a:extLst xmlns:a="http://schemas.openxmlformats.org/drawingml/2006/main">
              <a:ext uri="{FF2B5EF4-FFF2-40B4-BE49-F238E27FC236}">
                <a16:creationId xmlns:a16="http://schemas.microsoft.com/office/drawing/2014/main" id="{ABA5A4DB-7F76-47F3-83CC-CB0CF1AFCCA8}"/>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614" name="Google Shape;3614;p57">
            <a:extLst xmlns:a="http://schemas.openxmlformats.org/drawingml/2006/main">
              <a:ext uri="{FF2B5EF4-FFF2-40B4-BE49-F238E27FC236}">
                <a16:creationId xmlns:a16="http://schemas.microsoft.com/office/drawing/2014/main" id="{A1033383-26FF-407A-94FF-1FD1E7DE9454}"/>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Visual record of the event. Include pit setup, matches, alliance moments, award ceremony. Caption each photo with context.</a:t>
            </a:r>
            <a:endParaRPr sz="1000" b="0" i="0" u="none" cap="none">
              <a:solidFill>
                <a:schemeClr val="dk1"/>
              </a:solidFill>
              <a:latin typeface="Arial"/>
              <a:ea typeface="Arial"/>
              <a:cs typeface="Arial"/>
            </a:endParaRPr>
          </a:p>
        </p:txBody>
      </p:sp>
      <p:sp>
        <p:nvSpPr>
          <p:cNvPr id="3615" name="Google Shape;3615;p57">
            <a:extLst xmlns:a="http://schemas.openxmlformats.org/drawingml/2006/main">
              <a:ext uri="{FF2B5EF4-FFF2-40B4-BE49-F238E27FC236}">
                <a16:creationId xmlns:a16="http://schemas.microsoft.com/office/drawing/2014/main" id="{AD90E741-AE76-4319-97E9-5C14E3024FDE}"/>
              </a:ext>
            </a:extLst>
          </p:cNvPr>
          <p:cNvSpPr>
            <a:spLocks xmlns:a="http://schemas.openxmlformats.org/drawingml/2006/main" noGrp="1"/>
          </p:cNvSpPr>
          <p:nvPr/>
        </p:nvSpPr>
        <p:spPr>
          <a:xfrm xmlns:a="http://schemas.openxmlformats.org/drawingml/2006/main">
            <a:off x="2194560" y="1426464"/>
            <a:ext cx="1463040" cy="14630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16" name="Google Shape;3616;p57">
            <a:extLst xmlns:a="http://schemas.openxmlformats.org/drawingml/2006/main">
              <a:ext uri="{FF2B5EF4-FFF2-40B4-BE49-F238E27FC236}">
                <a16:creationId xmlns:a16="http://schemas.microsoft.com/office/drawing/2014/main" id="{A522CD5D-9EC0-407D-8A52-A0EB1884A1E9}"/>
              </a:ext>
            </a:extLst>
          </p:cNvPr>
          <p:cNvSpPr>
            <a:spLocks xmlns:a="http://schemas.openxmlformats.org/drawingml/2006/main" noGrp="1"/>
          </p:cNvSpPr>
          <p:nvPr/>
        </p:nvSpPr>
        <p:spPr>
          <a:xfrm xmlns:a="http://schemas.openxmlformats.org/drawingml/2006/main">
            <a:off x="2194560" y="1426464"/>
            <a:ext cx="14630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[Photo 1]</a:t>
            </a:r>
            <a:endParaRPr sz="1000" b="0" i="0" u="none" cap="none">
              <a:solidFill>
                <a:schemeClr val="dk1"/>
              </a:solidFill>
              <a:latin typeface="Arial"/>
              <a:ea typeface="Arial"/>
              <a:cs typeface="Arial"/>
            </a:endParaRPr>
          </a:p>
        </p:txBody>
      </p:sp>
      <p:sp>
        <p:nvSpPr>
          <p:cNvPr id="3617" name="Google Shape;3617;p57">
            <a:extLst xmlns:a="http://schemas.openxmlformats.org/drawingml/2006/main">
              <a:ext uri="{FF2B5EF4-FFF2-40B4-BE49-F238E27FC236}">
                <a16:creationId xmlns:a16="http://schemas.microsoft.com/office/drawing/2014/main" id="{73E89E36-B269-439E-B8F3-109A2488795B}"/>
              </a:ext>
            </a:extLst>
          </p:cNvPr>
          <p:cNvSpPr>
            <a:spLocks xmlns:a="http://schemas.openxmlformats.org/drawingml/2006/main" noGrp="1"/>
          </p:cNvSpPr>
          <p:nvPr/>
        </p:nvSpPr>
        <p:spPr>
          <a:xfrm xmlns:a="http://schemas.openxmlformats.org/drawingml/2006/main">
            <a:off x="2194560" y="2898648"/>
            <a:ext cx="14630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50"/>
              <a:buFont typeface="Arial"/>
              <a:buNone/>
            </a:pPr>
            <a:r>
              <a:rPr sz="750" b="0" i="1" u="none" cap="none">
                <a:solidFill>
                  <a:srgbClr val="64748B"/>
                </a:solidFill>
                <a:latin typeface="Arial"/>
                <a:ea typeface="Arial"/>
                <a:cs typeface="Arial"/>
              </a:rPr>
              <a:t>[Caption — what / when / why]</a:t>
            </a:r>
            <a:endParaRPr sz="750" b="0" i="0" u="none" cap="none">
              <a:solidFill>
                <a:schemeClr val="dk1"/>
              </a:solidFill>
              <a:latin typeface="Arial"/>
              <a:ea typeface="Arial"/>
              <a:cs typeface="Arial"/>
            </a:endParaRPr>
          </a:p>
        </p:txBody>
      </p:sp>
      <p:sp>
        <p:nvSpPr>
          <p:cNvPr id="3618" name="Google Shape;3618;p57">
            <a:extLst xmlns:a="http://schemas.openxmlformats.org/drawingml/2006/main">
              <a:ext uri="{FF2B5EF4-FFF2-40B4-BE49-F238E27FC236}">
                <a16:creationId xmlns:a16="http://schemas.microsoft.com/office/drawing/2014/main" id="{D72DFAFD-4341-45C1-A7E8-A1B82F760720}"/>
              </a:ext>
            </a:extLst>
          </p:cNvPr>
          <p:cNvSpPr>
            <a:spLocks xmlns:a="http://schemas.openxmlformats.org/drawingml/2006/main" noGrp="1"/>
          </p:cNvSpPr>
          <p:nvPr/>
        </p:nvSpPr>
        <p:spPr>
          <a:xfrm xmlns:a="http://schemas.openxmlformats.org/drawingml/2006/main">
            <a:off x="3840480" y="1426464"/>
            <a:ext cx="1463040" cy="14630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19" name="Google Shape;3619;p57">
            <a:extLst xmlns:a="http://schemas.openxmlformats.org/drawingml/2006/main">
              <a:ext uri="{FF2B5EF4-FFF2-40B4-BE49-F238E27FC236}">
                <a16:creationId xmlns:a16="http://schemas.microsoft.com/office/drawing/2014/main" id="{316D428B-D828-4050-84B3-5B1497C6893F}"/>
              </a:ext>
            </a:extLst>
          </p:cNvPr>
          <p:cNvSpPr>
            <a:spLocks xmlns:a="http://schemas.openxmlformats.org/drawingml/2006/main" noGrp="1"/>
          </p:cNvSpPr>
          <p:nvPr/>
        </p:nvSpPr>
        <p:spPr>
          <a:xfrm xmlns:a="http://schemas.openxmlformats.org/drawingml/2006/main">
            <a:off x="3840480" y="1426464"/>
            <a:ext cx="14630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[Photo 2]</a:t>
            </a:r>
            <a:endParaRPr sz="1000" b="0" i="0" u="none" cap="none">
              <a:solidFill>
                <a:schemeClr val="dk1"/>
              </a:solidFill>
              <a:latin typeface="Arial"/>
              <a:ea typeface="Arial"/>
              <a:cs typeface="Arial"/>
            </a:endParaRPr>
          </a:p>
        </p:txBody>
      </p:sp>
      <p:sp>
        <p:nvSpPr>
          <p:cNvPr id="3620" name="Google Shape;3620;p57">
            <a:extLst xmlns:a="http://schemas.openxmlformats.org/drawingml/2006/main">
              <a:ext uri="{FF2B5EF4-FFF2-40B4-BE49-F238E27FC236}">
                <a16:creationId xmlns:a16="http://schemas.microsoft.com/office/drawing/2014/main" id="{1347E87E-BDE1-4F34-BAAB-3304CDACEB5D}"/>
              </a:ext>
            </a:extLst>
          </p:cNvPr>
          <p:cNvSpPr>
            <a:spLocks xmlns:a="http://schemas.openxmlformats.org/drawingml/2006/main" noGrp="1"/>
          </p:cNvSpPr>
          <p:nvPr/>
        </p:nvSpPr>
        <p:spPr>
          <a:xfrm xmlns:a="http://schemas.openxmlformats.org/drawingml/2006/main">
            <a:off x="3840480" y="2898648"/>
            <a:ext cx="14630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50"/>
              <a:buFont typeface="Arial"/>
              <a:buNone/>
            </a:pPr>
            <a:r>
              <a:rPr sz="750" b="0" i="1" u="none" cap="none">
                <a:solidFill>
                  <a:srgbClr val="64748B"/>
                </a:solidFill>
                <a:latin typeface="Arial"/>
                <a:ea typeface="Arial"/>
                <a:cs typeface="Arial"/>
              </a:rPr>
              <a:t>[Caption — what / when / why]</a:t>
            </a:r>
            <a:endParaRPr sz="750" b="0" i="0" u="none" cap="none">
              <a:solidFill>
                <a:schemeClr val="dk1"/>
              </a:solidFill>
              <a:latin typeface="Arial"/>
              <a:ea typeface="Arial"/>
              <a:cs typeface="Arial"/>
            </a:endParaRPr>
          </a:p>
        </p:txBody>
      </p:sp>
      <p:sp>
        <p:nvSpPr>
          <p:cNvPr id="3621" name="Google Shape;3621;p57">
            <a:extLst xmlns:a="http://schemas.openxmlformats.org/drawingml/2006/main">
              <a:ext uri="{FF2B5EF4-FFF2-40B4-BE49-F238E27FC236}">
                <a16:creationId xmlns:a16="http://schemas.microsoft.com/office/drawing/2014/main" id="{64754BD4-7F9C-4E0D-8FDC-C1468AC085E6}"/>
              </a:ext>
            </a:extLst>
          </p:cNvPr>
          <p:cNvSpPr>
            <a:spLocks xmlns:a="http://schemas.openxmlformats.org/drawingml/2006/main" noGrp="1"/>
          </p:cNvSpPr>
          <p:nvPr/>
        </p:nvSpPr>
        <p:spPr>
          <a:xfrm xmlns:a="http://schemas.openxmlformats.org/drawingml/2006/main">
            <a:off x="5486400" y="1426464"/>
            <a:ext cx="1463040" cy="14630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22" name="Google Shape;3622;p57">
            <a:extLst xmlns:a="http://schemas.openxmlformats.org/drawingml/2006/main">
              <a:ext uri="{FF2B5EF4-FFF2-40B4-BE49-F238E27FC236}">
                <a16:creationId xmlns:a16="http://schemas.microsoft.com/office/drawing/2014/main" id="{F4114464-86DF-45A3-BB7D-0207BFC448E1}"/>
              </a:ext>
            </a:extLst>
          </p:cNvPr>
          <p:cNvSpPr>
            <a:spLocks xmlns:a="http://schemas.openxmlformats.org/drawingml/2006/main" noGrp="1"/>
          </p:cNvSpPr>
          <p:nvPr/>
        </p:nvSpPr>
        <p:spPr>
          <a:xfrm xmlns:a="http://schemas.openxmlformats.org/drawingml/2006/main">
            <a:off x="5486400" y="1426464"/>
            <a:ext cx="14630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[Photo 3]</a:t>
            </a:r>
            <a:endParaRPr sz="1000" b="0" i="0" u="none" cap="none">
              <a:solidFill>
                <a:schemeClr val="dk1"/>
              </a:solidFill>
              <a:latin typeface="Arial"/>
              <a:ea typeface="Arial"/>
              <a:cs typeface="Arial"/>
            </a:endParaRPr>
          </a:p>
        </p:txBody>
      </p:sp>
      <p:sp>
        <p:nvSpPr>
          <p:cNvPr id="3623" name="Google Shape;3623;p57">
            <a:extLst xmlns:a="http://schemas.openxmlformats.org/drawingml/2006/main">
              <a:ext uri="{FF2B5EF4-FFF2-40B4-BE49-F238E27FC236}">
                <a16:creationId xmlns:a16="http://schemas.microsoft.com/office/drawing/2014/main" id="{3E8BAF6C-9EFD-474D-ACFC-E3C081E420D6}"/>
              </a:ext>
            </a:extLst>
          </p:cNvPr>
          <p:cNvSpPr>
            <a:spLocks xmlns:a="http://schemas.openxmlformats.org/drawingml/2006/main" noGrp="1"/>
          </p:cNvSpPr>
          <p:nvPr/>
        </p:nvSpPr>
        <p:spPr>
          <a:xfrm xmlns:a="http://schemas.openxmlformats.org/drawingml/2006/main">
            <a:off x="5486400" y="2898648"/>
            <a:ext cx="14630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50"/>
              <a:buFont typeface="Arial"/>
              <a:buNone/>
            </a:pPr>
            <a:r>
              <a:rPr sz="750" b="0" i="1" u="none" cap="none">
                <a:solidFill>
                  <a:srgbClr val="64748B"/>
                </a:solidFill>
                <a:latin typeface="Arial"/>
                <a:ea typeface="Arial"/>
                <a:cs typeface="Arial"/>
              </a:rPr>
              <a:t>[Caption — what / when / why]</a:t>
            </a:r>
            <a:endParaRPr sz="750" b="0" i="0" u="none" cap="none">
              <a:solidFill>
                <a:schemeClr val="dk1"/>
              </a:solidFill>
              <a:latin typeface="Arial"/>
              <a:ea typeface="Arial"/>
              <a:cs typeface="Arial"/>
            </a:endParaRPr>
          </a:p>
        </p:txBody>
      </p:sp>
      <p:sp>
        <p:nvSpPr>
          <p:cNvPr id="3624" name="Google Shape;3624;p57">
            <a:extLst xmlns:a="http://schemas.openxmlformats.org/drawingml/2006/main">
              <a:ext uri="{FF2B5EF4-FFF2-40B4-BE49-F238E27FC236}">
                <a16:creationId xmlns:a16="http://schemas.microsoft.com/office/drawing/2014/main" id="{BBEBC6DF-F53B-4C49-BED4-B27832E38263}"/>
              </a:ext>
            </a:extLst>
          </p:cNvPr>
          <p:cNvSpPr>
            <a:spLocks xmlns:a="http://schemas.openxmlformats.org/drawingml/2006/main" noGrp="1"/>
          </p:cNvSpPr>
          <p:nvPr/>
        </p:nvSpPr>
        <p:spPr>
          <a:xfrm xmlns:a="http://schemas.openxmlformats.org/drawingml/2006/main">
            <a:off x="2194560" y="3209544"/>
            <a:ext cx="1463040" cy="14630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25" name="Google Shape;3625;p57">
            <a:extLst xmlns:a="http://schemas.openxmlformats.org/drawingml/2006/main">
              <a:ext uri="{FF2B5EF4-FFF2-40B4-BE49-F238E27FC236}">
                <a16:creationId xmlns:a16="http://schemas.microsoft.com/office/drawing/2014/main" id="{7367FCB5-F7F8-4B91-ADF7-A54A4183A086}"/>
              </a:ext>
            </a:extLst>
          </p:cNvPr>
          <p:cNvSpPr>
            <a:spLocks xmlns:a="http://schemas.openxmlformats.org/drawingml/2006/main" noGrp="1"/>
          </p:cNvSpPr>
          <p:nvPr/>
        </p:nvSpPr>
        <p:spPr>
          <a:xfrm xmlns:a="http://schemas.openxmlformats.org/drawingml/2006/main">
            <a:off x="2194560" y="3209544"/>
            <a:ext cx="14630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[Photo 4]</a:t>
            </a:r>
            <a:endParaRPr sz="1000" b="0" i="0" u="none" cap="none">
              <a:solidFill>
                <a:schemeClr val="dk1"/>
              </a:solidFill>
              <a:latin typeface="Arial"/>
              <a:ea typeface="Arial"/>
              <a:cs typeface="Arial"/>
            </a:endParaRPr>
          </a:p>
        </p:txBody>
      </p:sp>
      <p:sp>
        <p:nvSpPr>
          <p:cNvPr id="3626" name="Google Shape;3626;p57">
            <a:extLst xmlns:a="http://schemas.openxmlformats.org/drawingml/2006/main">
              <a:ext uri="{FF2B5EF4-FFF2-40B4-BE49-F238E27FC236}">
                <a16:creationId xmlns:a16="http://schemas.microsoft.com/office/drawing/2014/main" id="{E9985396-7177-4244-A5B5-B7126FECB336}"/>
              </a:ext>
            </a:extLst>
          </p:cNvPr>
          <p:cNvSpPr>
            <a:spLocks xmlns:a="http://schemas.openxmlformats.org/drawingml/2006/main" noGrp="1"/>
          </p:cNvSpPr>
          <p:nvPr/>
        </p:nvSpPr>
        <p:spPr>
          <a:xfrm xmlns:a="http://schemas.openxmlformats.org/drawingml/2006/main">
            <a:off x="2194560" y="4681728"/>
            <a:ext cx="14630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50"/>
              <a:buFont typeface="Arial"/>
              <a:buNone/>
            </a:pPr>
            <a:r>
              <a:rPr sz="750" b="0" i="1" u="none" cap="none">
                <a:solidFill>
                  <a:srgbClr val="64748B"/>
                </a:solidFill>
                <a:latin typeface="Arial"/>
                <a:ea typeface="Arial"/>
                <a:cs typeface="Arial"/>
              </a:rPr>
              <a:t>[Caption — what / when / why]</a:t>
            </a:r>
            <a:endParaRPr sz="750" b="0" i="0" u="none" cap="none">
              <a:solidFill>
                <a:schemeClr val="dk1"/>
              </a:solidFill>
              <a:latin typeface="Arial"/>
              <a:ea typeface="Arial"/>
              <a:cs typeface="Arial"/>
            </a:endParaRPr>
          </a:p>
        </p:txBody>
      </p:sp>
      <p:sp>
        <p:nvSpPr>
          <p:cNvPr id="3627" name="Google Shape;3627;p57">
            <a:extLst xmlns:a="http://schemas.openxmlformats.org/drawingml/2006/main">
              <a:ext uri="{FF2B5EF4-FFF2-40B4-BE49-F238E27FC236}">
                <a16:creationId xmlns:a16="http://schemas.microsoft.com/office/drawing/2014/main" id="{97A7CAEF-23F1-4F2D-936E-8CFA8DFF89F8}"/>
              </a:ext>
            </a:extLst>
          </p:cNvPr>
          <p:cNvSpPr>
            <a:spLocks xmlns:a="http://schemas.openxmlformats.org/drawingml/2006/main" noGrp="1"/>
          </p:cNvSpPr>
          <p:nvPr/>
        </p:nvSpPr>
        <p:spPr>
          <a:xfrm xmlns:a="http://schemas.openxmlformats.org/drawingml/2006/main">
            <a:off x="3840480" y="3209544"/>
            <a:ext cx="1463040" cy="14630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28" name="Google Shape;3628;p57">
            <a:extLst xmlns:a="http://schemas.openxmlformats.org/drawingml/2006/main">
              <a:ext uri="{FF2B5EF4-FFF2-40B4-BE49-F238E27FC236}">
                <a16:creationId xmlns:a16="http://schemas.microsoft.com/office/drawing/2014/main" id="{0064F21A-01A1-479C-B07D-CFCF893ADDEE}"/>
              </a:ext>
            </a:extLst>
          </p:cNvPr>
          <p:cNvSpPr>
            <a:spLocks xmlns:a="http://schemas.openxmlformats.org/drawingml/2006/main" noGrp="1"/>
          </p:cNvSpPr>
          <p:nvPr/>
        </p:nvSpPr>
        <p:spPr>
          <a:xfrm xmlns:a="http://schemas.openxmlformats.org/drawingml/2006/main">
            <a:off x="3840480" y="3209544"/>
            <a:ext cx="14630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[Photo 5]</a:t>
            </a:r>
            <a:endParaRPr sz="1000" b="0" i="0" u="none" cap="none">
              <a:solidFill>
                <a:schemeClr val="dk1"/>
              </a:solidFill>
              <a:latin typeface="Arial"/>
              <a:ea typeface="Arial"/>
              <a:cs typeface="Arial"/>
            </a:endParaRPr>
          </a:p>
        </p:txBody>
      </p:sp>
      <p:sp>
        <p:nvSpPr>
          <p:cNvPr id="3629" name="Google Shape;3629;p57">
            <a:extLst xmlns:a="http://schemas.openxmlformats.org/drawingml/2006/main">
              <a:ext uri="{FF2B5EF4-FFF2-40B4-BE49-F238E27FC236}">
                <a16:creationId xmlns:a16="http://schemas.microsoft.com/office/drawing/2014/main" id="{7AA16777-630C-4CB4-86D0-ABF6AEDD5A13}"/>
              </a:ext>
            </a:extLst>
          </p:cNvPr>
          <p:cNvSpPr>
            <a:spLocks xmlns:a="http://schemas.openxmlformats.org/drawingml/2006/main" noGrp="1"/>
          </p:cNvSpPr>
          <p:nvPr/>
        </p:nvSpPr>
        <p:spPr>
          <a:xfrm xmlns:a="http://schemas.openxmlformats.org/drawingml/2006/main">
            <a:off x="3840480" y="4681728"/>
            <a:ext cx="14630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50"/>
              <a:buFont typeface="Arial"/>
              <a:buNone/>
            </a:pPr>
            <a:r>
              <a:rPr sz="750" b="0" i="1" u="none" cap="none">
                <a:solidFill>
                  <a:srgbClr val="64748B"/>
                </a:solidFill>
                <a:latin typeface="Arial"/>
                <a:ea typeface="Arial"/>
                <a:cs typeface="Arial"/>
              </a:rPr>
              <a:t>[Caption — what / when / why]</a:t>
            </a:r>
            <a:endParaRPr sz="750" b="0" i="0" u="none" cap="none">
              <a:solidFill>
                <a:schemeClr val="dk1"/>
              </a:solidFill>
              <a:latin typeface="Arial"/>
              <a:ea typeface="Arial"/>
              <a:cs typeface="Arial"/>
            </a:endParaRPr>
          </a:p>
        </p:txBody>
      </p:sp>
      <p:sp>
        <p:nvSpPr>
          <p:cNvPr id="3630" name="Google Shape;3630;p57">
            <a:extLst xmlns:a="http://schemas.openxmlformats.org/drawingml/2006/main">
              <a:ext uri="{FF2B5EF4-FFF2-40B4-BE49-F238E27FC236}">
                <a16:creationId xmlns:a16="http://schemas.microsoft.com/office/drawing/2014/main" id="{2BECC3B4-21D3-4014-B40F-7BD743794319}"/>
              </a:ext>
            </a:extLst>
          </p:cNvPr>
          <p:cNvSpPr>
            <a:spLocks xmlns:a="http://schemas.openxmlformats.org/drawingml/2006/main" noGrp="1"/>
          </p:cNvSpPr>
          <p:nvPr/>
        </p:nvSpPr>
        <p:spPr>
          <a:xfrm xmlns:a="http://schemas.openxmlformats.org/drawingml/2006/main">
            <a:off x="5486400" y="3209544"/>
            <a:ext cx="1463040" cy="146304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E2E8F0"/>
            </a:solidFill>
            <a:prstDash val="dash"/>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31" name="Google Shape;3631;p57">
            <a:extLst xmlns:a="http://schemas.openxmlformats.org/drawingml/2006/main">
              <a:ext uri="{FF2B5EF4-FFF2-40B4-BE49-F238E27FC236}">
                <a16:creationId xmlns:a16="http://schemas.microsoft.com/office/drawing/2014/main" id="{22D5F8ED-8164-449A-99A5-AEE033C0BF8F}"/>
              </a:ext>
            </a:extLst>
          </p:cNvPr>
          <p:cNvSpPr>
            <a:spLocks xmlns:a="http://schemas.openxmlformats.org/drawingml/2006/main" noGrp="1"/>
          </p:cNvSpPr>
          <p:nvPr/>
        </p:nvSpPr>
        <p:spPr>
          <a:xfrm xmlns:a="http://schemas.openxmlformats.org/drawingml/2006/main">
            <a:off x="5486400" y="3209544"/>
            <a:ext cx="14630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94A3B8"/>
              </a:buClr>
              <a:buSzPts val="1000"/>
              <a:buFont typeface="Arial"/>
              <a:buNone/>
            </a:pPr>
            <a:r>
              <a:rPr sz="1000" b="0" i="1" u="none" cap="none">
                <a:solidFill>
                  <a:srgbClr val="94A3B8"/>
                </a:solidFill>
                <a:latin typeface="Arial"/>
                <a:ea typeface="Arial"/>
                <a:cs typeface="Arial"/>
              </a:rPr>
              <a:t>[Photo 6]</a:t>
            </a:r>
            <a:endParaRPr sz="1000" b="0" i="0" u="none" cap="none">
              <a:solidFill>
                <a:schemeClr val="dk1"/>
              </a:solidFill>
              <a:latin typeface="Arial"/>
              <a:ea typeface="Arial"/>
              <a:cs typeface="Arial"/>
            </a:endParaRPr>
          </a:p>
        </p:txBody>
      </p:sp>
      <p:sp>
        <p:nvSpPr>
          <p:cNvPr id="3632" name="Google Shape;3632;p57">
            <a:extLst xmlns:a="http://schemas.openxmlformats.org/drawingml/2006/main">
              <a:ext uri="{FF2B5EF4-FFF2-40B4-BE49-F238E27FC236}">
                <a16:creationId xmlns:a16="http://schemas.microsoft.com/office/drawing/2014/main" id="{D7733664-4C86-44C7-A7CF-2462FFEBE9CF}"/>
              </a:ext>
            </a:extLst>
          </p:cNvPr>
          <p:cNvSpPr>
            <a:spLocks xmlns:a="http://schemas.openxmlformats.org/drawingml/2006/main" noGrp="1"/>
          </p:cNvSpPr>
          <p:nvPr/>
        </p:nvSpPr>
        <p:spPr>
          <a:xfrm xmlns:a="http://schemas.openxmlformats.org/drawingml/2006/main">
            <a:off x="5486400" y="4681728"/>
            <a:ext cx="146304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750"/>
              <a:buFont typeface="Arial"/>
              <a:buNone/>
            </a:pPr>
            <a:r>
              <a:rPr sz="750" b="0" i="1" u="none" cap="none">
                <a:solidFill>
                  <a:srgbClr val="64748B"/>
                </a:solidFill>
                <a:latin typeface="Arial"/>
                <a:ea typeface="Arial"/>
                <a:cs typeface="Arial"/>
              </a:rPr>
              <a:t>[Caption — what / when / why]</a:t>
            </a:r>
            <a:endParaRPr sz="750" b="0" i="0" u="none" cap="none">
              <a:solidFill>
                <a:schemeClr val="dk1"/>
              </a:solidFill>
              <a:latin typeface="Arial"/>
              <a:ea typeface="Arial"/>
              <a:cs typeface="Arial"/>
            </a:endParaRPr>
          </a:p>
        </p:txBody>
      </p:sp>
      <p:sp>
        <p:nvSpPr>
          <p:cNvPr id="3633" name="Google Shape;3633;p57">
            <a:extLst xmlns:a="http://schemas.openxmlformats.org/drawingml/2006/main">
              <a:ext uri="{FF2B5EF4-FFF2-40B4-BE49-F238E27FC236}">
                <a16:creationId xmlns:a16="http://schemas.microsoft.com/office/drawing/2014/main" id="{01CB46F8-00BB-492D-BABF-6A30073F6895}"/>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80e72dcee1644b0d"/>
              </a:rPr>
              <a:t>competition-template</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883419287"/>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3639" name="Google Shape;3639;p58">
            <a:extLst xmlns:a="http://schemas.openxmlformats.org/drawingml/2006/main">
              <a:ext uri="{FF2B5EF4-FFF2-40B4-BE49-F238E27FC236}">
                <a16:creationId xmlns:a16="http://schemas.microsoft.com/office/drawing/2014/main" id="{98B3F741-FBC7-4992-8D02-E5AFC982ACE8}"/>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40" name="Google Shape;3640;p58">
            <a:extLst xmlns:a="http://schemas.openxmlformats.org/drawingml/2006/main">
              <a:ext uri="{FF2B5EF4-FFF2-40B4-BE49-F238E27FC236}">
                <a16:creationId xmlns:a16="http://schemas.microsoft.com/office/drawing/2014/main" id="{C1CA9AAD-E162-426D-8C14-119D924BAC8B}"/>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TOURNAMENT PREP &amp; REFLECT  ·  EDP STEP 6</a:t>
            </a:r>
            <a:endParaRPr sz="1050" b="0" i="0" u="none" cap="none">
              <a:solidFill>
                <a:schemeClr val="dk1"/>
              </a:solidFill>
              <a:latin typeface="Arial"/>
              <a:ea typeface="Arial"/>
              <a:cs typeface="Arial"/>
            </a:endParaRPr>
          </a:p>
        </p:txBody>
      </p:sp>
      <p:sp>
        <p:nvSpPr>
          <p:cNvPr id="3641" name="Google Shape;3641;p58">
            <a:extLst xmlns:a="http://schemas.openxmlformats.org/drawingml/2006/main">
              <a:ext uri="{FF2B5EF4-FFF2-40B4-BE49-F238E27FC236}">
                <a16:creationId xmlns:a16="http://schemas.microsoft.com/office/drawing/2014/main" id="{E945955E-6151-41CC-83EF-6E1D2DEA7953}"/>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642" name="Google Shape;3642;p58">
            <a:extLst xmlns:a="http://schemas.openxmlformats.org/drawingml/2006/main">
              <a:ext uri="{FF2B5EF4-FFF2-40B4-BE49-F238E27FC236}">
                <a16:creationId xmlns:a16="http://schemas.microsoft.com/office/drawing/2014/main" id="{C4FA8568-C8F1-4A8D-8264-EAD271DE34A5}"/>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Driving + Autonomous Skills Log</a:t>
            </a:r>
            <a:endParaRPr sz="2200" b="0" i="0" u="none" cap="none">
              <a:solidFill>
                <a:schemeClr val="dk1"/>
              </a:solidFill>
              <a:latin typeface="Arial"/>
              <a:ea typeface="Arial"/>
              <a:cs typeface="Arial"/>
            </a:endParaRPr>
          </a:p>
        </p:txBody>
      </p:sp>
      <p:sp>
        <p:nvSpPr>
          <p:cNvPr id="3643" name="Google Shape;3643;p58">
            <a:extLst xmlns:a="http://schemas.openxmlformats.org/drawingml/2006/main">
              <a:ext uri="{FF2B5EF4-FFF2-40B4-BE49-F238E27FC236}">
                <a16:creationId xmlns:a16="http://schemas.microsoft.com/office/drawing/2014/main" id="{193D6851-E75A-452C-B4B7-4B4AFE4B4758}"/>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3644" name="Google Shape;3644;p58">
            <a:extLst xmlns:a="http://schemas.openxmlformats.org/drawingml/2006/main">
              <a:ext uri="{FF2B5EF4-FFF2-40B4-BE49-F238E27FC236}">
                <a16:creationId xmlns:a16="http://schemas.microsoft.com/office/drawing/2014/main" id="{2DC02778-CB81-4BCC-8ACF-4A9FED8E2CE6}"/>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45" name="Google Shape;3645;p58">
            <a:extLst xmlns:a="http://schemas.openxmlformats.org/drawingml/2006/main">
              <a:ext uri="{FF2B5EF4-FFF2-40B4-BE49-F238E27FC236}">
                <a16:creationId xmlns:a16="http://schemas.microsoft.com/office/drawing/2014/main" id="{37718D98-B8C0-42E6-B5CE-D814EEA19525}"/>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56 / 61</a:t>
            </a:r>
            <a:endParaRPr sz="900" b="0" i="0" u="none" cap="none">
              <a:solidFill>
                <a:schemeClr val="dk1"/>
              </a:solidFill>
              <a:latin typeface="Arial"/>
              <a:ea typeface="Arial"/>
              <a:cs typeface="Arial"/>
            </a:endParaRPr>
          </a:p>
        </p:txBody>
      </p:sp>
      <p:sp>
        <p:nvSpPr>
          <p:cNvPr id="3646" name="Google Shape;3646;p58">
            <a:extLst xmlns:a="http://schemas.openxmlformats.org/drawingml/2006/main">
              <a:ext uri="{FF2B5EF4-FFF2-40B4-BE49-F238E27FC236}">
                <a16:creationId xmlns:a16="http://schemas.microsoft.com/office/drawing/2014/main" id="{DE4A31F5-0D76-4D7D-B5F6-BD0C232748B3}"/>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647" name="Google Shape;3647;p58">
            <a:extLst xmlns:a="http://schemas.openxmlformats.org/drawingml/2006/main">
              <a:ext uri="{FF2B5EF4-FFF2-40B4-BE49-F238E27FC236}">
                <a16:creationId xmlns:a16="http://schemas.microsoft.com/office/drawing/2014/main" id="{30478A09-3FD0-4C6E-8AA8-430CD13E4A29}"/>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Track every Driving Skills and Autonomous Coding Skills run. Record conditions, score, errors, and the next practice target.</a:t>
            </a:r>
            <a:endParaRPr sz="1000" b="0" i="0" u="none" cap="none">
              <a:solidFill>
                <a:schemeClr val="dk1"/>
              </a:solidFill>
              <a:latin typeface="Arial"/>
              <a:ea typeface="Arial"/>
              <a:cs typeface="Arial"/>
            </a:endParaRPr>
          </a:p>
        </p:txBody>
      </p:sp>
      <p:sp>
        <p:nvSpPr>
          <p:cNvPr id="3648" name="Google Shape;3648;p58">
            <a:extLst xmlns:a="http://schemas.openxmlformats.org/drawingml/2006/main">
              <a:ext uri="{FF2B5EF4-FFF2-40B4-BE49-F238E27FC236}">
                <a16:creationId xmlns:a16="http://schemas.microsoft.com/office/drawing/2014/main" id="{9E97B62A-9845-47B4-869D-1A7E9049533F}"/>
              </a:ext>
            </a:extLst>
          </p:cNvPr>
          <p:cNvSpPr>
            <a:spLocks xmlns:a="http://schemas.openxmlformats.org/drawingml/2006/main" noGrp="1"/>
          </p:cNvSpPr>
          <p:nvPr/>
        </p:nvSpPr>
        <p:spPr>
          <a:xfrm xmlns:a="http://schemas.openxmlformats.org/drawingml/2006/main">
            <a:off x="320040" y="1426464"/>
            <a:ext cx="8503920" cy="201168"/>
          </a:xfrm>
          <a:prstGeom xmlns:a="http://schemas.openxmlformats.org/drawingml/2006/main" prst="rect">
            <a:avLst/>
          </a:prstGeom>
          <a:solidFill xmlns:a="http://schemas.openxmlformats.org/drawingml/2006/main">
            <a:srgbClr val="DC2626"/>
          </a:solidFill>
          <a:ln xmlns:a="http://schemas.openxmlformats.org/drawingml/2006/main" w="12700" cmpd="sng">
            <a:solidFill>
              <a:srgbClr val="DC2626"/>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649" name="Google Shape;3649;p58">
            <a:extLst xmlns:a="http://schemas.openxmlformats.org/drawingml/2006/main">
              <a:ext uri="{FF2B5EF4-FFF2-40B4-BE49-F238E27FC236}">
                <a16:creationId xmlns:a16="http://schemas.microsoft.com/office/drawing/2014/main" id="{701303AC-FBEF-476E-B1E6-33BEA9968FB3}"/>
              </a:ext>
            </a:extLst>
          </p:cNvPr>
          <p:cNvSpPr>
            <a:spLocks xmlns:a="http://schemas.openxmlformats.org/drawingml/2006/main" noGrp="1"/>
          </p:cNvSpPr>
          <p:nvPr/>
        </p:nvSpPr>
        <p:spPr>
          <a:xfrm xmlns:a="http://schemas.openxmlformats.org/drawingml/2006/main">
            <a:off x="374904" y="1426464"/>
            <a:ext cx="905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3650" name="Google Shape;3650;p58">
            <a:extLst xmlns:a="http://schemas.openxmlformats.org/drawingml/2006/main">
              <a:ext uri="{FF2B5EF4-FFF2-40B4-BE49-F238E27FC236}">
                <a16:creationId xmlns:a16="http://schemas.microsoft.com/office/drawing/2014/main" id="{2D952F8D-73A0-493A-B3A5-CCA73A1C6A1D}"/>
              </a:ext>
            </a:extLst>
          </p:cNvPr>
          <p:cNvSpPr>
            <a:spLocks xmlns:a="http://schemas.openxmlformats.org/drawingml/2006/main" noGrp="1"/>
          </p:cNvSpPr>
          <p:nvPr/>
        </p:nvSpPr>
        <p:spPr>
          <a:xfrm xmlns:a="http://schemas.openxmlformats.org/drawingml/2006/main">
            <a:off x="1335024" y="1426464"/>
            <a:ext cx="14996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Event</a:t>
            </a:r>
            <a:endParaRPr sz="850" b="0" i="0" u="none" cap="none">
              <a:solidFill>
                <a:schemeClr val="dk1"/>
              </a:solidFill>
              <a:latin typeface="Arial"/>
              <a:ea typeface="Arial"/>
              <a:cs typeface="Arial"/>
            </a:endParaRPr>
          </a:p>
        </p:txBody>
      </p:sp>
      <p:sp>
        <p:nvSpPr>
          <p:cNvPr id="3651" name="Google Shape;3651;p58">
            <a:extLst xmlns:a="http://schemas.openxmlformats.org/drawingml/2006/main">
              <a:ext uri="{FF2B5EF4-FFF2-40B4-BE49-F238E27FC236}">
                <a16:creationId xmlns:a16="http://schemas.microsoft.com/office/drawing/2014/main" id="{71B5F167-E121-4974-906F-A8F7D350A0F3}"/>
              </a:ext>
            </a:extLst>
          </p:cNvPr>
          <p:cNvSpPr>
            <a:spLocks xmlns:a="http://schemas.openxmlformats.org/drawingml/2006/main" noGrp="1"/>
          </p:cNvSpPr>
          <p:nvPr/>
        </p:nvSpPr>
        <p:spPr>
          <a:xfrm xmlns:a="http://schemas.openxmlformats.org/drawingml/2006/main">
            <a:off x="2889504" y="1426464"/>
            <a:ext cx="9509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Type</a:t>
            </a:r>
            <a:endParaRPr sz="850" b="0" i="0" u="none" cap="none">
              <a:solidFill>
                <a:schemeClr val="dk1"/>
              </a:solidFill>
              <a:latin typeface="Arial"/>
              <a:ea typeface="Arial"/>
              <a:cs typeface="Arial"/>
            </a:endParaRPr>
          </a:p>
        </p:txBody>
      </p:sp>
      <p:sp>
        <p:nvSpPr>
          <p:cNvPr id="3652" name="Google Shape;3652;p58">
            <a:extLst xmlns:a="http://schemas.openxmlformats.org/drawingml/2006/main">
              <a:ext uri="{FF2B5EF4-FFF2-40B4-BE49-F238E27FC236}">
                <a16:creationId xmlns:a16="http://schemas.microsoft.com/office/drawing/2014/main" id="{FD7B6632-B918-4675-B811-E54BCCE14DF8}"/>
              </a:ext>
            </a:extLst>
          </p:cNvPr>
          <p:cNvSpPr>
            <a:spLocks xmlns:a="http://schemas.openxmlformats.org/drawingml/2006/main" noGrp="1"/>
          </p:cNvSpPr>
          <p:nvPr/>
        </p:nvSpPr>
        <p:spPr>
          <a:xfrm xmlns:a="http://schemas.openxmlformats.org/drawingml/2006/main">
            <a:off x="3895344" y="1426464"/>
            <a:ext cx="676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Score</a:t>
            </a:r>
            <a:endParaRPr sz="850" b="0" i="0" u="none" cap="none">
              <a:solidFill>
                <a:schemeClr val="dk1"/>
              </a:solidFill>
              <a:latin typeface="Arial"/>
              <a:ea typeface="Arial"/>
              <a:cs typeface="Arial"/>
            </a:endParaRPr>
          </a:p>
        </p:txBody>
      </p:sp>
      <p:sp>
        <p:nvSpPr>
          <p:cNvPr id="3653" name="Google Shape;3653;p58">
            <a:extLst xmlns:a="http://schemas.openxmlformats.org/drawingml/2006/main">
              <a:ext uri="{FF2B5EF4-FFF2-40B4-BE49-F238E27FC236}">
                <a16:creationId xmlns:a16="http://schemas.microsoft.com/office/drawing/2014/main" id="{63AD89F0-0951-47CA-BD49-8D33805D25B9}"/>
              </a:ext>
            </a:extLst>
          </p:cNvPr>
          <p:cNvSpPr>
            <a:spLocks xmlns:a="http://schemas.openxmlformats.org/drawingml/2006/main" noGrp="1"/>
          </p:cNvSpPr>
          <p:nvPr/>
        </p:nvSpPr>
        <p:spPr>
          <a:xfrm xmlns:a="http://schemas.openxmlformats.org/drawingml/2006/main">
            <a:off x="4626864" y="1426464"/>
            <a:ext cx="9509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Auton Score</a:t>
            </a:r>
            <a:endParaRPr sz="850" b="0" i="0" u="none" cap="none">
              <a:solidFill>
                <a:schemeClr val="dk1"/>
              </a:solidFill>
              <a:latin typeface="Arial"/>
              <a:ea typeface="Arial"/>
              <a:cs typeface="Arial"/>
            </a:endParaRPr>
          </a:p>
        </p:txBody>
      </p:sp>
      <p:sp>
        <p:nvSpPr>
          <p:cNvPr id="3654" name="Google Shape;3654;p58">
            <a:extLst xmlns:a="http://schemas.openxmlformats.org/drawingml/2006/main">
              <a:ext uri="{FF2B5EF4-FFF2-40B4-BE49-F238E27FC236}">
                <a16:creationId xmlns:a16="http://schemas.microsoft.com/office/drawing/2014/main" id="{3A3359DF-BC54-4C57-9D7F-38896930593A}"/>
              </a:ext>
            </a:extLst>
          </p:cNvPr>
          <p:cNvSpPr>
            <a:spLocks xmlns:a="http://schemas.openxmlformats.org/drawingml/2006/main" noGrp="1"/>
          </p:cNvSpPr>
          <p:nvPr/>
        </p:nvSpPr>
        <p:spPr>
          <a:xfrm xmlns:a="http://schemas.openxmlformats.org/drawingml/2006/main">
            <a:off x="5632704" y="1426464"/>
            <a:ext cx="31912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Notes</a:t>
            </a:r>
            <a:endParaRPr sz="850" b="0" i="0" u="none" cap="none">
              <a:solidFill>
                <a:schemeClr val="dk1"/>
              </a:solidFill>
              <a:latin typeface="Arial"/>
              <a:ea typeface="Arial"/>
              <a:cs typeface="Arial"/>
            </a:endParaRPr>
          </a:p>
        </p:txBody>
      </p:sp>
      <p:sp>
        <p:nvSpPr>
          <p:cNvPr id="3655" name="Google Shape;3655;p58">
            <a:extLst xmlns:a="http://schemas.openxmlformats.org/drawingml/2006/main">
              <a:ext uri="{FF2B5EF4-FFF2-40B4-BE49-F238E27FC236}">
                <a16:creationId xmlns:a16="http://schemas.microsoft.com/office/drawing/2014/main" id="{292C3B64-C57C-4F5D-BA7E-D1355DAEE65F}"/>
              </a:ext>
            </a:extLst>
          </p:cNvPr>
          <p:cNvSpPr>
            <a:spLocks xmlns:a="http://schemas.openxmlformats.org/drawingml/2006/main" noGrp="1"/>
          </p:cNvSpPr>
          <p:nvPr/>
        </p:nvSpPr>
        <p:spPr>
          <a:xfrm xmlns:a="http://schemas.openxmlformats.org/drawingml/2006/main">
            <a:off x="320040" y="1627632"/>
            <a:ext cx="8503920" cy="28477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53" name="Google Shape;3656;p58"/>
          <p:cNvCxnSpPr/>
          <p:nvPr/>
        </p:nvCxnSpPr>
        <p:spPr>
          <a:xfrm xmlns:a="http://schemas.openxmlformats.org/drawingml/2006/main">
            <a:off x="320040" y="191240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57" name="Google Shape;3657;p58">
            <a:extLst xmlns:a="http://schemas.openxmlformats.org/drawingml/2006/main">
              <a:ext uri="{FF2B5EF4-FFF2-40B4-BE49-F238E27FC236}">
                <a16:creationId xmlns:a16="http://schemas.microsoft.com/office/drawing/2014/main" id="{6B630071-1913-4987-A11F-E9C16C1FDA11}"/>
              </a:ext>
            </a:extLst>
          </p:cNvPr>
          <p:cNvSpPr>
            <a:spLocks xmlns:a="http://schemas.openxmlformats.org/drawingml/2006/main" noGrp="1"/>
          </p:cNvSpPr>
          <p:nvPr/>
        </p:nvSpPr>
        <p:spPr>
          <a:xfrm xmlns:a="http://schemas.openxmlformats.org/drawingml/2006/main">
            <a:off x="374904" y="1627632"/>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658" name="Google Shape;3658;p58">
            <a:extLst xmlns:a="http://schemas.openxmlformats.org/drawingml/2006/main">
              <a:ext uri="{FF2B5EF4-FFF2-40B4-BE49-F238E27FC236}">
                <a16:creationId xmlns:a16="http://schemas.microsoft.com/office/drawing/2014/main" id="{86B86F45-FA84-4E39-B98F-7E7E828E15D7}"/>
              </a:ext>
            </a:extLst>
          </p:cNvPr>
          <p:cNvSpPr>
            <a:spLocks xmlns:a="http://schemas.openxmlformats.org/drawingml/2006/main" noGrp="1"/>
          </p:cNvSpPr>
          <p:nvPr/>
        </p:nvSpPr>
        <p:spPr>
          <a:xfrm xmlns:a="http://schemas.openxmlformats.org/drawingml/2006/main">
            <a:off x="1335024" y="1627632"/>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[Event]</a:t>
            </a:r>
            <a:endParaRPr sz="830" b="0" i="0" u="none" cap="none">
              <a:solidFill>
                <a:schemeClr val="dk1"/>
              </a:solidFill>
              <a:latin typeface="Arial"/>
              <a:ea typeface="Arial"/>
              <a:cs typeface="Arial"/>
            </a:endParaRPr>
          </a:p>
        </p:txBody>
      </p:sp>
      <p:sp>
        <p:nvSpPr>
          <p:cNvPr id="3659" name="Google Shape;3659;p58">
            <a:extLst xmlns:a="http://schemas.openxmlformats.org/drawingml/2006/main">
              <a:ext uri="{FF2B5EF4-FFF2-40B4-BE49-F238E27FC236}">
                <a16:creationId xmlns:a16="http://schemas.microsoft.com/office/drawing/2014/main" id="{1345E77C-B086-410D-A3EC-4802CB5B6697}"/>
              </a:ext>
            </a:extLst>
          </p:cNvPr>
          <p:cNvSpPr>
            <a:spLocks xmlns:a="http://schemas.openxmlformats.org/drawingml/2006/main" noGrp="1"/>
          </p:cNvSpPr>
          <p:nvPr/>
        </p:nvSpPr>
        <p:spPr>
          <a:xfrm xmlns:a="http://schemas.openxmlformats.org/drawingml/2006/main">
            <a:off x="2889504" y="1627632"/>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Driver</a:t>
            </a:r>
            <a:endParaRPr sz="830" b="0" i="0" u="none" cap="none">
              <a:solidFill>
                <a:schemeClr val="dk1"/>
              </a:solidFill>
              <a:latin typeface="Arial"/>
              <a:ea typeface="Arial"/>
              <a:cs typeface="Arial"/>
            </a:endParaRPr>
          </a:p>
        </p:txBody>
      </p:sp>
      <p:sp>
        <p:nvSpPr>
          <p:cNvPr id="3660" name="Google Shape;3660;p58">
            <a:extLst xmlns:a="http://schemas.openxmlformats.org/drawingml/2006/main">
              <a:ext uri="{FF2B5EF4-FFF2-40B4-BE49-F238E27FC236}">
                <a16:creationId xmlns:a16="http://schemas.microsoft.com/office/drawing/2014/main" id="{743E9447-F552-41AF-8DC9-CA2ACEB76F5A}"/>
              </a:ext>
            </a:extLst>
          </p:cNvPr>
          <p:cNvSpPr>
            <a:spLocks xmlns:a="http://schemas.openxmlformats.org/drawingml/2006/main" noGrp="1"/>
          </p:cNvSpPr>
          <p:nvPr/>
        </p:nvSpPr>
        <p:spPr>
          <a:xfrm xmlns:a="http://schemas.openxmlformats.org/drawingml/2006/main">
            <a:off x="3895344" y="1627632"/>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61" name="Google Shape;3661;p58">
            <a:extLst xmlns:a="http://schemas.openxmlformats.org/drawingml/2006/main">
              <a:ext uri="{FF2B5EF4-FFF2-40B4-BE49-F238E27FC236}">
                <a16:creationId xmlns:a16="http://schemas.microsoft.com/office/drawing/2014/main" id="{010C2297-2A02-495F-BD4A-3D5ACE3E8663}"/>
              </a:ext>
            </a:extLst>
          </p:cNvPr>
          <p:cNvSpPr>
            <a:spLocks xmlns:a="http://schemas.openxmlformats.org/drawingml/2006/main" noGrp="1"/>
          </p:cNvSpPr>
          <p:nvPr/>
        </p:nvSpPr>
        <p:spPr>
          <a:xfrm xmlns:a="http://schemas.openxmlformats.org/drawingml/2006/main">
            <a:off x="4626864" y="1627632"/>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62" name="Google Shape;3662;p58">
            <a:extLst xmlns:a="http://schemas.openxmlformats.org/drawingml/2006/main">
              <a:ext uri="{FF2B5EF4-FFF2-40B4-BE49-F238E27FC236}">
                <a16:creationId xmlns:a16="http://schemas.microsoft.com/office/drawing/2014/main" id="{D84B6937-39D8-4E4F-8264-5E014E6D7B2B}"/>
              </a:ext>
            </a:extLst>
          </p:cNvPr>
          <p:cNvSpPr>
            <a:spLocks xmlns:a="http://schemas.openxmlformats.org/drawingml/2006/main" noGrp="1"/>
          </p:cNvSpPr>
          <p:nvPr/>
        </p:nvSpPr>
        <p:spPr>
          <a:xfrm xmlns:a="http://schemas.openxmlformats.org/drawingml/2006/main">
            <a:off x="5632704" y="1627632"/>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[Notes — best / worst moment]</a:t>
            </a:r>
            <a:endParaRPr sz="830" b="0" i="0" u="none" cap="none">
              <a:solidFill>
                <a:schemeClr val="dk1"/>
              </a:solidFill>
              <a:latin typeface="Arial"/>
              <a:ea typeface="Arial"/>
              <a:cs typeface="Arial"/>
            </a:endParaRPr>
          </a:p>
        </p:txBody>
      </p:sp>
      <p:cxnSp>
        <p:nvCxnSpPr>
          <p:cNvPr id="3860" name="Google Shape;3663;p58"/>
          <p:cNvCxnSpPr/>
          <p:nvPr/>
        </p:nvCxnSpPr>
        <p:spPr>
          <a:xfrm xmlns:a="http://schemas.openxmlformats.org/drawingml/2006/main">
            <a:off x="320040" y="219717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64" name="Google Shape;3664;p58">
            <a:extLst xmlns:a="http://schemas.openxmlformats.org/drawingml/2006/main">
              <a:ext uri="{FF2B5EF4-FFF2-40B4-BE49-F238E27FC236}">
                <a16:creationId xmlns:a16="http://schemas.microsoft.com/office/drawing/2014/main" id="{56D48CE0-A2E9-45F5-9B94-08ACBF1AB5D1}"/>
              </a:ext>
            </a:extLst>
          </p:cNvPr>
          <p:cNvSpPr>
            <a:spLocks xmlns:a="http://schemas.openxmlformats.org/drawingml/2006/main" noGrp="1"/>
          </p:cNvSpPr>
          <p:nvPr/>
        </p:nvSpPr>
        <p:spPr>
          <a:xfrm xmlns:a="http://schemas.openxmlformats.org/drawingml/2006/main">
            <a:off x="374904" y="1912402"/>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665" name="Google Shape;3665;p58">
            <a:extLst xmlns:a="http://schemas.openxmlformats.org/drawingml/2006/main">
              <a:ext uri="{FF2B5EF4-FFF2-40B4-BE49-F238E27FC236}">
                <a16:creationId xmlns:a16="http://schemas.microsoft.com/office/drawing/2014/main" id="{54AEF3AF-AAA4-4901-8F0F-6D3F1B1FF6EB}"/>
              </a:ext>
            </a:extLst>
          </p:cNvPr>
          <p:cNvSpPr>
            <a:spLocks xmlns:a="http://schemas.openxmlformats.org/drawingml/2006/main" noGrp="1"/>
          </p:cNvSpPr>
          <p:nvPr/>
        </p:nvSpPr>
        <p:spPr>
          <a:xfrm xmlns:a="http://schemas.openxmlformats.org/drawingml/2006/main">
            <a:off x="1335024" y="1912402"/>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[Event]</a:t>
            </a:r>
            <a:endParaRPr sz="830" b="0" i="0" u="none" cap="none">
              <a:solidFill>
                <a:schemeClr val="dk1"/>
              </a:solidFill>
              <a:latin typeface="Arial"/>
              <a:ea typeface="Arial"/>
              <a:cs typeface="Arial"/>
            </a:endParaRPr>
          </a:p>
        </p:txBody>
      </p:sp>
      <p:sp>
        <p:nvSpPr>
          <p:cNvPr id="3666" name="Google Shape;3666;p58">
            <a:extLst xmlns:a="http://schemas.openxmlformats.org/drawingml/2006/main">
              <a:ext uri="{FF2B5EF4-FFF2-40B4-BE49-F238E27FC236}">
                <a16:creationId xmlns:a16="http://schemas.microsoft.com/office/drawing/2014/main" id="{1A1771CF-9D3F-4DB3-A256-6F30DE9594BD}"/>
              </a:ext>
            </a:extLst>
          </p:cNvPr>
          <p:cNvSpPr>
            <a:spLocks xmlns:a="http://schemas.openxmlformats.org/drawingml/2006/main" noGrp="1"/>
          </p:cNvSpPr>
          <p:nvPr/>
        </p:nvSpPr>
        <p:spPr>
          <a:xfrm xmlns:a="http://schemas.openxmlformats.org/drawingml/2006/main">
            <a:off x="2889504" y="1912402"/>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Programming</a:t>
            </a:r>
            <a:endParaRPr sz="830" b="0" i="0" u="none" cap="none">
              <a:solidFill>
                <a:schemeClr val="dk1"/>
              </a:solidFill>
              <a:latin typeface="Arial"/>
              <a:ea typeface="Arial"/>
              <a:cs typeface="Arial"/>
            </a:endParaRPr>
          </a:p>
        </p:txBody>
      </p:sp>
      <p:sp>
        <p:nvSpPr>
          <p:cNvPr id="3667" name="Google Shape;3667;p58">
            <a:extLst xmlns:a="http://schemas.openxmlformats.org/drawingml/2006/main">
              <a:ext uri="{FF2B5EF4-FFF2-40B4-BE49-F238E27FC236}">
                <a16:creationId xmlns:a16="http://schemas.microsoft.com/office/drawing/2014/main" id="{7814A28C-BCFE-44F6-A539-F4585C5ACAFF}"/>
              </a:ext>
            </a:extLst>
          </p:cNvPr>
          <p:cNvSpPr>
            <a:spLocks xmlns:a="http://schemas.openxmlformats.org/drawingml/2006/main" noGrp="1"/>
          </p:cNvSpPr>
          <p:nvPr/>
        </p:nvSpPr>
        <p:spPr>
          <a:xfrm xmlns:a="http://schemas.openxmlformats.org/drawingml/2006/main">
            <a:off x="3895344" y="1912402"/>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68" name="Google Shape;3668;p58">
            <a:extLst xmlns:a="http://schemas.openxmlformats.org/drawingml/2006/main">
              <a:ext uri="{FF2B5EF4-FFF2-40B4-BE49-F238E27FC236}">
                <a16:creationId xmlns:a16="http://schemas.microsoft.com/office/drawing/2014/main" id="{971F2D6B-50F6-4A66-8B13-A1CF89D1A0D9}"/>
              </a:ext>
            </a:extLst>
          </p:cNvPr>
          <p:cNvSpPr>
            <a:spLocks xmlns:a="http://schemas.openxmlformats.org/drawingml/2006/main" noGrp="1"/>
          </p:cNvSpPr>
          <p:nvPr/>
        </p:nvSpPr>
        <p:spPr>
          <a:xfrm xmlns:a="http://schemas.openxmlformats.org/drawingml/2006/main">
            <a:off x="4626864" y="1912402"/>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69" name="Google Shape;3669;p58">
            <a:extLst xmlns:a="http://schemas.openxmlformats.org/drawingml/2006/main">
              <a:ext uri="{FF2B5EF4-FFF2-40B4-BE49-F238E27FC236}">
                <a16:creationId xmlns:a16="http://schemas.microsoft.com/office/drawing/2014/main" id="{BA9E80F5-E02A-4DB6-8C8E-AE1EE02A944A}"/>
              </a:ext>
            </a:extLst>
          </p:cNvPr>
          <p:cNvSpPr>
            <a:spLocks xmlns:a="http://schemas.openxmlformats.org/drawingml/2006/main" noGrp="1"/>
          </p:cNvSpPr>
          <p:nvPr/>
        </p:nvSpPr>
        <p:spPr>
          <a:xfrm xmlns:a="http://schemas.openxmlformats.org/drawingml/2006/main">
            <a:off x="5632704" y="1912402"/>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[Notes]</a:t>
            </a:r>
            <a:endParaRPr sz="830" b="0" i="0" u="none" cap="none">
              <a:solidFill>
                <a:schemeClr val="dk1"/>
              </a:solidFill>
              <a:latin typeface="Arial"/>
              <a:ea typeface="Arial"/>
              <a:cs typeface="Arial"/>
            </a:endParaRPr>
          </a:p>
        </p:txBody>
      </p:sp>
      <p:sp>
        <p:nvSpPr>
          <p:cNvPr id="3670" name="Google Shape;3670;p58">
            <a:extLst xmlns:a="http://schemas.openxmlformats.org/drawingml/2006/main">
              <a:ext uri="{FF2B5EF4-FFF2-40B4-BE49-F238E27FC236}">
                <a16:creationId xmlns:a16="http://schemas.microsoft.com/office/drawing/2014/main" id="{87488CA0-765D-4E9B-9C35-0DC142F471A2}"/>
              </a:ext>
            </a:extLst>
          </p:cNvPr>
          <p:cNvSpPr>
            <a:spLocks xmlns:a="http://schemas.openxmlformats.org/drawingml/2006/main" noGrp="1"/>
          </p:cNvSpPr>
          <p:nvPr/>
        </p:nvSpPr>
        <p:spPr>
          <a:xfrm xmlns:a="http://schemas.openxmlformats.org/drawingml/2006/main">
            <a:off x="320040" y="2197173"/>
            <a:ext cx="8503920" cy="28477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68" name="Google Shape;3671;p58"/>
          <p:cNvCxnSpPr/>
          <p:nvPr/>
        </p:nvCxnSpPr>
        <p:spPr>
          <a:xfrm xmlns:a="http://schemas.openxmlformats.org/drawingml/2006/main">
            <a:off x="320040" y="248194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72" name="Google Shape;3672;p58">
            <a:extLst xmlns:a="http://schemas.openxmlformats.org/drawingml/2006/main">
              <a:ext uri="{FF2B5EF4-FFF2-40B4-BE49-F238E27FC236}">
                <a16:creationId xmlns:a16="http://schemas.microsoft.com/office/drawing/2014/main" id="{D7E722FB-81B3-4B1F-9010-0581AF6E01D2}"/>
              </a:ext>
            </a:extLst>
          </p:cNvPr>
          <p:cNvSpPr>
            <a:spLocks xmlns:a="http://schemas.openxmlformats.org/drawingml/2006/main" noGrp="1"/>
          </p:cNvSpPr>
          <p:nvPr/>
        </p:nvSpPr>
        <p:spPr>
          <a:xfrm xmlns:a="http://schemas.openxmlformats.org/drawingml/2006/main">
            <a:off x="374904" y="2197173"/>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673" name="Google Shape;3673;p58">
            <a:extLst xmlns:a="http://schemas.openxmlformats.org/drawingml/2006/main">
              <a:ext uri="{FF2B5EF4-FFF2-40B4-BE49-F238E27FC236}">
                <a16:creationId xmlns:a16="http://schemas.microsoft.com/office/drawing/2014/main" id="{DEFB77D0-FFA3-4843-902A-8C2C59EBEAA3}"/>
              </a:ext>
            </a:extLst>
          </p:cNvPr>
          <p:cNvSpPr>
            <a:spLocks xmlns:a="http://schemas.openxmlformats.org/drawingml/2006/main" noGrp="1"/>
          </p:cNvSpPr>
          <p:nvPr/>
        </p:nvSpPr>
        <p:spPr>
          <a:xfrm xmlns:a="http://schemas.openxmlformats.org/drawingml/2006/main">
            <a:off x="1335024" y="2197173"/>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[Event]</a:t>
            </a:r>
            <a:endParaRPr sz="830" b="0" i="0" u="none" cap="none">
              <a:solidFill>
                <a:schemeClr val="dk1"/>
              </a:solidFill>
              <a:latin typeface="Arial"/>
              <a:ea typeface="Arial"/>
              <a:cs typeface="Arial"/>
            </a:endParaRPr>
          </a:p>
        </p:txBody>
      </p:sp>
      <p:sp>
        <p:nvSpPr>
          <p:cNvPr id="3674" name="Google Shape;3674;p58">
            <a:extLst xmlns:a="http://schemas.openxmlformats.org/drawingml/2006/main">
              <a:ext uri="{FF2B5EF4-FFF2-40B4-BE49-F238E27FC236}">
                <a16:creationId xmlns:a16="http://schemas.microsoft.com/office/drawing/2014/main" id="{D8D73B2A-5D4F-4D74-8B85-52ECBCCF8F75}"/>
              </a:ext>
            </a:extLst>
          </p:cNvPr>
          <p:cNvSpPr>
            <a:spLocks xmlns:a="http://schemas.openxmlformats.org/drawingml/2006/main" noGrp="1"/>
          </p:cNvSpPr>
          <p:nvPr/>
        </p:nvSpPr>
        <p:spPr>
          <a:xfrm xmlns:a="http://schemas.openxmlformats.org/drawingml/2006/main">
            <a:off x="2889504" y="219717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Driver</a:t>
            </a:r>
            <a:endParaRPr sz="830" b="0" i="0" u="none" cap="none">
              <a:solidFill>
                <a:schemeClr val="dk1"/>
              </a:solidFill>
              <a:latin typeface="Arial"/>
              <a:ea typeface="Arial"/>
              <a:cs typeface="Arial"/>
            </a:endParaRPr>
          </a:p>
        </p:txBody>
      </p:sp>
      <p:sp>
        <p:nvSpPr>
          <p:cNvPr id="3675" name="Google Shape;3675;p58">
            <a:extLst xmlns:a="http://schemas.openxmlformats.org/drawingml/2006/main">
              <a:ext uri="{FF2B5EF4-FFF2-40B4-BE49-F238E27FC236}">
                <a16:creationId xmlns:a16="http://schemas.microsoft.com/office/drawing/2014/main" id="{CE7B9CD6-96BF-48F7-AED2-86AA59AA3913}"/>
              </a:ext>
            </a:extLst>
          </p:cNvPr>
          <p:cNvSpPr>
            <a:spLocks xmlns:a="http://schemas.openxmlformats.org/drawingml/2006/main" noGrp="1"/>
          </p:cNvSpPr>
          <p:nvPr/>
        </p:nvSpPr>
        <p:spPr>
          <a:xfrm xmlns:a="http://schemas.openxmlformats.org/drawingml/2006/main">
            <a:off x="3895344" y="2197173"/>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76" name="Google Shape;3676;p58">
            <a:extLst xmlns:a="http://schemas.openxmlformats.org/drawingml/2006/main">
              <a:ext uri="{FF2B5EF4-FFF2-40B4-BE49-F238E27FC236}">
                <a16:creationId xmlns:a16="http://schemas.microsoft.com/office/drawing/2014/main" id="{59FF14CB-CDEC-47BA-A786-3CF16EC9729E}"/>
              </a:ext>
            </a:extLst>
          </p:cNvPr>
          <p:cNvSpPr>
            <a:spLocks xmlns:a="http://schemas.openxmlformats.org/drawingml/2006/main" noGrp="1"/>
          </p:cNvSpPr>
          <p:nvPr/>
        </p:nvSpPr>
        <p:spPr>
          <a:xfrm xmlns:a="http://schemas.openxmlformats.org/drawingml/2006/main">
            <a:off x="4626864" y="219717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77" name="Google Shape;3677;p58">
            <a:extLst xmlns:a="http://schemas.openxmlformats.org/drawingml/2006/main">
              <a:ext uri="{FF2B5EF4-FFF2-40B4-BE49-F238E27FC236}">
                <a16:creationId xmlns:a16="http://schemas.microsoft.com/office/drawing/2014/main" id="{B74232F3-4F4C-4ED2-8F6E-84FDF02F4BEA}"/>
              </a:ext>
            </a:extLst>
          </p:cNvPr>
          <p:cNvSpPr>
            <a:spLocks xmlns:a="http://schemas.openxmlformats.org/drawingml/2006/main" noGrp="1"/>
          </p:cNvSpPr>
          <p:nvPr/>
        </p:nvSpPr>
        <p:spPr>
          <a:xfrm xmlns:a="http://schemas.openxmlformats.org/drawingml/2006/main">
            <a:off x="5632704" y="2197173"/>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[Notes]</a:t>
            </a:r>
            <a:endParaRPr sz="830" b="0" i="0" u="none" cap="none">
              <a:solidFill>
                <a:schemeClr val="dk1"/>
              </a:solidFill>
              <a:latin typeface="Arial"/>
              <a:ea typeface="Arial"/>
              <a:cs typeface="Arial"/>
            </a:endParaRPr>
          </a:p>
        </p:txBody>
      </p:sp>
      <p:cxnSp>
        <p:nvCxnSpPr>
          <p:cNvPr id="3875" name="Google Shape;3678;p58"/>
          <p:cNvCxnSpPr/>
          <p:nvPr/>
        </p:nvCxnSpPr>
        <p:spPr>
          <a:xfrm xmlns:a="http://schemas.openxmlformats.org/drawingml/2006/main">
            <a:off x="320040" y="276671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79" name="Google Shape;3679;p58">
            <a:extLst xmlns:a="http://schemas.openxmlformats.org/drawingml/2006/main">
              <a:ext uri="{FF2B5EF4-FFF2-40B4-BE49-F238E27FC236}">
                <a16:creationId xmlns:a16="http://schemas.microsoft.com/office/drawing/2014/main" id="{72435862-66BF-4C29-8A40-9F1FBE86B691}"/>
              </a:ext>
            </a:extLst>
          </p:cNvPr>
          <p:cNvSpPr>
            <a:spLocks xmlns:a="http://schemas.openxmlformats.org/drawingml/2006/main" noGrp="1"/>
          </p:cNvSpPr>
          <p:nvPr/>
        </p:nvSpPr>
        <p:spPr>
          <a:xfrm xmlns:a="http://schemas.openxmlformats.org/drawingml/2006/main">
            <a:off x="374904" y="2481943"/>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680" name="Google Shape;3680;p58">
            <a:extLst xmlns:a="http://schemas.openxmlformats.org/drawingml/2006/main">
              <a:ext uri="{FF2B5EF4-FFF2-40B4-BE49-F238E27FC236}">
                <a16:creationId xmlns:a16="http://schemas.microsoft.com/office/drawing/2014/main" id="{8D8A0303-929A-457D-AE02-8D87C2A2F438}"/>
              </a:ext>
            </a:extLst>
          </p:cNvPr>
          <p:cNvSpPr>
            <a:spLocks xmlns:a="http://schemas.openxmlformats.org/drawingml/2006/main" noGrp="1"/>
          </p:cNvSpPr>
          <p:nvPr/>
        </p:nvSpPr>
        <p:spPr>
          <a:xfrm xmlns:a="http://schemas.openxmlformats.org/drawingml/2006/main">
            <a:off x="1335024" y="2481943"/>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[Event]</a:t>
            </a:r>
            <a:endParaRPr sz="830" b="0" i="0" u="none" cap="none">
              <a:solidFill>
                <a:schemeClr val="dk1"/>
              </a:solidFill>
              <a:latin typeface="Arial"/>
              <a:ea typeface="Arial"/>
              <a:cs typeface="Arial"/>
            </a:endParaRPr>
          </a:p>
        </p:txBody>
      </p:sp>
      <p:sp>
        <p:nvSpPr>
          <p:cNvPr id="3681" name="Google Shape;3681;p58">
            <a:extLst xmlns:a="http://schemas.openxmlformats.org/drawingml/2006/main">
              <a:ext uri="{FF2B5EF4-FFF2-40B4-BE49-F238E27FC236}">
                <a16:creationId xmlns:a16="http://schemas.microsoft.com/office/drawing/2014/main" id="{CD9134CA-F15B-41BB-98AD-7A3588FFD75F}"/>
              </a:ext>
            </a:extLst>
          </p:cNvPr>
          <p:cNvSpPr>
            <a:spLocks xmlns:a="http://schemas.openxmlformats.org/drawingml/2006/main" noGrp="1"/>
          </p:cNvSpPr>
          <p:nvPr/>
        </p:nvSpPr>
        <p:spPr>
          <a:xfrm xmlns:a="http://schemas.openxmlformats.org/drawingml/2006/main">
            <a:off x="2889504" y="248194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Programming</a:t>
            </a:r>
            <a:endParaRPr sz="830" b="0" i="0" u="none" cap="none">
              <a:solidFill>
                <a:schemeClr val="dk1"/>
              </a:solidFill>
              <a:latin typeface="Arial"/>
              <a:ea typeface="Arial"/>
              <a:cs typeface="Arial"/>
            </a:endParaRPr>
          </a:p>
        </p:txBody>
      </p:sp>
      <p:sp>
        <p:nvSpPr>
          <p:cNvPr id="3682" name="Google Shape;3682;p58">
            <a:extLst xmlns:a="http://schemas.openxmlformats.org/drawingml/2006/main">
              <a:ext uri="{FF2B5EF4-FFF2-40B4-BE49-F238E27FC236}">
                <a16:creationId xmlns:a16="http://schemas.microsoft.com/office/drawing/2014/main" id="{E5DAA6D1-8E97-4F5D-8A0C-A942B81E032C}"/>
              </a:ext>
            </a:extLst>
          </p:cNvPr>
          <p:cNvSpPr>
            <a:spLocks xmlns:a="http://schemas.openxmlformats.org/drawingml/2006/main" noGrp="1"/>
          </p:cNvSpPr>
          <p:nvPr/>
        </p:nvSpPr>
        <p:spPr>
          <a:xfrm xmlns:a="http://schemas.openxmlformats.org/drawingml/2006/main">
            <a:off x="3895344" y="2481943"/>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83" name="Google Shape;3683;p58">
            <a:extLst xmlns:a="http://schemas.openxmlformats.org/drawingml/2006/main">
              <a:ext uri="{FF2B5EF4-FFF2-40B4-BE49-F238E27FC236}">
                <a16:creationId xmlns:a16="http://schemas.microsoft.com/office/drawing/2014/main" id="{C72A1FBC-CC3D-4B2D-9226-81C30B23BDB7}"/>
              </a:ext>
            </a:extLst>
          </p:cNvPr>
          <p:cNvSpPr>
            <a:spLocks xmlns:a="http://schemas.openxmlformats.org/drawingml/2006/main" noGrp="1"/>
          </p:cNvSpPr>
          <p:nvPr/>
        </p:nvSpPr>
        <p:spPr>
          <a:xfrm xmlns:a="http://schemas.openxmlformats.org/drawingml/2006/main">
            <a:off x="4626864" y="248194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84" name="Google Shape;3684;p58">
            <a:extLst xmlns:a="http://schemas.openxmlformats.org/drawingml/2006/main">
              <a:ext uri="{FF2B5EF4-FFF2-40B4-BE49-F238E27FC236}">
                <a16:creationId xmlns:a16="http://schemas.microsoft.com/office/drawing/2014/main" id="{E127F110-BFC5-45D3-ADDC-5803ABBFAAC0}"/>
              </a:ext>
            </a:extLst>
          </p:cNvPr>
          <p:cNvSpPr>
            <a:spLocks xmlns:a="http://schemas.openxmlformats.org/drawingml/2006/main" noGrp="1"/>
          </p:cNvSpPr>
          <p:nvPr/>
        </p:nvSpPr>
        <p:spPr>
          <a:xfrm xmlns:a="http://schemas.openxmlformats.org/drawingml/2006/main">
            <a:off x="5632704" y="2481943"/>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[Notes]</a:t>
            </a:r>
            <a:endParaRPr sz="830" b="0" i="0" u="none" cap="none">
              <a:solidFill>
                <a:schemeClr val="dk1"/>
              </a:solidFill>
              <a:latin typeface="Arial"/>
              <a:ea typeface="Arial"/>
              <a:cs typeface="Arial"/>
            </a:endParaRPr>
          </a:p>
        </p:txBody>
      </p:sp>
      <p:sp>
        <p:nvSpPr>
          <p:cNvPr id="3685" name="Google Shape;3685;p58">
            <a:extLst xmlns:a="http://schemas.openxmlformats.org/drawingml/2006/main">
              <a:ext uri="{FF2B5EF4-FFF2-40B4-BE49-F238E27FC236}">
                <a16:creationId xmlns:a16="http://schemas.microsoft.com/office/drawing/2014/main" id="{491DBA30-307E-4886-A092-DCECC93EE4EF}"/>
              </a:ext>
            </a:extLst>
          </p:cNvPr>
          <p:cNvSpPr>
            <a:spLocks xmlns:a="http://schemas.openxmlformats.org/drawingml/2006/main" noGrp="1"/>
          </p:cNvSpPr>
          <p:nvPr/>
        </p:nvSpPr>
        <p:spPr>
          <a:xfrm xmlns:a="http://schemas.openxmlformats.org/drawingml/2006/main">
            <a:off x="320040" y="2766713"/>
            <a:ext cx="8503920" cy="28477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83" name="Google Shape;3686;p58"/>
          <p:cNvCxnSpPr/>
          <p:nvPr/>
        </p:nvCxnSpPr>
        <p:spPr>
          <a:xfrm xmlns:a="http://schemas.openxmlformats.org/drawingml/2006/main">
            <a:off x="320040" y="305148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87" name="Google Shape;3687;p58">
            <a:extLst xmlns:a="http://schemas.openxmlformats.org/drawingml/2006/main">
              <a:ext uri="{FF2B5EF4-FFF2-40B4-BE49-F238E27FC236}">
                <a16:creationId xmlns:a16="http://schemas.microsoft.com/office/drawing/2014/main" id="{1E615DE3-ACC4-4DA5-AD77-920880C956A5}"/>
              </a:ext>
            </a:extLst>
          </p:cNvPr>
          <p:cNvSpPr>
            <a:spLocks xmlns:a="http://schemas.openxmlformats.org/drawingml/2006/main" noGrp="1"/>
          </p:cNvSpPr>
          <p:nvPr/>
        </p:nvSpPr>
        <p:spPr>
          <a:xfrm xmlns:a="http://schemas.openxmlformats.org/drawingml/2006/main">
            <a:off x="374904" y="2766713"/>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688" name="Google Shape;3688;p58">
            <a:extLst xmlns:a="http://schemas.openxmlformats.org/drawingml/2006/main">
              <a:ext uri="{FF2B5EF4-FFF2-40B4-BE49-F238E27FC236}">
                <a16:creationId xmlns:a16="http://schemas.microsoft.com/office/drawing/2014/main" id="{E1FECFBB-B364-4299-94FD-1C7D4EC242E8}"/>
              </a:ext>
            </a:extLst>
          </p:cNvPr>
          <p:cNvSpPr>
            <a:spLocks xmlns:a="http://schemas.openxmlformats.org/drawingml/2006/main" noGrp="1"/>
          </p:cNvSpPr>
          <p:nvPr/>
        </p:nvSpPr>
        <p:spPr>
          <a:xfrm xmlns:a="http://schemas.openxmlformats.org/drawingml/2006/main">
            <a:off x="1335024" y="2766713"/>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[Event]</a:t>
            </a:r>
            <a:endParaRPr sz="830" b="0" i="0" u="none" cap="none">
              <a:solidFill>
                <a:schemeClr val="dk1"/>
              </a:solidFill>
              <a:latin typeface="Arial"/>
              <a:ea typeface="Arial"/>
              <a:cs typeface="Arial"/>
            </a:endParaRPr>
          </a:p>
        </p:txBody>
      </p:sp>
      <p:sp>
        <p:nvSpPr>
          <p:cNvPr id="3689" name="Google Shape;3689;p58">
            <a:extLst xmlns:a="http://schemas.openxmlformats.org/drawingml/2006/main">
              <a:ext uri="{FF2B5EF4-FFF2-40B4-BE49-F238E27FC236}">
                <a16:creationId xmlns:a16="http://schemas.microsoft.com/office/drawing/2014/main" id="{DD5C62CE-BA38-44F6-AFB2-0488B0356BF1}"/>
              </a:ext>
            </a:extLst>
          </p:cNvPr>
          <p:cNvSpPr>
            <a:spLocks xmlns:a="http://schemas.openxmlformats.org/drawingml/2006/main" noGrp="1"/>
          </p:cNvSpPr>
          <p:nvPr/>
        </p:nvSpPr>
        <p:spPr>
          <a:xfrm xmlns:a="http://schemas.openxmlformats.org/drawingml/2006/main">
            <a:off x="2889504" y="276671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Driver</a:t>
            </a:r>
            <a:endParaRPr sz="830" b="0" i="0" u="none" cap="none">
              <a:solidFill>
                <a:schemeClr val="dk1"/>
              </a:solidFill>
              <a:latin typeface="Arial"/>
              <a:ea typeface="Arial"/>
              <a:cs typeface="Arial"/>
            </a:endParaRPr>
          </a:p>
        </p:txBody>
      </p:sp>
      <p:sp>
        <p:nvSpPr>
          <p:cNvPr id="3690" name="Google Shape;3690;p58">
            <a:extLst xmlns:a="http://schemas.openxmlformats.org/drawingml/2006/main">
              <a:ext uri="{FF2B5EF4-FFF2-40B4-BE49-F238E27FC236}">
                <a16:creationId xmlns:a16="http://schemas.microsoft.com/office/drawing/2014/main" id="{9099CBB7-9FE0-4632-B612-5F18492BEE73}"/>
              </a:ext>
            </a:extLst>
          </p:cNvPr>
          <p:cNvSpPr>
            <a:spLocks xmlns:a="http://schemas.openxmlformats.org/drawingml/2006/main" noGrp="1"/>
          </p:cNvSpPr>
          <p:nvPr/>
        </p:nvSpPr>
        <p:spPr>
          <a:xfrm xmlns:a="http://schemas.openxmlformats.org/drawingml/2006/main">
            <a:off x="3895344" y="2766713"/>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91" name="Google Shape;3691;p58">
            <a:extLst xmlns:a="http://schemas.openxmlformats.org/drawingml/2006/main">
              <a:ext uri="{FF2B5EF4-FFF2-40B4-BE49-F238E27FC236}">
                <a16:creationId xmlns:a16="http://schemas.microsoft.com/office/drawing/2014/main" id="{FBB24C3D-B09D-4C00-A610-48B9DA789A3F}"/>
              </a:ext>
            </a:extLst>
          </p:cNvPr>
          <p:cNvSpPr>
            <a:spLocks xmlns:a="http://schemas.openxmlformats.org/drawingml/2006/main" noGrp="1"/>
          </p:cNvSpPr>
          <p:nvPr/>
        </p:nvSpPr>
        <p:spPr>
          <a:xfrm xmlns:a="http://schemas.openxmlformats.org/drawingml/2006/main">
            <a:off x="4626864" y="276671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92" name="Google Shape;3692;p58">
            <a:extLst xmlns:a="http://schemas.openxmlformats.org/drawingml/2006/main">
              <a:ext uri="{FF2B5EF4-FFF2-40B4-BE49-F238E27FC236}">
                <a16:creationId xmlns:a16="http://schemas.microsoft.com/office/drawing/2014/main" id="{CF772AA5-3532-4C16-8B2D-118405FCAFDB}"/>
              </a:ext>
            </a:extLst>
          </p:cNvPr>
          <p:cNvSpPr>
            <a:spLocks xmlns:a="http://schemas.openxmlformats.org/drawingml/2006/main" noGrp="1"/>
          </p:cNvSpPr>
          <p:nvPr/>
        </p:nvSpPr>
        <p:spPr>
          <a:xfrm xmlns:a="http://schemas.openxmlformats.org/drawingml/2006/main">
            <a:off x="5632704" y="2766713"/>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[Notes]</a:t>
            </a:r>
            <a:endParaRPr sz="830" b="0" i="0" u="none" cap="none">
              <a:solidFill>
                <a:schemeClr val="dk1"/>
              </a:solidFill>
              <a:latin typeface="Arial"/>
              <a:ea typeface="Arial"/>
              <a:cs typeface="Arial"/>
            </a:endParaRPr>
          </a:p>
        </p:txBody>
      </p:sp>
      <p:cxnSp>
        <p:nvCxnSpPr>
          <p:cNvPr id="3890" name="Google Shape;3693;p58"/>
          <p:cNvCxnSpPr/>
          <p:nvPr/>
        </p:nvCxnSpPr>
        <p:spPr>
          <a:xfrm xmlns:a="http://schemas.openxmlformats.org/drawingml/2006/main">
            <a:off x="320040" y="333625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694" name="Google Shape;3694;p58">
            <a:extLst xmlns:a="http://schemas.openxmlformats.org/drawingml/2006/main">
              <a:ext uri="{FF2B5EF4-FFF2-40B4-BE49-F238E27FC236}">
                <a16:creationId xmlns:a16="http://schemas.microsoft.com/office/drawing/2014/main" id="{767A955E-CB7C-4103-9FB2-692F9FAF73DA}"/>
              </a:ext>
            </a:extLst>
          </p:cNvPr>
          <p:cNvSpPr>
            <a:spLocks xmlns:a="http://schemas.openxmlformats.org/drawingml/2006/main" noGrp="1"/>
          </p:cNvSpPr>
          <p:nvPr/>
        </p:nvSpPr>
        <p:spPr>
          <a:xfrm xmlns:a="http://schemas.openxmlformats.org/drawingml/2006/main">
            <a:off x="374904" y="3051483"/>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695" name="Google Shape;3695;p58">
            <a:extLst xmlns:a="http://schemas.openxmlformats.org/drawingml/2006/main">
              <a:ext uri="{FF2B5EF4-FFF2-40B4-BE49-F238E27FC236}">
                <a16:creationId xmlns:a16="http://schemas.microsoft.com/office/drawing/2014/main" id="{B7E0D4BE-C3DB-4FC7-A3BE-0DFB80F16D5D}"/>
              </a:ext>
            </a:extLst>
          </p:cNvPr>
          <p:cNvSpPr>
            <a:spLocks xmlns:a="http://schemas.openxmlformats.org/drawingml/2006/main" noGrp="1"/>
          </p:cNvSpPr>
          <p:nvPr/>
        </p:nvSpPr>
        <p:spPr>
          <a:xfrm xmlns:a="http://schemas.openxmlformats.org/drawingml/2006/main">
            <a:off x="1335024" y="3051483"/>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[Event]</a:t>
            </a:r>
            <a:endParaRPr sz="830" b="0" i="0" u="none" cap="none">
              <a:solidFill>
                <a:schemeClr val="dk1"/>
              </a:solidFill>
              <a:latin typeface="Arial"/>
              <a:ea typeface="Arial"/>
              <a:cs typeface="Arial"/>
            </a:endParaRPr>
          </a:p>
        </p:txBody>
      </p:sp>
      <p:sp>
        <p:nvSpPr>
          <p:cNvPr id="3696" name="Google Shape;3696;p58">
            <a:extLst xmlns:a="http://schemas.openxmlformats.org/drawingml/2006/main">
              <a:ext uri="{FF2B5EF4-FFF2-40B4-BE49-F238E27FC236}">
                <a16:creationId xmlns:a16="http://schemas.microsoft.com/office/drawing/2014/main" id="{609C81F0-6F04-405F-B4DF-677743B52F5E}"/>
              </a:ext>
            </a:extLst>
          </p:cNvPr>
          <p:cNvSpPr>
            <a:spLocks xmlns:a="http://schemas.openxmlformats.org/drawingml/2006/main" noGrp="1"/>
          </p:cNvSpPr>
          <p:nvPr/>
        </p:nvSpPr>
        <p:spPr>
          <a:xfrm xmlns:a="http://schemas.openxmlformats.org/drawingml/2006/main">
            <a:off x="2889504" y="305148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Programming</a:t>
            </a:r>
            <a:endParaRPr sz="830" b="0" i="0" u="none" cap="none">
              <a:solidFill>
                <a:schemeClr val="dk1"/>
              </a:solidFill>
              <a:latin typeface="Arial"/>
              <a:ea typeface="Arial"/>
              <a:cs typeface="Arial"/>
            </a:endParaRPr>
          </a:p>
        </p:txBody>
      </p:sp>
      <p:sp>
        <p:nvSpPr>
          <p:cNvPr id="3697" name="Google Shape;3697;p58">
            <a:extLst xmlns:a="http://schemas.openxmlformats.org/drawingml/2006/main">
              <a:ext uri="{FF2B5EF4-FFF2-40B4-BE49-F238E27FC236}">
                <a16:creationId xmlns:a16="http://schemas.microsoft.com/office/drawing/2014/main" id="{591BAA52-4724-4FCF-ACB2-B8292F97B3D8}"/>
              </a:ext>
            </a:extLst>
          </p:cNvPr>
          <p:cNvSpPr>
            <a:spLocks xmlns:a="http://schemas.openxmlformats.org/drawingml/2006/main" noGrp="1"/>
          </p:cNvSpPr>
          <p:nvPr/>
        </p:nvSpPr>
        <p:spPr>
          <a:xfrm xmlns:a="http://schemas.openxmlformats.org/drawingml/2006/main">
            <a:off x="3895344" y="3051483"/>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98" name="Google Shape;3698;p58">
            <a:extLst xmlns:a="http://schemas.openxmlformats.org/drawingml/2006/main">
              <a:ext uri="{FF2B5EF4-FFF2-40B4-BE49-F238E27FC236}">
                <a16:creationId xmlns:a16="http://schemas.microsoft.com/office/drawing/2014/main" id="{75E00FBD-F08F-4F6D-9844-FBECAD73052D}"/>
              </a:ext>
            </a:extLst>
          </p:cNvPr>
          <p:cNvSpPr>
            <a:spLocks xmlns:a="http://schemas.openxmlformats.org/drawingml/2006/main" noGrp="1"/>
          </p:cNvSpPr>
          <p:nvPr/>
        </p:nvSpPr>
        <p:spPr>
          <a:xfrm xmlns:a="http://schemas.openxmlformats.org/drawingml/2006/main">
            <a:off x="4626864" y="3051483"/>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___</a:t>
            </a:r>
            <a:endParaRPr sz="830" b="0" i="0" u="none" cap="none">
              <a:solidFill>
                <a:schemeClr val="dk1"/>
              </a:solidFill>
              <a:latin typeface="Arial"/>
              <a:ea typeface="Arial"/>
              <a:cs typeface="Arial"/>
            </a:endParaRPr>
          </a:p>
        </p:txBody>
      </p:sp>
      <p:sp>
        <p:nvSpPr>
          <p:cNvPr id="3699" name="Google Shape;3699;p58">
            <a:extLst xmlns:a="http://schemas.openxmlformats.org/drawingml/2006/main">
              <a:ext uri="{FF2B5EF4-FFF2-40B4-BE49-F238E27FC236}">
                <a16:creationId xmlns:a16="http://schemas.microsoft.com/office/drawing/2014/main" id="{16BF3B60-9B3B-4B8D-9891-F0F68184762B}"/>
              </a:ext>
            </a:extLst>
          </p:cNvPr>
          <p:cNvSpPr>
            <a:spLocks xmlns:a="http://schemas.openxmlformats.org/drawingml/2006/main" noGrp="1"/>
          </p:cNvSpPr>
          <p:nvPr/>
        </p:nvSpPr>
        <p:spPr>
          <a:xfrm xmlns:a="http://schemas.openxmlformats.org/drawingml/2006/main">
            <a:off x="5632704" y="3051483"/>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[Notes]</a:t>
            </a:r>
            <a:endParaRPr sz="830" b="0" i="0" u="none" cap="none">
              <a:solidFill>
                <a:schemeClr val="dk1"/>
              </a:solidFill>
              <a:latin typeface="Arial"/>
              <a:ea typeface="Arial"/>
              <a:cs typeface="Arial"/>
            </a:endParaRPr>
          </a:p>
        </p:txBody>
      </p:sp>
      <p:sp>
        <p:nvSpPr>
          <p:cNvPr id="3700" name="Google Shape;3700;p58">
            <a:extLst xmlns:a="http://schemas.openxmlformats.org/drawingml/2006/main">
              <a:ext uri="{FF2B5EF4-FFF2-40B4-BE49-F238E27FC236}">
                <a16:creationId xmlns:a16="http://schemas.microsoft.com/office/drawing/2014/main" id="{5DF5D461-6C5C-4A53-9A72-CEC7A15670F9}"/>
              </a:ext>
            </a:extLst>
          </p:cNvPr>
          <p:cNvSpPr>
            <a:spLocks xmlns:a="http://schemas.openxmlformats.org/drawingml/2006/main" noGrp="1"/>
          </p:cNvSpPr>
          <p:nvPr/>
        </p:nvSpPr>
        <p:spPr>
          <a:xfrm xmlns:a="http://schemas.openxmlformats.org/drawingml/2006/main">
            <a:off x="320040" y="3336254"/>
            <a:ext cx="8503920" cy="28477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898" name="Google Shape;3701;p58"/>
          <p:cNvCxnSpPr/>
          <p:nvPr/>
        </p:nvCxnSpPr>
        <p:spPr>
          <a:xfrm xmlns:a="http://schemas.openxmlformats.org/drawingml/2006/main">
            <a:off x="320040" y="362102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02" name="Google Shape;3702;p58">
            <a:extLst xmlns:a="http://schemas.openxmlformats.org/drawingml/2006/main">
              <a:ext uri="{FF2B5EF4-FFF2-40B4-BE49-F238E27FC236}">
                <a16:creationId xmlns:a16="http://schemas.microsoft.com/office/drawing/2014/main" id="{1CAD2FBE-8EA3-4716-9658-BA73B0124BA4}"/>
              </a:ext>
            </a:extLst>
          </p:cNvPr>
          <p:cNvSpPr>
            <a:spLocks xmlns:a="http://schemas.openxmlformats.org/drawingml/2006/main" noGrp="1"/>
          </p:cNvSpPr>
          <p:nvPr/>
        </p:nvSpPr>
        <p:spPr>
          <a:xfrm xmlns:a="http://schemas.openxmlformats.org/drawingml/2006/main">
            <a:off x="374904" y="3336254"/>
            <a:ext cx="905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30"/>
              <a:buFont typeface="Arial"/>
              <a:buNone/>
            </a:pPr>
            <a:r>
              <a:t/>
            </a:r>
            <a:endParaRPr sz="830" b="0" i="0" u="none" cap="none">
              <a:solidFill>
                <a:schemeClr val="dk1"/>
              </a:solidFill>
              <a:latin typeface="Arial"/>
              <a:ea typeface="Arial"/>
              <a:cs typeface="Arial"/>
            </a:endParaRPr>
          </a:p>
        </p:txBody>
      </p:sp>
      <p:sp>
        <p:nvSpPr>
          <p:cNvPr id="3703" name="Google Shape;3703;p58">
            <a:extLst xmlns:a="http://schemas.openxmlformats.org/drawingml/2006/main">
              <a:ext uri="{FF2B5EF4-FFF2-40B4-BE49-F238E27FC236}">
                <a16:creationId xmlns:a16="http://schemas.microsoft.com/office/drawing/2014/main" id="{665B211C-C493-4F0D-81DF-676D4F1EF218}"/>
              </a:ext>
            </a:extLst>
          </p:cNvPr>
          <p:cNvSpPr>
            <a:spLocks xmlns:a="http://schemas.openxmlformats.org/drawingml/2006/main" noGrp="1"/>
          </p:cNvSpPr>
          <p:nvPr/>
        </p:nvSpPr>
        <p:spPr>
          <a:xfrm xmlns:a="http://schemas.openxmlformats.org/drawingml/2006/main">
            <a:off x="1335024" y="3336254"/>
            <a:ext cx="149961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30"/>
              <a:buFont typeface="Arial"/>
              <a:buNone/>
            </a:pPr>
            <a:r>
              <a:t/>
            </a:r>
            <a:endParaRPr sz="830" b="0" i="0" u="none" cap="none">
              <a:solidFill>
                <a:schemeClr val="dk1"/>
              </a:solidFill>
              <a:latin typeface="Arial"/>
              <a:ea typeface="Arial"/>
              <a:cs typeface="Arial"/>
            </a:endParaRPr>
          </a:p>
        </p:txBody>
      </p:sp>
      <p:sp>
        <p:nvSpPr>
          <p:cNvPr id="3704" name="Google Shape;3704;p58">
            <a:extLst xmlns:a="http://schemas.openxmlformats.org/drawingml/2006/main">
              <a:ext uri="{FF2B5EF4-FFF2-40B4-BE49-F238E27FC236}">
                <a16:creationId xmlns:a16="http://schemas.microsoft.com/office/drawing/2014/main" id="{09AFDACA-AB51-4B5A-A2BD-D2D009CA8316}"/>
              </a:ext>
            </a:extLst>
          </p:cNvPr>
          <p:cNvSpPr>
            <a:spLocks xmlns:a="http://schemas.openxmlformats.org/drawingml/2006/main" noGrp="1"/>
          </p:cNvSpPr>
          <p:nvPr/>
        </p:nvSpPr>
        <p:spPr>
          <a:xfrm xmlns:a="http://schemas.openxmlformats.org/drawingml/2006/main">
            <a:off x="2889504" y="3336254"/>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Season High</a:t>
            </a:r>
            <a:endParaRPr sz="830" b="0" i="0" u="none" cap="none">
              <a:solidFill>
                <a:schemeClr val="dk1"/>
              </a:solidFill>
              <a:latin typeface="Arial"/>
              <a:ea typeface="Arial"/>
              <a:cs typeface="Arial"/>
            </a:endParaRPr>
          </a:p>
        </p:txBody>
      </p:sp>
      <p:sp>
        <p:nvSpPr>
          <p:cNvPr id="3705" name="Google Shape;3705;p58">
            <a:extLst xmlns:a="http://schemas.openxmlformats.org/drawingml/2006/main">
              <a:ext uri="{FF2B5EF4-FFF2-40B4-BE49-F238E27FC236}">
                <a16:creationId xmlns:a16="http://schemas.microsoft.com/office/drawing/2014/main" id="{49D63655-0235-4E02-AEA7-7767D7758FC4}"/>
              </a:ext>
            </a:extLst>
          </p:cNvPr>
          <p:cNvSpPr>
            <a:spLocks xmlns:a="http://schemas.openxmlformats.org/drawingml/2006/main" noGrp="1"/>
          </p:cNvSpPr>
          <p:nvPr/>
        </p:nvSpPr>
        <p:spPr>
          <a:xfrm xmlns:a="http://schemas.openxmlformats.org/drawingml/2006/main">
            <a:off x="3895344" y="3336254"/>
            <a:ext cx="6766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[Drv]</a:t>
            </a:r>
            <a:endParaRPr sz="830" b="0" i="0" u="none" cap="none">
              <a:solidFill>
                <a:schemeClr val="dk1"/>
              </a:solidFill>
              <a:latin typeface="Arial"/>
              <a:ea typeface="Arial"/>
              <a:cs typeface="Arial"/>
            </a:endParaRPr>
          </a:p>
        </p:txBody>
      </p:sp>
      <p:sp>
        <p:nvSpPr>
          <p:cNvPr id="3706" name="Google Shape;3706;p58">
            <a:extLst xmlns:a="http://schemas.openxmlformats.org/drawingml/2006/main">
              <a:ext uri="{FF2B5EF4-FFF2-40B4-BE49-F238E27FC236}">
                <a16:creationId xmlns:a16="http://schemas.microsoft.com/office/drawing/2014/main" id="{87BFD7EA-81E5-4748-8C80-8BB7F73F5EA1}"/>
              </a:ext>
            </a:extLst>
          </p:cNvPr>
          <p:cNvSpPr>
            <a:spLocks xmlns:a="http://schemas.openxmlformats.org/drawingml/2006/main" noGrp="1"/>
          </p:cNvSpPr>
          <p:nvPr/>
        </p:nvSpPr>
        <p:spPr>
          <a:xfrm xmlns:a="http://schemas.openxmlformats.org/drawingml/2006/main">
            <a:off x="4626864" y="3336254"/>
            <a:ext cx="95097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[Prg]</a:t>
            </a:r>
            <a:endParaRPr sz="830" b="0" i="0" u="none" cap="none">
              <a:solidFill>
                <a:schemeClr val="dk1"/>
              </a:solidFill>
              <a:latin typeface="Arial"/>
              <a:ea typeface="Arial"/>
              <a:cs typeface="Arial"/>
            </a:endParaRPr>
          </a:p>
        </p:txBody>
      </p:sp>
      <p:sp>
        <p:nvSpPr>
          <p:cNvPr id="3707" name="Google Shape;3707;p58">
            <a:extLst xmlns:a="http://schemas.openxmlformats.org/drawingml/2006/main">
              <a:ext uri="{FF2B5EF4-FFF2-40B4-BE49-F238E27FC236}">
                <a16:creationId xmlns:a16="http://schemas.microsoft.com/office/drawing/2014/main" id="{8BE4EE45-F48C-4937-8062-671C0B6F55C3}"/>
              </a:ext>
            </a:extLst>
          </p:cNvPr>
          <p:cNvSpPr>
            <a:spLocks xmlns:a="http://schemas.openxmlformats.org/drawingml/2006/main" noGrp="1"/>
          </p:cNvSpPr>
          <p:nvPr/>
        </p:nvSpPr>
        <p:spPr>
          <a:xfrm xmlns:a="http://schemas.openxmlformats.org/drawingml/2006/main">
            <a:off x="5632704" y="3336254"/>
            <a:ext cx="3191256" cy="284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[Combined]</a:t>
            </a:r>
            <a:endParaRPr sz="830" b="0" i="0" u="none" cap="none">
              <a:solidFill>
                <a:schemeClr val="dk1"/>
              </a:solidFill>
              <a:latin typeface="Arial"/>
              <a:ea typeface="Arial"/>
              <a:cs typeface="Arial"/>
            </a:endParaRPr>
          </a:p>
        </p:txBody>
      </p:sp>
      <p:sp>
        <p:nvSpPr>
          <p:cNvPr id="3708" name="Google Shape;3708;p58">
            <a:extLst xmlns:a="http://schemas.openxmlformats.org/drawingml/2006/main">
              <a:ext uri="{FF2B5EF4-FFF2-40B4-BE49-F238E27FC236}">
                <a16:creationId xmlns:a16="http://schemas.microsoft.com/office/drawing/2014/main" id="{148C2206-D9C6-4FE1-9933-63A8657215F2}"/>
              </a:ext>
            </a:extLst>
          </p:cNvPr>
          <p:cNvSpPr>
            <a:spLocks xmlns:a="http://schemas.openxmlformats.org/drawingml/2006/main" noGrp="1"/>
          </p:cNvSpPr>
          <p:nvPr/>
        </p:nvSpPr>
        <p:spPr>
          <a:xfrm xmlns:a="http://schemas.openxmlformats.org/drawingml/2006/main">
            <a:off x="320040" y="1426464"/>
            <a:ext cx="8503920" cy="219456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709" name="Google Shape;3709;p58">
            <a:extLst xmlns:a="http://schemas.openxmlformats.org/drawingml/2006/main">
              <a:ext uri="{FF2B5EF4-FFF2-40B4-BE49-F238E27FC236}">
                <a16:creationId xmlns:a16="http://schemas.microsoft.com/office/drawing/2014/main" id="{6CBB6D64-9844-4394-85E1-CCB414D241C2}"/>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DC2626"/>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4b943e602c7448e5"/>
              </a:rPr>
              <a:t>skills tracker  ·  Driving Skills  ·  Autonomous Coding Skills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2022265591"/>
      </p:ext>
    </p:extLst>
  </p:cSld>
</p:sld>
</file>

<file path=ppt/slides/slide57.xml><?xml version="1.0" encoding="utf-8"?>
<p:sld xmlns:p="http://schemas.openxmlformats.org/presentationml/2006/main">
  <p:cSld>
    <p:bg>
      <p:bgPr>
        <a:solidFill xmlns:a="http://schemas.openxmlformats.org/drawingml/2006/main">
          <a:srgbClr val="DB2777"/>
        </a:solidFill>
      </p:bgPr>
    </p:bg>
    <p:spTree>
      <p:nvGrpSpPr>
        <p:cNvPr id="1" name=""/>
        <p:cNvGrpSpPr/>
        <p:nvPr/>
      </p:nvGrpSpPr>
      <p:grpSpPr>
        <a:xfrm xmlns:a="http://schemas.openxmlformats.org/drawingml/2006/main"/>
      </p:grpSpPr>
      <p:sp>
        <p:nvSpPr>
          <p:cNvPr id="3715" name="Google Shape;3715;p59">
            <a:extLst xmlns:a="http://schemas.openxmlformats.org/drawingml/2006/main">
              <a:ext uri="{FF2B5EF4-FFF2-40B4-BE49-F238E27FC236}">
                <a16:creationId xmlns:a16="http://schemas.microsoft.com/office/drawing/2014/main" id="{B0E268A2-FD4D-4F27-95B6-5925655DF89F}"/>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7</a:t>
            </a:r>
            <a:endParaRPr sz="15000" b="0" i="0" u="none" cap="none">
              <a:solidFill>
                <a:schemeClr val="dk1"/>
              </a:solidFill>
              <a:latin typeface="Arial"/>
              <a:ea typeface="Arial"/>
              <a:cs typeface="Arial"/>
            </a:endParaRPr>
          </a:p>
        </p:txBody>
      </p:sp>
      <p:sp>
        <p:nvSpPr>
          <p:cNvPr id="3716" name="Google Shape;3716;p59">
            <a:extLst xmlns:a="http://schemas.openxmlformats.org/drawingml/2006/main">
              <a:ext uri="{FF2B5EF4-FFF2-40B4-BE49-F238E27FC236}">
                <a16:creationId xmlns:a16="http://schemas.microsoft.com/office/drawing/2014/main" id="{63DBF5B7-CD57-412F-B908-C7BD7EC51790}"/>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EDP CYCLE REPEATS</a:t>
            </a:r>
            <a:endParaRPr sz="1100" b="0" i="0" u="none" cap="none">
              <a:solidFill>
                <a:schemeClr val="dk1"/>
              </a:solidFill>
              <a:latin typeface="Arial"/>
              <a:ea typeface="Arial"/>
              <a:cs typeface="Arial"/>
            </a:endParaRPr>
          </a:p>
        </p:txBody>
      </p:sp>
      <p:sp>
        <p:nvSpPr>
          <p:cNvPr id="3717" name="Google Shape;3717;p59">
            <a:extLst xmlns:a="http://schemas.openxmlformats.org/drawingml/2006/main">
              <a:ext uri="{FF2B5EF4-FFF2-40B4-BE49-F238E27FC236}">
                <a16:creationId xmlns:a16="http://schemas.microsoft.com/office/drawing/2014/main" id="{92C5A93D-2DD5-4917-ACD8-7A0B7E1A65A5}"/>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ITERATION — V[N] CYCLE</a:t>
            </a:r>
            <a:endParaRPr sz="3800" b="0" i="0" u="none" cap="none">
              <a:solidFill>
                <a:schemeClr val="dk1"/>
              </a:solidFill>
              <a:latin typeface="Arial"/>
              <a:ea typeface="Arial"/>
              <a:cs typeface="Arial"/>
            </a:endParaRPr>
          </a:p>
        </p:txBody>
      </p:sp>
      <p:sp>
        <p:nvSpPr>
          <p:cNvPr id="3718" name="Google Shape;3718;p59">
            <a:extLst xmlns:a="http://schemas.openxmlformats.org/drawingml/2006/main">
              <a:ext uri="{FF2B5EF4-FFF2-40B4-BE49-F238E27FC236}">
                <a16:creationId xmlns:a16="http://schemas.microsoft.com/office/drawing/2014/main" id="{08AAC244-2BED-474F-A368-C198BD7D5198}"/>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Data from tournament → redesign → rebuild → retest → recompete</a:t>
            </a:r>
            <a:endParaRPr sz="1300" b="0" i="0" u="none" cap="none">
              <a:solidFill>
                <a:schemeClr val="dk1"/>
              </a:solidFill>
              <a:latin typeface="Arial"/>
              <a:ea typeface="Arial"/>
              <a:cs typeface="Arial"/>
            </a:endParaRPr>
          </a:p>
        </p:txBody>
      </p:sp>
      <p:sp>
        <p:nvSpPr>
          <p:cNvPr id="3719" name="Google Shape;3719;p59">
            <a:extLst xmlns:a="http://schemas.openxmlformats.org/drawingml/2006/main">
              <a:ext uri="{FF2B5EF4-FFF2-40B4-BE49-F238E27FC236}">
                <a16:creationId xmlns:a16="http://schemas.microsoft.com/office/drawing/2014/main" id="{DC4F9318-5251-4825-B6CF-8DB711B33291}"/>
              </a:ext>
            </a:extLst>
          </p:cNvPr>
          <p:cNvSpPr>
            <a:spLocks xmlns:a="http://schemas.openxmlformats.org/drawingml/2006/main" noGrp="1"/>
          </p:cNvSpPr>
          <p:nvPr/>
        </p:nvSpPr>
        <p:spPr>
          <a:xfrm xmlns:a="http://schemas.openxmlformats.org/drawingml/2006/main">
            <a:off x="2286000" y="27432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1" u="none" cap="none">
                <a:solidFill>
                  <a:srgbClr val="FFFFFF"/>
                </a:solidFill>
                <a:latin typeface="Arial"/>
                <a:ea typeface="Arial"/>
                <a:cs typeface="Arial"/>
              </a:rPr>
              <a:t>After each tournament, trigger the next design cycle. Duplicate slides 11–52 and mark them V[N].</a:t>
            </a:r>
            <a:endParaRPr sz="1000" b="0" i="0" u="none" cap="none">
              <a:solidFill>
                <a:schemeClr val="dk1"/>
              </a:solidFill>
              <a:latin typeface="Arial"/>
              <a:ea typeface="Arial"/>
              <a:cs typeface="Arial"/>
            </a:endParaRPr>
          </a:p>
        </p:txBody>
      </p:sp>
      <p:sp>
        <p:nvSpPr>
          <p:cNvPr id="3720" name="Google Shape;3720;p59">
            <a:extLst xmlns:a="http://schemas.openxmlformats.org/drawingml/2006/main">
              <a:ext uri="{FF2B5EF4-FFF2-40B4-BE49-F238E27FC236}">
                <a16:creationId xmlns:a16="http://schemas.microsoft.com/office/drawing/2014/main" id="{F0FB9060-AAA1-493A-9CCD-71248BA392ED}"/>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3721" name="Google Shape;3721;p59">
            <a:extLst xmlns:a="http://schemas.openxmlformats.org/drawingml/2006/main">
              <a:ext uri="{FF2B5EF4-FFF2-40B4-BE49-F238E27FC236}">
                <a16:creationId xmlns:a16="http://schemas.microsoft.com/office/drawing/2014/main" id="{3F6D4E06-9184-43E4-B568-E2E33BD3FA87}"/>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57:  V[N] Robot Divider  (mark cycle #)</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  Duplicate SECTION: Identify Challenge  (slides 12–17 updated with new goals)</a:t>
            </a:r>
            <a:endParaRPr sz="1100" b="0" i="0" u="none" cap="none">
              <a:solidFill>
                <a:schemeClr val="dk1"/>
              </a:solidFill>
              <a:latin typeface="Arial"/>
              <a:ea typeface="Arial"/>
              <a:cs typeface="Arial"/>
            </a:endParaRPr>
          </a:p>
        </p:txBody>
      </p:sp>
      <p:sp>
        <p:nvSpPr>
          <p:cNvPr id="3722" name="Google Shape;3722;p59">
            <a:extLst xmlns:a="http://schemas.openxmlformats.org/drawingml/2006/main">
              <a:ext uri="{FF2B5EF4-FFF2-40B4-BE49-F238E27FC236}">
                <a16:creationId xmlns:a16="http://schemas.microsoft.com/office/drawing/2014/main" id="{A2FC7503-1E50-45C4-A5DF-B5C1A3F5EBF0}"/>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  Duplicate SECTION: Brainstorm, Select, Build, Test</a:t>
            </a:r>
            <a:endParaRPr sz="1100" b="0" i="0" u="non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  Duplicate Tournament Prep with the new results</a:t>
            </a:r>
            <a:endParaRPr sz="1100" b="0" i="0" u="none" cap="none">
              <a:solidFill>
                <a:schemeClr val="dk1"/>
              </a:solidFill>
              <a:latin typeface="Arial"/>
              <a:ea typeface="Arial"/>
              <a:cs typeface="Arial"/>
            </a:endParaRPr>
          </a:p>
        </p:txBody>
      </p:sp>
      <p:sp>
        <p:nvSpPr>
          <p:cNvPr id="3723" name="Google Shape;3723;p59">
            <a:extLst xmlns:a="http://schemas.openxmlformats.org/drawingml/2006/main">
              <a:ext uri="{FF2B5EF4-FFF2-40B4-BE49-F238E27FC236}">
                <a16:creationId xmlns:a16="http://schemas.microsoft.com/office/drawing/2014/main" id="{082C273B-5315-421B-8601-52C8FFA10A36}"/>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57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926659199"/>
      </p:ext>
    </p:extLst>
  </p:cSld>
</p:sld>
</file>

<file path=ppt/slides/slide58.xml><?xml version="1.0" encoding="utf-8"?>
<p:sld xmlns:p="http://schemas.openxmlformats.org/presentationml/2006/main">
  <p:cSld>
    <p:bg>
      <p:bgPr>
        <a:solidFill xmlns:a="http://schemas.openxmlformats.org/drawingml/2006/main">
          <a:srgbClr val="DB2777"/>
        </a:solidFill>
      </p:bgPr>
    </p:bg>
    <p:spTree>
      <p:nvGrpSpPr>
        <p:cNvPr id="1" name=""/>
        <p:cNvGrpSpPr/>
        <p:nvPr/>
      </p:nvGrpSpPr>
      <p:grpSpPr>
        <a:xfrm xmlns:a="http://schemas.openxmlformats.org/drawingml/2006/main"/>
      </p:grpSpPr>
      <p:sp>
        <p:nvSpPr>
          <p:cNvPr id="3729" name="Google Shape;3729;p60">
            <a:extLst xmlns:a="http://schemas.openxmlformats.org/drawingml/2006/main">
              <a:ext uri="{FF2B5EF4-FFF2-40B4-BE49-F238E27FC236}">
                <a16:creationId xmlns:a16="http://schemas.microsoft.com/office/drawing/2014/main" id="{241347C9-C189-48F7-B0DD-32935349D276}"/>
              </a:ext>
            </a:extLst>
          </p:cNvPr>
          <p:cNvSpPr>
            <a:spLocks xmlns:a="http://schemas.openxmlformats.org/drawingml/2006/main" noGrp="1"/>
          </p:cNvSpPr>
          <p:nvPr/>
        </p:nvSpPr>
        <p:spPr>
          <a:xfrm xmlns:a="http://schemas.openxmlformats.org/drawingml/2006/main">
            <a:off x="320040" y="457200"/>
            <a:ext cx="502920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7000"/>
              <a:buFont typeface="Arial"/>
              <a:buNone/>
            </a:pPr>
            <a:r>
              <a:rPr sz="17000" b="1" i="0" u="none" cap="none">
                <a:solidFill>
                  <a:srgbClr val="FFFFFF"/>
                </a:solidFill>
                <a:latin typeface="Arial"/>
                <a:ea typeface="Arial"/>
                <a:cs typeface="Arial"/>
              </a:rPr>
              <a:t>V[N]</a:t>
            </a:r>
            <a:endParaRPr sz="17000" b="0" i="0" u="none" cap="none">
              <a:solidFill>
                <a:schemeClr val="dk1"/>
              </a:solidFill>
              <a:latin typeface="Arial"/>
              <a:ea typeface="Arial"/>
              <a:cs typeface="Arial"/>
            </a:endParaRPr>
          </a:p>
        </p:txBody>
      </p:sp>
      <p:sp>
        <p:nvSpPr>
          <p:cNvPr id="3730" name="Google Shape;3730;p60">
            <a:extLst xmlns:a="http://schemas.openxmlformats.org/drawingml/2006/main">
              <a:ext uri="{FF2B5EF4-FFF2-40B4-BE49-F238E27FC236}">
                <a16:creationId xmlns:a16="http://schemas.microsoft.com/office/drawing/2014/main" id="{16EBFAAA-0E4F-4552-A5B7-9EC02992E08D}"/>
              </a:ext>
            </a:extLst>
          </p:cNvPr>
          <p:cNvSpPr>
            <a:spLocks xmlns:a="http://schemas.openxmlformats.org/drawingml/2006/main" noGrp="1"/>
          </p:cNvSpPr>
          <p:nvPr/>
        </p:nvSpPr>
        <p:spPr>
          <a:xfrm xmlns:a="http://schemas.openxmlformats.org/drawingml/2006/main">
            <a:off x="320040" y="2697480"/>
            <a:ext cx="5029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0" i="1" u="none" cap="none">
                <a:solidFill>
                  <a:srgbClr val="FFFFFF"/>
                </a:solidFill>
                <a:latin typeface="Arial"/>
                <a:ea typeface="Arial"/>
                <a:cs typeface="Arial"/>
              </a:rPr>
              <a:t>[replace N with cycle number: V2, V3, V4]</a:t>
            </a:r>
            <a:endParaRPr sz="1000" b="0" i="0" u="none" cap="none">
              <a:solidFill>
                <a:schemeClr val="dk1"/>
              </a:solidFill>
              <a:latin typeface="Arial"/>
              <a:ea typeface="Arial"/>
              <a:cs typeface="Arial"/>
            </a:endParaRPr>
          </a:p>
        </p:txBody>
      </p:sp>
      <p:sp>
        <p:nvSpPr>
          <p:cNvPr id="3731" name="Google Shape;3731;p60">
            <a:extLst xmlns:a="http://schemas.openxmlformats.org/drawingml/2006/main">
              <a:ext uri="{FF2B5EF4-FFF2-40B4-BE49-F238E27FC236}">
                <a16:creationId xmlns:a16="http://schemas.microsoft.com/office/drawing/2014/main" id="{FBBBE65A-F3AD-478E-ACDD-36512094182C}"/>
              </a:ext>
            </a:extLst>
          </p:cNvPr>
          <p:cNvSpPr>
            <a:spLocks xmlns:a="http://schemas.openxmlformats.org/drawingml/2006/main" noGrp="1"/>
          </p:cNvSpPr>
          <p:nvPr/>
        </p:nvSpPr>
        <p:spPr>
          <a:xfrm xmlns:a="http://schemas.openxmlformats.org/drawingml/2006/main">
            <a:off x="5212080" y="548640"/>
            <a:ext cx="3657600" cy="3657600"/>
          </a:xfrm>
          <a:prstGeom xmlns:a="http://schemas.openxmlformats.org/drawingml/2006/main" prst="rect">
            <a:avLst/>
          </a:prstGeom>
          <a:solidFill xmlns:a="http://schemas.openxmlformats.org/drawingml/2006/main">
            <a:srgbClr val="FFFFFF"/>
          </a:solidFill>
          <a:ln xmlns:a="http://schemas.openxmlformats.org/drawingml/2006/main" w="12700" cmpd="sng">
            <a:solidFill>
              <a:srgbClr val="FFFFF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732" name="Google Shape;3732;p60">
            <a:extLst xmlns:a="http://schemas.openxmlformats.org/drawingml/2006/main">
              <a:ext uri="{FF2B5EF4-FFF2-40B4-BE49-F238E27FC236}">
                <a16:creationId xmlns:a16="http://schemas.microsoft.com/office/drawing/2014/main" id="{8C0DE012-5A78-40CB-A667-62A833E13D8E}"/>
              </a:ext>
            </a:extLst>
          </p:cNvPr>
          <p:cNvSpPr>
            <a:spLocks xmlns:a="http://schemas.openxmlformats.org/drawingml/2006/main" noGrp="1"/>
          </p:cNvSpPr>
          <p:nvPr/>
        </p:nvSpPr>
        <p:spPr>
          <a:xfrm xmlns:a="http://schemas.openxmlformats.org/drawingml/2006/main">
            <a:off x="5394960" y="685800"/>
            <a:ext cx="329184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B2777"/>
              </a:buClr>
              <a:buSzPts val="1100"/>
              <a:buFont typeface="Arial"/>
              <a:buNone/>
            </a:pPr>
            <a:r>
              <a:rPr sz="1100" b="1" i="0" u="none" cap="none">
                <a:solidFill>
                  <a:srgbClr val="DB2777"/>
                </a:solidFill>
                <a:latin typeface="Arial"/>
                <a:ea typeface="Arial"/>
                <a:cs typeface="Arial"/>
              </a:rPr>
              <a:t>CYCLE PLANNING</a:t>
            </a:r>
            <a:endParaRPr sz="1100" b="0" i="0" u="none" cap="none">
              <a:solidFill>
                <a:schemeClr val="dk1"/>
              </a:solidFill>
              <a:latin typeface="Arial"/>
              <a:ea typeface="Arial"/>
              <a:cs typeface="Arial"/>
            </a:endParaRPr>
          </a:p>
        </p:txBody>
      </p:sp>
      <p:cxnSp>
        <p:nvCxnSpPr>
          <p:cNvPr id="3813" name="Google Shape;3733;p60"/>
          <p:cNvCxnSpPr/>
          <p:nvPr/>
        </p:nvCxnSpPr>
        <p:spPr>
          <a:xfrm xmlns:a="http://schemas.openxmlformats.org/drawingml/2006/main">
            <a:off x="5394960" y="978408"/>
            <a:ext cx="3291840" cy="0"/>
          </a:xfrm>
          <a:prstGeom xmlns:a="http://schemas.openxmlformats.org/drawingml/2006/main" prst="straightConnector1">
            <a:avLst/>
          </a:prstGeom>
          <a:ln xmlns:a="http://schemas.openxmlformats.org/drawingml/2006/main" w="12700" cap="flat">
            <a:solidFill>
              <a:srgbClr val="DB2777"/>
            </a:solidFill>
            <a:prstDash val="solid"/>
            <a:round/>
            <a:headEnd type="none" w="sm" len="sm"/>
            <a:tailEnd type="none" w="sm" len="sm"/>
          </a:ln>
        </p:spPr>
      </p:cxnSp>
      <p:sp>
        <p:nvSpPr>
          <p:cNvPr id="3734" name="Google Shape;3734;p60">
            <a:extLst xmlns:a="http://schemas.openxmlformats.org/drawingml/2006/main">
              <a:ext uri="{FF2B5EF4-FFF2-40B4-BE49-F238E27FC236}">
                <a16:creationId xmlns:a16="http://schemas.microsoft.com/office/drawing/2014/main" id="{CE661A0A-2EA7-497D-A319-DE9FAA5100B4}"/>
              </a:ext>
            </a:extLst>
          </p:cNvPr>
          <p:cNvSpPr>
            <a:spLocks xmlns:a="http://schemas.openxmlformats.org/drawingml/2006/main" noGrp="1"/>
          </p:cNvSpPr>
          <p:nvPr/>
        </p:nvSpPr>
        <p:spPr>
          <a:xfrm xmlns:a="http://schemas.openxmlformats.org/drawingml/2006/main">
            <a:off x="5394960" y="1097280"/>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Cycle #</a:t>
            </a:r>
            <a:endParaRPr sz="900" b="0" i="0" u="none" cap="none">
              <a:solidFill>
                <a:schemeClr val="dk1"/>
              </a:solidFill>
              <a:latin typeface="Arial"/>
              <a:ea typeface="Arial"/>
              <a:cs typeface="Arial"/>
            </a:endParaRPr>
          </a:p>
        </p:txBody>
      </p:sp>
      <p:sp>
        <p:nvSpPr>
          <p:cNvPr id="3735" name="Google Shape;3735;p60">
            <a:extLst xmlns:a="http://schemas.openxmlformats.org/drawingml/2006/main">
              <a:ext uri="{FF2B5EF4-FFF2-40B4-BE49-F238E27FC236}">
                <a16:creationId xmlns:a16="http://schemas.microsoft.com/office/drawing/2014/main" id="{DE272A1B-08C4-4DC3-8B47-64A181890F58}"/>
              </a:ext>
            </a:extLst>
          </p:cNvPr>
          <p:cNvSpPr>
            <a:spLocks xmlns:a="http://schemas.openxmlformats.org/drawingml/2006/main" noGrp="1"/>
          </p:cNvSpPr>
          <p:nvPr/>
        </p:nvSpPr>
        <p:spPr>
          <a:xfrm xmlns:a="http://schemas.openxmlformats.org/drawingml/2006/main">
            <a:off x="6903720" y="1097280"/>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V___</a:t>
            </a:r>
            <a:endParaRPr sz="900" b="0" i="0" u="none" cap="none">
              <a:solidFill>
                <a:schemeClr val="dk1"/>
              </a:solidFill>
              <a:latin typeface="Arial"/>
              <a:ea typeface="Arial"/>
              <a:cs typeface="Arial"/>
            </a:endParaRPr>
          </a:p>
        </p:txBody>
      </p:sp>
      <p:cxnSp>
        <p:nvCxnSpPr>
          <p:cNvPr id="3816" name="Google Shape;3736;p60"/>
          <p:cNvCxnSpPr/>
          <p:nvPr/>
        </p:nvCxnSpPr>
        <p:spPr>
          <a:xfrm xmlns:a="http://schemas.openxmlformats.org/drawingml/2006/main">
            <a:off x="6903720" y="1353312"/>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37" name="Google Shape;3737;p60">
            <a:extLst xmlns:a="http://schemas.openxmlformats.org/drawingml/2006/main">
              <a:ext uri="{FF2B5EF4-FFF2-40B4-BE49-F238E27FC236}">
                <a16:creationId xmlns:a16="http://schemas.microsoft.com/office/drawing/2014/main" id="{ED45CFE2-D13B-4BE9-B133-E76122B22F0E}"/>
              </a:ext>
            </a:extLst>
          </p:cNvPr>
          <p:cNvSpPr>
            <a:spLocks xmlns:a="http://schemas.openxmlformats.org/drawingml/2006/main" noGrp="1"/>
          </p:cNvSpPr>
          <p:nvPr/>
        </p:nvSpPr>
        <p:spPr>
          <a:xfrm xmlns:a="http://schemas.openxmlformats.org/drawingml/2006/main">
            <a:off x="5394960" y="1426464"/>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Trigger</a:t>
            </a:r>
            <a:endParaRPr sz="900" b="0" i="0" u="none" cap="none">
              <a:solidFill>
                <a:schemeClr val="dk1"/>
              </a:solidFill>
              <a:latin typeface="Arial"/>
              <a:ea typeface="Arial"/>
              <a:cs typeface="Arial"/>
            </a:endParaRPr>
          </a:p>
        </p:txBody>
      </p:sp>
      <p:sp>
        <p:nvSpPr>
          <p:cNvPr id="3738" name="Google Shape;3738;p60">
            <a:extLst xmlns:a="http://schemas.openxmlformats.org/drawingml/2006/main">
              <a:ext uri="{FF2B5EF4-FFF2-40B4-BE49-F238E27FC236}">
                <a16:creationId xmlns:a16="http://schemas.microsoft.com/office/drawing/2014/main" id="{7CF37132-9FC3-4F72-9F57-074109804913}"/>
              </a:ext>
            </a:extLst>
          </p:cNvPr>
          <p:cNvSpPr>
            <a:spLocks xmlns:a="http://schemas.openxmlformats.org/drawingml/2006/main" noGrp="1"/>
          </p:cNvSpPr>
          <p:nvPr/>
        </p:nvSpPr>
        <p:spPr>
          <a:xfrm xmlns:a="http://schemas.openxmlformats.org/drawingml/2006/main">
            <a:off x="6903720" y="1426464"/>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[event / test / reflection]</a:t>
            </a:r>
            <a:endParaRPr sz="900" b="0" i="0" u="none" cap="none">
              <a:solidFill>
                <a:schemeClr val="dk1"/>
              </a:solidFill>
              <a:latin typeface="Arial"/>
              <a:ea typeface="Arial"/>
              <a:cs typeface="Arial"/>
            </a:endParaRPr>
          </a:p>
        </p:txBody>
      </p:sp>
      <p:cxnSp>
        <p:nvCxnSpPr>
          <p:cNvPr id="3819" name="Google Shape;3739;p60"/>
          <p:cNvCxnSpPr/>
          <p:nvPr/>
        </p:nvCxnSpPr>
        <p:spPr>
          <a:xfrm xmlns:a="http://schemas.openxmlformats.org/drawingml/2006/main">
            <a:off x="6903720" y="1682496"/>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40" name="Google Shape;3740;p60">
            <a:extLst xmlns:a="http://schemas.openxmlformats.org/drawingml/2006/main">
              <a:ext uri="{FF2B5EF4-FFF2-40B4-BE49-F238E27FC236}">
                <a16:creationId xmlns:a16="http://schemas.microsoft.com/office/drawing/2014/main" id="{EA15275D-DE54-45DB-BD26-874D4044F1EE}"/>
              </a:ext>
            </a:extLst>
          </p:cNvPr>
          <p:cNvSpPr>
            <a:spLocks xmlns:a="http://schemas.openxmlformats.org/drawingml/2006/main" noGrp="1"/>
          </p:cNvSpPr>
          <p:nvPr/>
        </p:nvSpPr>
        <p:spPr>
          <a:xfrm xmlns:a="http://schemas.openxmlformats.org/drawingml/2006/main">
            <a:off x="5394960" y="1755648"/>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Start date</a:t>
            </a:r>
            <a:endParaRPr sz="900" b="0" i="0" u="none" cap="none">
              <a:solidFill>
                <a:schemeClr val="dk1"/>
              </a:solidFill>
              <a:latin typeface="Arial"/>
              <a:ea typeface="Arial"/>
              <a:cs typeface="Arial"/>
            </a:endParaRPr>
          </a:p>
        </p:txBody>
      </p:sp>
      <p:sp>
        <p:nvSpPr>
          <p:cNvPr id="3741" name="Google Shape;3741;p60">
            <a:extLst xmlns:a="http://schemas.openxmlformats.org/drawingml/2006/main">
              <a:ext uri="{FF2B5EF4-FFF2-40B4-BE49-F238E27FC236}">
                <a16:creationId xmlns:a16="http://schemas.microsoft.com/office/drawing/2014/main" id="{AD35B5E7-E030-4FF2-95F8-0B720D5258EC}"/>
              </a:ext>
            </a:extLst>
          </p:cNvPr>
          <p:cNvSpPr>
            <a:spLocks xmlns:a="http://schemas.openxmlformats.org/drawingml/2006/main" noGrp="1"/>
          </p:cNvSpPr>
          <p:nvPr/>
        </p:nvSpPr>
        <p:spPr>
          <a:xfrm xmlns:a="http://schemas.openxmlformats.org/drawingml/2006/main">
            <a:off x="6903720" y="1755648"/>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__/__/____</a:t>
            </a:r>
            <a:endParaRPr sz="900" b="0" i="0" u="none" cap="none">
              <a:solidFill>
                <a:schemeClr val="dk1"/>
              </a:solidFill>
              <a:latin typeface="Arial"/>
              <a:ea typeface="Arial"/>
              <a:cs typeface="Arial"/>
            </a:endParaRPr>
          </a:p>
        </p:txBody>
      </p:sp>
      <p:cxnSp>
        <p:nvCxnSpPr>
          <p:cNvPr id="3822" name="Google Shape;3742;p60"/>
          <p:cNvCxnSpPr/>
          <p:nvPr/>
        </p:nvCxnSpPr>
        <p:spPr>
          <a:xfrm xmlns:a="http://schemas.openxmlformats.org/drawingml/2006/main">
            <a:off x="6903720" y="2011680"/>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43" name="Google Shape;3743;p60">
            <a:extLst xmlns:a="http://schemas.openxmlformats.org/drawingml/2006/main">
              <a:ext uri="{FF2B5EF4-FFF2-40B4-BE49-F238E27FC236}">
                <a16:creationId xmlns:a16="http://schemas.microsoft.com/office/drawing/2014/main" id="{BEC19FD9-0F3F-4328-B1DB-B4D4988D45F3}"/>
              </a:ext>
            </a:extLst>
          </p:cNvPr>
          <p:cNvSpPr>
            <a:spLocks xmlns:a="http://schemas.openxmlformats.org/drawingml/2006/main" noGrp="1"/>
          </p:cNvSpPr>
          <p:nvPr/>
        </p:nvSpPr>
        <p:spPr>
          <a:xfrm xmlns:a="http://schemas.openxmlformats.org/drawingml/2006/main">
            <a:off x="5394960" y="2084832"/>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End date</a:t>
            </a:r>
            <a:endParaRPr sz="900" b="0" i="0" u="none" cap="none">
              <a:solidFill>
                <a:schemeClr val="dk1"/>
              </a:solidFill>
              <a:latin typeface="Arial"/>
              <a:ea typeface="Arial"/>
              <a:cs typeface="Arial"/>
            </a:endParaRPr>
          </a:p>
        </p:txBody>
      </p:sp>
      <p:sp>
        <p:nvSpPr>
          <p:cNvPr id="3744" name="Google Shape;3744;p60">
            <a:extLst xmlns:a="http://schemas.openxmlformats.org/drawingml/2006/main">
              <a:ext uri="{FF2B5EF4-FFF2-40B4-BE49-F238E27FC236}">
                <a16:creationId xmlns:a16="http://schemas.microsoft.com/office/drawing/2014/main" id="{50325427-C9BD-4FEF-89A8-687095DAE49A}"/>
              </a:ext>
            </a:extLst>
          </p:cNvPr>
          <p:cNvSpPr>
            <a:spLocks xmlns:a="http://schemas.openxmlformats.org/drawingml/2006/main" noGrp="1"/>
          </p:cNvSpPr>
          <p:nvPr/>
        </p:nvSpPr>
        <p:spPr>
          <a:xfrm xmlns:a="http://schemas.openxmlformats.org/drawingml/2006/main">
            <a:off x="6903720" y="2084832"/>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__/__/____</a:t>
            </a:r>
            <a:endParaRPr sz="900" b="0" i="0" u="none" cap="none">
              <a:solidFill>
                <a:schemeClr val="dk1"/>
              </a:solidFill>
              <a:latin typeface="Arial"/>
              <a:ea typeface="Arial"/>
              <a:cs typeface="Arial"/>
            </a:endParaRPr>
          </a:p>
        </p:txBody>
      </p:sp>
      <p:cxnSp>
        <p:nvCxnSpPr>
          <p:cNvPr id="3825" name="Google Shape;3745;p60"/>
          <p:cNvCxnSpPr/>
          <p:nvPr/>
        </p:nvCxnSpPr>
        <p:spPr>
          <a:xfrm xmlns:a="http://schemas.openxmlformats.org/drawingml/2006/main">
            <a:off x="6903720" y="2340864"/>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46" name="Google Shape;3746;p60">
            <a:extLst xmlns:a="http://schemas.openxmlformats.org/drawingml/2006/main">
              <a:ext uri="{FF2B5EF4-FFF2-40B4-BE49-F238E27FC236}">
                <a16:creationId xmlns:a16="http://schemas.microsoft.com/office/drawing/2014/main" id="{B059C434-748E-48DE-A5E8-33C45004785F}"/>
              </a:ext>
            </a:extLst>
          </p:cNvPr>
          <p:cNvSpPr>
            <a:spLocks xmlns:a="http://schemas.openxmlformats.org/drawingml/2006/main" noGrp="1"/>
          </p:cNvSpPr>
          <p:nvPr/>
        </p:nvSpPr>
        <p:spPr>
          <a:xfrm xmlns:a="http://schemas.openxmlformats.org/drawingml/2006/main">
            <a:off x="5394960" y="2414016"/>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Main problem to solve</a:t>
            </a:r>
            <a:endParaRPr sz="900" b="0" i="0" u="none" cap="none">
              <a:solidFill>
                <a:schemeClr val="dk1"/>
              </a:solidFill>
              <a:latin typeface="Arial"/>
              <a:ea typeface="Arial"/>
              <a:cs typeface="Arial"/>
            </a:endParaRPr>
          </a:p>
        </p:txBody>
      </p:sp>
      <p:sp>
        <p:nvSpPr>
          <p:cNvPr id="3747" name="Google Shape;3747;p60">
            <a:extLst xmlns:a="http://schemas.openxmlformats.org/drawingml/2006/main">
              <a:ext uri="{FF2B5EF4-FFF2-40B4-BE49-F238E27FC236}">
                <a16:creationId xmlns:a16="http://schemas.microsoft.com/office/drawing/2014/main" id="{12196254-1B15-4BDC-88B2-25CA8CBD4E74}"/>
              </a:ext>
            </a:extLst>
          </p:cNvPr>
          <p:cNvSpPr>
            <a:spLocks xmlns:a="http://schemas.openxmlformats.org/drawingml/2006/main" noGrp="1"/>
          </p:cNvSpPr>
          <p:nvPr/>
        </p:nvSpPr>
        <p:spPr>
          <a:xfrm xmlns:a="http://schemas.openxmlformats.org/drawingml/2006/main">
            <a:off x="6903720" y="2414016"/>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[from reflection slide]</a:t>
            </a:r>
            <a:endParaRPr sz="900" b="0" i="0" u="none" cap="none">
              <a:solidFill>
                <a:schemeClr val="dk1"/>
              </a:solidFill>
              <a:latin typeface="Arial"/>
              <a:ea typeface="Arial"/>
              <a:cs typeface="Arial"/>
            </a:endParaRPr>
          </a:p>
        </p:txBody>
      </p:sp>
      <p:cxnSp>
        <p:nvCxnSpPr>
          <p:cNvPr id="3828" name="Google Shape;3748;p60"/>
          <p:cNvCxnSpPr/>
          <p:nvPr/>
        </p:nvCxnSpPr>
        <p:spPr>
          <a:xfrm xmlns:a="http://schemas.openxmlformats.org/drawingml/2006/main">
            <a:off x="6903720" y="2670048"/>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49" name="Google Shape;3749;p60">
            <a:extLst xmlns:a="http://schemas.openxmlformats.org/drawingml/2006/main">
              <a:ext uri="{FF2B5EF4-FFF2-40B4-BE49-F238E27FC236}">
                <a16:creationId xmlns:a16="http://schemas.microsoft.com/office/drawing/2014/main" id="{7D4A1095-BA73-4D99-BA55-7425DE8451DD}"/>
              </a:ext>
            </a:extLst>
          </p:cNvPr>
          <p:cNvSpPr>
            <a:spLocks xmlns:a="http://schemas.openxmlformats.org/drawingml/2006/main" noGrp="1"/>
          </p:cNvSpPr>
          <p:nvPr/>
        </p:nvSpPr>
        <p:spPr>
          <a:xfrm xmlns:a="http://schemas.openxmlformats.org/drawingml/2006/main">
            <a:off x="5394960" y="2743200"/>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Subsystems affected</a:t>
            </a:r>
            <a:endParaRPr sz="900" b="0" i="0" u="none" cap="none">
              <a:solidFill>
                <a:schemeClr val="dk1"/>
              </a:solidFill>
              <a:latin typeface="Arial"/>
              <a:ea typeface="Arial"/>
              <a:cs typeface="Arial"/>
            </a:endParaRPr>
          </a:p>
        </p:txBody>
      </p:sp>
      <p:sp>
        <p:nvSpPr>
          <p:cNvPr id="3750" name="Google Shape;3750;p60">
            <a:extLst xmlns:a="http://schemas.openxmlformats.org/drawingml/2006/main">
              <a:ext uri="{FF2B5EF4-FFF2-40B4-BE49-F238E27FC236}">
                <a16:creationId xmlns:a16="http://schemas.microsoft.com/office/drawing/2014/main" id="{388FAA07-DDAB-4CA7-BB6A-D2F254BA6205}"/>
              </a:ext>
            </a:extLst>
          </p:cNvPr>
          <p:cNvSpPr>
            <a:spLocks xmlns:a="http://schemas.openxmlformats.org/drawingml/2006/main" noGrp="1"/>
          </p:cNvSpPr>
          <p:nvPr/>
        </p:nvSpPr>
        <p:spPr>
          <a:xfrm xmlns:a="http://schemas.openxmlformats.org/drawingml/2006/main">
            <a:off x="6903720" y="2743200"/>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[Mobility &amp; Routing / Intake / Scoring / Partner Coordination]</a:t>
            </a:r>
            <a:endParaRPr sz="900" b="0" i="0" u="none" cap="none">
              <a:solidFill>
                <a:schemeClr val="dk1"/>
              </a:solidFill>
              <a:latin typeface="Arial"/>
              <a:ea typeface="Arial"/>
              <a:cs typeface="Arial"/>
            </a:endParaRPr>
          </a:p>
        </p:txBody>
      </p:sp>
      <p:cxnSp>
        <p:nvCxnSpPr>
          <p:cNvPr id="3831" name="Google Shape;3751;p60"/>
          <p:cNvCxnSpPr/>
          <p:nvPr/>
        </p:nvCxnSpPr>
        <p:spPr>
          <a:xfrm xmlns:a="http://schemas.openxmlformats.org/drawingml/2006/main">
            <a:off x="6903720" y="2999232"/>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52" name="Google Shape;3752;p60">
            <a:extLst xmlns:a="http://schemas.openxmlformats.org/drawingml/2006/main">
              <a:ext uri="{FF2B5EF4-FFF2-40B4-BE49-F238E27FC236}">
                <a16:creationId xmlns:a16="http://schemas.microsoft.com/office/drawing/2014/main" id="{8003607A-F389-4F90-A3BA-6E293EFE5F3B}"/>
              </a:ext>
            </a:extLst>
          </p:cNvPr>
          <p:cNvSpPr>
            <a:spLocks xmlns:a="http://schemas.openxmlformats.org/drawingml/2006/main" noGrp="1"/>
          </p:cNvSpPr>
          <p:nvPr/>
        </p:nvSpPr>
        <p:spPr>
          <a:xfrm xmlns:a="http://schemas.openxmlformats.org/drawingml/2006/main">
            <a:off x="5394960" y="3072384"/>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900"/>
              <a:buFont typeface="Arial"/>
              <a:buNone/>
            </a:pPr>
            <a:r>
              <a:rPr sz="900" b="1" i="0" u="none" cap="none">
                <a:solidFill>
                  <a:srgbClr val="334155"/>
                </a:solidFill>
                <a:latin typeface="Arial"/>
                <a:ea typeface="Arial"/>
                <a:cs typeface="Arial"/>
              </a:rPr>
              <a:t>Target test metric</a:t>
            </a:r>
            <a:endParaRPr sz="900" b="0" i="0" u="none" cap="none">
              <a:solidFill>
                <a:schemeClr val="dk1"/>
              </a:solidFill>
              <a:latin typeface="Arial"/>
              <a:ea typeface="Arial"/>
              <a:cs typeface="Arial"/>
            </a:endParaRPr>
          </a:p>
        </p:txBody>
      </p:sp>
      <p:sp>
        <p:nvSpPr>
          <p:cNvPr id="3753" name="Google Shape;3753;p60">
            <a:extLst xmlns:a="http://schemas.openxmlformats.org/drawingml/2006/main">
              <a:ext uri="{FF2B5EF4-FFF2-40B4-BE49-F238E27FC236}">
                <a16:creationId xmlns:a16="http://schemas.microsoft.com/office/drawing/2014/main" id="{8A4C9279-00EB-4F7A-AFBA-FA59375991FB}"/>
              </a:ext>
            </a:extLst>
          </p:cNvPr>
          <p:cNvSpPr>
            <a:spLocks xmlns:a="http://schemas.openxmlformats.org/drawingml/2006/main" noGrp="1"/>
          </p:cNvSpPr>
          <p:nvPr/>
        </p:nvSpPr>
        <p:spPr>
          <a:xfrm xmlns:a="http://schemas.openxmlformats.org/drawingml/2006/main">
            <a:off x="6903720" y="3072384"/>
            <a:ext cx="18288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900"/>
              <a:buFont typeface="Arial"/>
              <a:buNone/>
            </a:pPr>
            <a:r>
              <a:rPr sz="900" b="0" i="1" u="none" cap="none">
                <a:solidFill>
                  <a:srgbClr val="94A3B8"/>
                </a:solidFill>
                <a:latin typeface="Arial"/>
                <a:ea typeface="Arial"/>
                <a:cs typeface="Arial"/>
              </a:rPr>
              <a:t>[how we'll know it worked]</a:t>
            </a:r>
            <a:endParaRPr sz="900" b="0" i="0" u="none" cap="none">
              <a:solidFill>
                <a:schemeClr val="dk1"/>
              </a:solidFill>
              <a:latin typeface="Arial"/>
              <a:ea typeface="Arial"/>
              <a:cs typeface="Arial"/>
            </a:endParaRPr>
          </a:p>
        </p:txBody>
      </p:sp>
      <p:cxnSp>
        <p:nvCxnSpPr>
          <p:cNvPr id="3834" name="Google Shape;3754;p60"/>
          <p:cNvCxnSpPr/>
          <p:nvPr/>
        </p:nvCxnSpPr>
        <p:spPr>
          <a:xfrm xmlns:a="http://schemas.openxmlformats.org/drawingml/2006/main">
            <a:off x="6903720" y="3328416"/>
            <a:ext cx="178308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55" name="Google Shape;3755;p60">
            <a:extLst xmlns:a="http://schemas.openxmlformats.org/drawingml/2006/main">
              <a:ext uri="{FF2B5EF4-FFF2-40B4-BE49-F238E27FC236}">
                <a16:creationId xmlns:a16="http://schemas.microsoft.com/office/drawing/2014/main" id="{C5C4A6C7-C0FD-43B2-A476-E8486B5E7EBF}"/>
              </a:ext>
            </a:extLst>
          </p:cNvPr>
          <p:cNvSpPr>
            <a:spLocks xmlns:a="http://schemas.openxmlformats.org/drawingml/2006/main" noGrp="1"/>
          </p:cNvSpPr>
          <p:nvPr/>
        </p:nvSpPr>
        <p:spPr>
          <a:xfrm xmlns:a="http://schemas.openxmlformats.org/drawingml/2006/main">
            <a:off x="320040" y="3200400"/>
            <a:ext cx="475488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1" u="none" cap="none">
                <a:solidFill>
                  <a:srgbClr val="FFFFFF"/>
                </a:solidFill>
                <a:latin typeface="Arial"/>
                <a:ea typeface="Arial"/>
                <a:cs typeface="Arial"/>
              </a:rPr>
              <a:t>After this divider, duplicate slides 11–52 and update metadata to V[N]. Keep V1 slides in the deck — iteration evidence is a rubric item.</a:t>
            </a:r>
            <a:endParaRPr sz="1100" b="0" i="0" u="none" cap="none">
              <a:solidFill>
                <a:schemeClr val="dk1"/>
              </a:solidFill>
              <a:latin typeface="Arial"/>
              <a:ea typeface="Arial"/>
              <a:cs typeface="Arial"/>
            </a:endParaRPr>
          </a:p>
        </p:txBody>
      </p:sp>
      <p:sp>
        <p:nvSpPr>
          <p:cNvPr id="3756" name="Google Shape;3756;p60">
            <a:extLst xmlns:a="http://schemas.openxmlformats.org/drawingml/2006/main">
              <a:ext uri="{FF2B5EF4-FFF2-40B4-BE49-F238E27FC236}">
                <a16:creationId xmlns:a16="http://schemas.microsoft.com/office/drawing/2014/main" id="{D8C12C41-8FBD-4848-87BC-88D8D066B04C}"/>
              </a:ext>
            </a:extLst>
          </p:cNvPr>
          <p:cNvSpPr>
            <a:spLocks xmlns:a="http://schemas.openxmlformats.org/drawingml/2006/main" noGrp="1"/>
          </p:cNvSpPr>
          <p:nvPr/>
        </p:nvSpPr>
        <p:spPr>
          <a:xfrm xmlns:a="http://schemas.openxmlformats.org/drawingml/2006/main">
            <a:off x="320040" y="470916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57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293443517"/>
      </p:ext>
    </p:extLst>
  </p:cSld>
</p:sld>
</file>

<file path=ppt/slides/slide59.xml><?xml version="1.0" encoding="utf-8"?>
<p:sld xmlns:p="http://schemas.openxmlformats.org/presentationml/2006/main">
  <p:cSld>
    <p:bg>
      <p:bgPr>
        <a:solidFill xmlns:a="http://schemas.openxmlformats.org/drawingml/2006/main">
          <a:srgbClr val="64748B"/>
        </a:solidFill>
      </p:bgPr>
    </p:bg>
    <p:spTree>
      <p:nvGrpSpPr>
        <p:cNvPr id="1" name=""/>
        <p:cNvGrpSpPr/>
        <p:nvPr/>
      </p:nvGrpSpPr>
      <p:grpSpPr>
        <a:xfrm xmlns:a="http://schemas.openxmlformats.org/drawingml/2006/main"/>
      </p:grpSpPr>
      <p:sp>
        <p:nvSpPr>
          <p:cNvPr id="3762" name="Google Shape;3762;p61">
            <a:extLst xmlns:a="http://schemas.openxmlformats.org/drawingml/2006/main">
              <a:ext uri="{FF2B5EF4-FFF2-40B4-BE49-F238E27FC236}">
                <a16:creationId xmlns:a16="http://schemas.microsoft.com/office/drawing/2014/main" id="{6387A774-377C-427F-AE82-508232E3957A}"/>
              </a:ext>
            </a:extLst>
          </p:cNvPr>
          <p:cNvSpPr>
            <a:spLocks xmlns:a="http://schemas.openxmlformats.org/drawingml/2006/main" noGrp="1"/>
          </p:cNvSpPr>
          <p:nvPr/>
        </p:nvSpPr>
        <p:spPr>
          <a:xfrm xmlns:a="http://schemas.openxmlformats.org/drawingml/2006/main">
            <a:off x="320040" y="640080"/>
            <a:ext cx="182880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0"/>
              <a:buFont typeface="Arial"/>
              <a:buNone/>
            </a:pPr>
            <a:r>
              <a:rPr sz="15000" b="1" i="0" u="none" cap="none">
                <a:solidFill>
                  <a:srgbClr val="FFFFFF"/>
                </a:solidFill>
                <a:latin typeface="Arial"/>
                <a:ea typeface="Arial"/>
                <a:cs typeface="Arial"/>
              </a:rPr>
              <a:t>8</a:t>
            </a:r>
            <a:endParaRPr sz="15000" b="0" i="0" u="none" cap="none">
              <a:solidFill>
                <a:schemeClr val="dk1"/>
              </a:solidFill>
              <a:latin typeface="Arial"/>
              <a:ea typeface="Arial"/>
              <a:cs typeface="Arial"/>
            </a:endParaRPr>
          </a:p>
        </p:txBody>
      </p:sp>
      <p:sp>
        <p:nvSpPr>
          <p:cNvPr id="3763" name="Google Shape;3763;p61">
            <a:extLst xmlns:a="http://schemas.openxmlformats.org/drawingml/2006/main">
              <a:ext uri="{FF2B5EF4-FFF2-40B4-BE49-F238E27FC236}">
                <a16:creationId xmlns:a16="http://schemas.microsoft.com/office/drawing/2014/main" id="{FB2364B8-9FE3-4595-844E-4F42A327F539}"/>
              </a:ext>
            </a:extLst>
          </p:cNvPr>
          <p:cNvSpPr>
            <a:spLocks xmlns:a="http://schemas.openxmlformats.org/drawingml/2006/main" noGrp="1"/>
          </p:cNvSpPr>
          <p:nvPr/>
        </p:nvSpPr>
        <p:spPr>
          <a:xfrm xmlns:a="http://schemas.openxmlformats.org/drawingml/2006/main">
            <a:off x="2286000" y="91440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1" i="0" u="none" cap="none">
                <a:solidFill>
                  <a:srgbClr val="FFFFFF"/>
                </a:solidFill>
                <a:latin typeface="Arial"/>
                <a:ea typeface="Arial"/>
                <a:cs typeface="Arial"/>
              </a:rPr>
              <a:t>SUPPORTING DOCUMENTATION</a:t>
            </a:r>
            <a:endParaRPr sz="1100" b="0" i="0" u="none" cap="none">
              <a:solidFill>
                <a:schemeClr val="dk1"/>
              </a:solidFill>
              <a:latin typeface="Arial"/>
              <a:ea typeface="Arial"/>
              <a:cs typeface="Arial"/>
            </a:endParaRPr>
          </a:p>
        </p:txBody>
      </p:sp>
      <p:sp>
        <p:nvSpPr>
          <p:cNvPr id="3764" name="Google Shape;3764;p61">
            <a:extLst xmlns:a="http://schemas.openxmlformats.org/drawingml/2006/main">
              <a:ext uri="{FF2B5EF4-FFF2-40B4-BE49-F238E27FC236}">
                <a16:creationId xmlns:a16="http://schemas.microsoft.com/office/drawing/2014/main" id="{7AB1D22A-871E-486C-9F4B-64C7CC554359}"/>
              </a:ext>
            </a:extLst>
          </p:cNvPr>
          <p:cNvSpPr>
            <a:spLocks xmlns:a="http://schemas.openxmlformats.org/drawingml/2006/main" noGrp="1"/>
          </p:cNvSpPr>
          <p:nvPr/>
        </p:nvSpPr>
        <p:spPr>
          <a:xfrm xmlns:a="http://schemas.openxmlformats.org/drawingml/2006/main">
            <a:off x="2286000" y="1234440"/>
            <a:ext cx="6400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3800"/>
              <a:buFont typeface="Arial"/>
              <a:buNone/>
            </a:pPr>
            <a:r>
              <a:rPr sz="3800" b="1" i="0" u="none" cap="none">
                <a:solidFill>
                  <a:srgbClr val="FFFFFF"/>
                </a:solidFill>
                <a:latin typeface="Arial"/>
                <a:ea typeface="Arial"/>
                <a:cs typeface="Arial"/>
              </a:rPr>
              <a:t>APPENDIX</a:t>
            </a:r>
            <a:endParaRPr sz="3800" b="0" i="0" u="none" cap="none">
              <a:solidFill>
                <a:schemeClr val="dk1"/>
              </a:solidFill>
              <a:latin typeface="Arial"/>
              <a:ea typeface="Arial"/>
              <a:cs typeface="Arial"/>
            </a:endParaRPr>
          </a:p>
        </p:txBody>
      </p:sp>
      <p:sp>
        <p:nvSpPr>
          <p:cNvPr id="3765" name="Google Shape;3765;p61">
            <a:extLst xmlns:a="http://schemas.openxmlformats.org/drawingml/2006/main">
              <a:ext uri="{FF2B5EF4-FFF2-40B4-BE49-F238E27FC236}">
                <a16:creationId xmlns:a16="http://schemas.microsoft.com/office/drawing/2014/main" id="{A0506461-47F6-4F0B-AB7F-15C8FA184215}"/>
              </a:ext>
            </a:extLst>
          </p:cNvPr>
          <p:cNvSpPr>
            <a:spLocks xmlns:a="http://schemas.openxmlformats.org/drawingml/2006/main" noGrp="1"/>
          </p:cNvSpPr>
          <p:nvPr/>
        </p:nvSpPr>
        <p:spPr>
          <a:xfrm xmlns:a="http://schemas.openxmlformats.org/drawingml/2006/main">
            <a:off x="2286000" y="2423160"/>
            <a:ext cx="6400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300"/>
              <a:buFont typeface="Arial"/>
              <a:buNone/>
            </a:pPr>
            <a:r>
              <a:rPr sz="1300" b="0" i="1" u="none" cap="none">
                <a:solidFill>
                  <a:srgbClr val="FFFFFF"/>
                </a:solidFill>
                <a:latin typeface="Arial"/>
                <a:ea typeface="Arial"/>
                <a:cs typeface="Arial"/>
              </a:rPr>
              <a:t>Sources · Budget · Parts · Outreach</a:t>
            </a:r>
            <a:endParaRPr sz="1300" b="0" i="0" u="none" cap="none">
              <a:solidFill>
                <a:schemeClr val="dk1"/>
              </a:solidFill>
              <a:latin typeface="Arial"/>
              <a:ea typeface="Arial"/>
              <a:cs typeface="Arial"/>
            </a:endParaRPr>
          </a:p>
        </p:txBody>
      </p:sp>
      <p:sp>
        <p:nvSpPr>
          <p:cNvPr id="3766" name="Google Shape;3766;p61">
            <a:extLst xmlns:a="http://schemas.openxmlformats.org/drawingml/2006/main">
              <a:ext uri="{FF2B5EF4-FFF2-40B4-BE49-F238E27FC236}">
                <a16:creationId xmlns:a16="http://schemas.microsoft.com/office/drawing/2014/main" id="{0986AAF7-85E5-47BD-B24E-0D45036DAB67}"/>
              </a:ext>
            </a:extLst>
          </p:cNvPr>
          <p:cNvSpPr>
            <a:spLocks xmlns:a="http://schemas.openxmlformats.org/drawingml/2006/main" noGrp="1"/>
          </p:cNvSpPr>
          <p:nvPr/>
        </p:nvSpPr>
        <p:spPr>
          <a:xfrm xmlns:a="http://schemas.openxmlformats.org/drawingml/2006/main">
            <a:off x="2286000" y="320040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00"/>
              <a:buFont typeface="Arial"/>
              <a:buNone/>
            </a:pPr>
            <a:r>
              <a:rPr sz="1000" b="1" i="0" u="none" cap="none">
                <a:solidFill>
                  <a:srgbClr val="FFFFFF"/>
                </a:solidFill>
                <a:latin typeface="Arial"/>
                <a:ea typeface="Arial"/>
                <a:cs typeface="Arial"/>
              </a:rPr>
              <a:t>SECTION CONTAINS</a:t>
            </a:r>
            <a:endParaRPr sz="1000" b="0" i="0" u="none" cap="none">
              <a:solidFill>
                <a:schemeClr val="dk1"/>
              </a:solidFill>
              <a:latin typeface="Arial"/>
              <a:ea typeface="Arial"/>
              <a:cs typeface="Arial"/>
            </a:endParaRPr>
          </a:p>
        </p:txBody>
      </p:sp>
      <p:sp>
        <p:nvSpPr>
          <p:cNvPr id="3767" name="Google Shape;3767;p61">
            <a:extLst xmlns:a="http://schemas.openxmlformats.org/drawingml/2006/main">
              <a:ext uri="{FF2B5EF4-FFF2-40B4-BE49-F238E27FC236}">
                <a16:creationId xmlns:a16="http://schemas.microsoft.com/office/drawing/2014/main" id="{3EFDEDFD-4257-48A6-B465-699852324BF9}"/>
              </a:ext>
            </a:extLst>
          </p:cNvPr>
          <p:cNvSpPr>
            <a:spLocks xmlns:a="http://schemas.openxmlformats.org/drawingml/2006/main" noGrp="1"/>
          </p:cNvSpPr>
          <p:nvPr/>
        </p:nvSpPr>
        <p:spPr>
          <a:xfrm xmlns:a="http://schemas.openxmlformats.org/drawingml/2006/main">
            <a:off x="228600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60:  Sources &amp; Citations</a:t>
            </a:r>
            <a:endParaRPr sz="1100" b="0" i="0" u="none" cap="none">
              <a:solidFill>
                <a:schemeClr val="dk1"/>
              </a:solidFill>
              <a:latin typeface="Arial"/>
              <a:ea typeface="Arial"/>
              <a:cs typeface="Arial"/>
            </a:endParaRPr>
          </a:p>
        </p:txBody>
      </p:sp>
      <p:sp>
        <p:nvSpPr>
          <p:cNvPr id="3768" name="Google Shape;3768;p61">
            <a:extLst xmlns:a="http://schemas.openxmlformats.org/drawingml/2006/main">
              <a:ext uri="{FF2B5EF4-FFF2-40B4-BE49-F238E27FC236}">
                <a16:creationId xmlns:a16="http://schemas.microsoft.com/office/drawing/2014/main" id="{4BA596E4-6683-4596-8D9D-BDFC4F67734D}"/>
              </a:ext>
            </a:extLst>
          </p:cNvPr>
          <p:cNvSpPr>
            <a:spLocks xmlns:a="http://schemas.openxmlformats.org/drawingml/2006/main" noGrp="1"/>
          </p:cNvSpPr>
          <p:nvPr/>
        </p:nvSpPr>
        <p:spPr>
          <a:xfrm xmlns:a="http://schemas.openxmlformats.org/drawingml/2006/main">
            <a:off x="5532120" y="3520440"/>
            <a:ext cx="310896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100"/>
              <a:buFont typeface="Arial"/>
              <a:buNone/>
            </a:pPr>
            <a:r>
              <a:rPr sz="1100" b="0" i="0" u="none" cap="none">
                <a:solidFill>
                  <a:srgbClr val="FFFFFF"/>
                </a:solidFill>
                <a:latin typeface="Arial"/>
                <a:ea typeface="Arial"/>
                <a:cs typeface="Arial"/>
              </a:rPr>
              <a:t>→  Slide 61:  Budget &amp; Parts Log  +  Outreach &amp; Community Impact</a:t>
            </a:r>
            <a:endParaRPr sz="1100" b="0" i="0" u="none" cap="none">
              <a:solidFill>
                <a:schemeClr val="dk1"/>
              </a:solidFill>
              <a:latin typeface="Arial"/>
              <a:ea typeface="Arial"/>
              <a:cs typeface="Arial"/>
            </a:endParaRPr>
          </a:p>
        </p:txBody>
      </p:sp>
      <p:sp>
        <p:nvSpPr>
          <p:cNvPr id="3769" name="Google Shape;3769;p61">
            <a:extLst xmlns:a="http://schemas.openxmlformats.org/drawingml/2006/main">
              <a:ext uri="{FF2B5EF4-FFF2-40B4-BE49-F238E27FC236}">
                <a16:creationId xmlns:a16="http://schemas.microsoft.com/office/drawing/2014/main" id="{695EBCF9-3BE9-4B0E-8E83-6784FDDE61DC}"/>
              </a:ext>
            </a:extLst>
          </p:cNvPr>
          <p:cNvSpPr>
            <a:spLocks xmlns:a="http://schemas.openxmlformats.org/drawingml/2006/main" noGrp="1"/>
          </p:cNvSpPr>
          <p:nvPr/>
        </p:nvSpPr>
        <p:spPr>
          <a:xfrm xmlns:a="http://schemas.openxmlformats.org/drawingml/2006/main">
            <a:off x="320040" y="4800600"/>
            <a:ext cx="850392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900"/>
              <a:buFont typeface="Arial"/>
              <a:buNone/>
            </a:pPr>
            <a:r>
              <a:rPr sz="900" b="0" i="0" u="none" cap="none">
                <a:solidFill>
                  <a:srgbClr val="FFFFFF"/>
                </a:solidFill>
                <a:latin typeface="Arial"/>
                <a:ea typeface="Arial"/>
                <a:cs typeface="Arial"/>
              </a:rPr>
              <a:t>Level Up 2026-27  ·  Spartan Design  ·  Slide 59 / 61</a:t>
            </a:r>
            <a:endParaRPr sz="900" b="0" i="0" u="none" cap="none">
              <a:solidFill>
                <a:schemeClr val="dk1"/>
              </a:solidFill>
              <a:latin typeface="Arial"/>
              <a:ea typeface="Arial"/>
              <a:cs typeface="Arial"/>
            </a:endParaRPr>
          </a:p>
        </p:txBody>
      </p:sp>
    </p:spTree>
    <p:extLst>
      <p:ext uri="{BB962C8B-B14F-4D97-AF65-F5344CB8AC3E}">
        <p14:creationId xmlns:p14="http://schemas.microsoft.com/office/powerpoint/2010/main" val="129784110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3775" name="Google Shape;3775;p62">
            <a:extLst xmlns:a="http://schemas.openxmlformats.org/drawingml/2006/main">
              <a:ext uri="{FF2B5EF4-FFF2-40B4-BE49-F238E27FC236}">
                <a16:creationId xmlns:a16="http://schemas.microsoft.com/office/drawing/2014/main" id="{70AF2D22-1751-40A2-9D24-C13A5FA14813}"/>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776" name="Google Shape;3776;p62">
            <a:extLst xmlns:a="http://schemas.openxmlformats.org/drawingml/2006/main">
              <a:ext uri="{FF2B5EF4-FFF2-40B4-BE49-F238E27FC236}">
                <a16:creationId xmlns:a16="http://schemas.microsoft.com/office/drawing/2014/main" id="{D635828D-A911-458E-AA26-EE219497F087}"/>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APPENDIX  ·  SUPPORTING DOCS</a:t>
            </a:r>
            <a:endParaRPr sz="1050" b="0" i="0" u="none" cap="none">
              <a:solidFill>
                <a:schemeClr val="dk1"/>
              </a:solidFill>
              <a:latin typeface="Arial"/>
              <a:ea typeface="Arial"/>
              <a:cs typeface="Arial"/>
            </a:endParaRPr>
          </a:p>
        </p:txBody>
      </p:sp>
      <p:sp>
        <p:nvSpPr>
          <p:cNvPr id="3777" name="Google Shape;3777;p62">
            <a:extLst xmlns:a="http://schemas.openxmlformats.org/drawingml/2006/main">
              <a:ext uri="{FF2B5EF4-FFF2-40B4-BE49-F238E27FC236}">
                <a16:creationId xmlns:a16="http://schemas.microsoft.com/office/drawing/2014/main" id="{EF783727-EE2F-4521-88BA-D7B70138EEF2}"/>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778" name="Google Shape;3778;p62">
            <a:extLst xmlns:a="http://schemas.openxmlformats.org/drawingml/2006/main">
              <a:ext uri="{FF2B5EF4-FFF2-40B4-BE49-F238E27FC236}">
                <a16:creationId xmlns:a16="http://schemas.microsoft.com/office/drawing/2014/main" id="{29441D76-2376-454B-8B27-1C8DF0C1CBC5}"/>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Sources &amp; Citations</a:t>
            </a:r>
            <a:endParaRPr sz="2200" b="0" i="0" u="none" cap="none">
              <a:solidFill>
                <a:schemeClr val="dk1"/>
              </a:solidFill>
              <a:latin typeface="Arial"/>
              <a:ea typeface="Arial"/>
              <a:cs typeface="Arial"/>
            </a:endParaRPr>
          </a:p>
        </p:txBody>
      </p:sp>
      <p:sp>
        <p:nvSpPr>
          <p:cNvPr id="3779" name="Google Shape;3779;p62">
            <a:extLst xmlns:a="http://schemas.openxmlformats.org/drawingml/2006/main">
              <a:ext uri="{FF2B5EF4-FFF2-40B4-BE49-F238E27FC236}">
                <a16:creationId xmlns:a16="http://schemas.microsoft.com/office/drawing/2014/main" id="{F803D7F1-31F9-4838-B88D-D4EAB8BAE93A}"/>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3780" name="Google Shape;3780;p62">
            <a:extLst xmlns:a="http://schemas.openxmlformats.org/drawingml/2006/main">
              <a:ext uri="{FF2B5EF4-FFF2-40B4-BE49-F238E27FC236}">
                <a16:creationId xmlns:a16="http://schemas.microsoft.com/office/drawing/2014/main" id="{C238F628-46BA-43C6-B409-8EBAB5024E57}"/>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781" name="Google Shape;3781;p62">
            <a:extLst xmlns:a="http://schemas.openxmlformats.org/drawingml/2006/main">
              <a:ext uri="{FF2B5EF4-FFF2-40B4-BE49-F238E27FC236}">
                <a16:creationId xmlns:a16="http://schemas.microsoft.com/office/drawing/2014/main" id="{78FD77CD-7900-4A68-AA6B-69FCC42F20F5}"/>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60 / 61</a:t>
            </a:r>
            <a:endParaRPr sz="900" b="0" i="0" u="none" cap="none">
              <a:solidFill>
                <a:schemeClr val="dk1"/>
              </a:solidFill>
              <a:latin typeface="Arial"/>
              <a:ea typeface="Arial"/>
              <a:cs typeface="Arial"/>
            </a:endParaRPr>
          </a:p>
        </p:txBody>
      </p:sp>
      <p:sp>
        <p:nvSpPr>
          <p:cNvPr id="3782" name="Google Shape;3782;p62">
            <a:extLst xmlns:a="http://schemas.openxmlformats.org/drawingml/2006/main">
              <a:ext uri="{FF2B5EF4-FFF2-40B4-BE49-F238E27FC236}">
                <a16:creationId xmlns:a16="http://schemas.microsoft.com/office/drawing/2014/main" id="{229CC5AF-04AF-48AD-B63E-0FDDDC1775B1}"/>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783" name="Google Shape;3783;p62">
            <a:extLst xmlns:a="http://schemas.openxmlformats.org/drawingml/2006/main">
              <a:ext uri="{FF2B5EF4-FFF2-40B4-BE49-F238E27FC236}">
                <a16:creationId xmlns:a16="http://schemas.microsoft.com/office/drawing/2014/main" id="{92DCB6DF-211F-413C-8482-AA6627B6A2FD}"/>
              </a:ext>
            </a:extLst>
          </p:cNvPr>
          <p:cNvSpPr>
            <a:spLocks xmlns:a="http://schemas.openxmlformats.org/drawingml/2006/main" noGrp="1"/>
          </p:cNvSpPr>
          <p:nvPr/>
        </p:nvSpPr>
        <p:spPr>
          <a:xfrm xmlns:a="http://schemas.openxmlformats.org/drawingml/2006/main">
            <a:off x="320040" y="1078992"/>
            <a:ext cx="85039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334155"/>
              </a:buClr>
              <a:buSzPts val="1000"/>
              <a:buFont typeface="Arial"/>
              <a:buNone/>
            </a:pPr>
            <a:r>
              <a:rPr sz="1000" b="0" i="1" u="none" cap="none">
                <a:solidFill>
                  <a:srgbClr val="334155"/>
                </a:solidFill>
                <a:latin typeface="Arial"/>
                <a:ea typeface="Arial"/>
                <a:cs typeface="Arial"/>
              </a:rPr>
              <a:t>Every external source referenced in the notebook. Format: Author, Title, URL, Date accessed. Judges check a few of these — make them accurate.</a:t>
            </a:r>
            <a:endParaRPr sz="1000" b="0" i="0" u="none" cap="none">
              <a:solidFill>
                <a:schemeClr val="dk1"/>
              </a:solidFill>
              <a:latin typeface="Arial"/>
              <a:ea typeface="Arial"/>
              <a:cs typeface="Arial"/>
            </a:endParaRPr>
          </a:p>
        </p:txBody>
      </p:sp>
      <p:sp>
        <p:nvSpPr>
          <p:cNvPr id="3784" name="Google Shape;3784;p62">
            <a:extLst xmlns:a="http://schemas.openxmlformats.org/drawingml/2006/main">
              <a:ext uri="{FF2B5EF4-FFF2-40B4-BE49-F238E27FC236}">
                <a16:creationId xmlns:a16="http://schemas.microsoft.com/office/drawing/2014/main" id="{641527AD-0FB4-4F74-B8F6-553C67BE7614}"/>
              </a:ext>
            </a:extLst>
          </p:cNvPr>
          <p:cNvSpPr>
            <a:spLocks xmlns:a="http://schemas.openxmlformats.org/drawingml/2006/main" noGrp="1"/>
          </p:cNvSpPr>
          <p:nvPr/>
        </p:nvSpPr>
        <p:spPr>
          <a:xfrm xmlns:a="http://schemas.openxmlformats.org/drawingml/2006/main">
            <a:off x="320040" y="1426464"/>
            <a:ext cx="8503920" cy="219456"/>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785" name="Google Shape;3785;p62">
            <a:extLst xmlns:a="http://schemas.openxmlformats.org/drawingml/2006/main">
              <a:ext uri="{FF2B5EF4-FFF2-40B4-BE49-F238E27FC236}">
                <a16:creationId xmlns:a16="http://schemas.microsoft.com/office/drawing/2014/main" id="{165CFBFB-9FE2-4D35-9424-CF511E1CC042}"/>
              </a:ext>
            </a:extLst>
          </p:cNvPr>
          <p:cNvSpPr>
            <a:spLocks xmlns:a="http://schemas.openxmlformats.org/drawingml/2006/main" noGrp="1"/>
          </p:cNvSpPr>
          <p:nvPr/>
        </p:nvSpPr>
        <p:spPr>
          <a:xfrm xmlns:a="http://schemas.openxmlformats.org/drawingml/2006/main">
            <a:off x="374904" y="1426464"/>
            <a:ext cx="250545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Source</a:t>
            </a:r>
            <a:endParaRPr sz="900" b="0" i="0" u="none" cap="none">
              <a:solidFill>
                <a:schemeClr val="dk1"/>
              </a:solidFill>
              <a:latin typeface="Arial"/>
              <a:ea typeface="Arial"/>
              <a:cs typeface="Arial"/>
            </a:endParaRPr>
          </a:p>
        </p:txBody>
      </p:sp>
      <p:sp>
        <p:nvSpPr>
          <p:cNvPr id="3786" name="Google Shape;3786;p62">
            <a:extLst xmlns:a="http://schemas.openxmlformats.org/drawingml/2006/main">
              <a:ext uri="{FF2B5EF4-FFF2-40B4-BE49-F238E27FC236}">
                <a16:creationId xmlns:a16="http://schemas.microsoft.com/office/drawing/2014/main" id="{031DDC0A-AAA3-4C76-85D6-3D21835A1440}"/>
              </a:ext>
            </a:extLst>
          </p:cNvPr>
          <p:cNvSpPr>
            <a:spLocks xmlns:a="http://schemas.openxmlformats.org/drawingml/2006/main" noGrp="1"/>
          </p:cNvSpPr>
          <p:nvPr/>
        </p:nvSpPr>
        <p:spPr>
          <a:xfrm xmlns:a="http://schemas.openxmlformats.org/drawingml/2006/main">
            <a:off x="2935224" y="1426464"/>
            <a:ext cx="250545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URL</a:t>
            </a:r>
            <a:endParaRPr sz="900" b="0" i="0" u="none" cap="none">
              <a:solidFill>
                <a:schemeClr val="dk1"/>
              </a:solidFill>
              <a:latin typeface="Arial"/>
              <a:ea typeface="Arial"/>
              <a:cs typeface="Arial"/>
            </a:endParaRPr>
          </a:p>
        </p:txBody>
      </p:sp>
      <p:sp>
        <p:nvSpPr>
          <p:cNvPr id="3787" name="Google Shape;3787;p62">
            <a:extLst xmlns:a="http://schemas.openxmlformats.org/drawingml/2006/main">
              <a:ext uri="{FF2B5EF4-FFF2-40B4-BE49-F238E27FC236}">
                <a16:creationId xmlns:a16="http://schemas.microsoft.com/office/drawing/2014/main" id="{1B5F0E11-08CC-4A6B-B653-B913E722CD82}"/>
              </a:ext>
            </a:extLst>
          </p:cNvPr>
          <p:cNvSpPr>
            <a:spLocks xmlns:a="http://schemas.openxmlformats.org/drawingml/2006/main" noGrp="1"/>
          </p:cNvSpPr>
          <p:nvPr/>
        </p:nvSpPr>
        <p:spPr>
          <a:xfrm xmlns:a="http://schemas.openxmlformats.org/drawingml/2006/main">
            <a:off x="5495544" y="1426464"/>
            <a:ext cx="104241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Date Accessed</a:t>
            </a:r>
            <a:endParaRPr sz="900" b="0" i="0" u="none" cap="none">
              <a:solidFill>
                <a:schemeClr val="dk1"/>
              </a:solidFill>
              <a:latin typeface="Arial"/>
              <a:ea typeface="Arial"/>
              <a:cs typeface="Arial"/>
            </a:endParaRPr>
          </a:p>
        </p:txBody>
      </p:sp>
      <p:sp>
        <p:nvSpPr>
          <p:cNvPr id="3788" name="Google Shape;3788;p62">
            <a:extLst xmlns:a="http://schemas.openxmlformats.org/drawingml/2006/main">
              <a:ext uri="{FF2B5EF4-FFF2-40B4-BE49-F238E27FC236}">
                <a16:creationId xmlns:a16="http://schemas.microsoft.com/office/drawing/2014/main" id="{5368B081-A77F-4F32-A3C4-C743F34D1A9D}"/>
              </a:ext>
            </a:extLst>
          </p:cNvPr>
          <p:cNvSpPr>
            <a:spLocks xmlns:a="http://schemas.openxmlformats.org/drawingml/2006/main" noGrp="1"/>
          </p:cNvSpPr>
          <p:nvPr/>
        </p:nvSpPr>
        <p:spPr>
          <a:xfrm xmlns:a="http://schemas.openxmlformats.org/drawingml/2006/main">
            <a:off x="6592824" y="1426464"/>
            <a:ext cx="2231136" cy="2194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900"/>
              <a:buFont typeface="Arial"/>
              <a:buNone/>
            </a:pPr>
            <a:r>
              <a:rPr sz="900" b="1" i="0" u="none" cap="none">
                <a:solidFill>
                  <a:srgbClr val="FFFFFF"/>
                </a:solidFill>
                <a:latin typeface="Arial"/>
                <a:ea typeface="Arial"/>
                <a:cs typeface="Arial"/>
              </a:rPr>
              <a:t>How Cited</a:t>
            </a:r>
            <a:endParaRPr sz="900" b="0" i="0" u="none" cap="none">
              <a:solidFill>
                <a:schemeClr val="dk1"/>
              </a:solidFill>
              <a:latin typeface="Arial"/>
              <a:ea typeface="Arial"/>
              <a:cs typeface="Arial"/>
            </a:endParaRPr>
          </a:p>
        </p:txBody>
      </p:sp>
      <p:sp>
        <p:nvSpPr>
          <p:cNvPr id="3789" name="Google Shape;3789;p62">
            <a:extLst xmlns:a="http://schemas.openxmlformats.org/drawingml/2006/main">
              <a:ext uri="{FF2B5EF4-FFF2-40B4-BE49-F238E27FC236}">
                <a16:creationId xmlns:a16="http://schemas.microsoft.com/office/drawing/2014/main" id="{E76FDBB4-D7D1-453B-AFCA-D9BCEBD50DD0}"/>
              </a:ext>
            </a:extLst>
          </p:cNvPr>
          <p:cNvSpPr>
            <a:spLocks xmlns:a="http://schemas.openxmlformats.org/drawingml/2006/main" noGrp="1"/>
          </p:cNvSpPr>
          <p:nvPr/>
        </p:nvSpPr>
        <p:spPr>
          <a:xfrm xmlns:a="http://schemas.openxmlformats.org/drawingml/2006/main">
            <a:off x="320040" y="1645920"/>
            <a:ext cx="8503920" cy="29832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958" name="Google Shape;3790;p62"/>
          <p:cNvCxnSpPr/>
          <p:nvPr/>
        </p:nvCxnSpPr>
        <p:spPr>
          <a:xfrm xmlns:a="http://schemas.openxmlformats.org/drawingml/2006/main">
            <a:off x="320040" y="1944243"/>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91" name="Google Shape;3791;p62">
            <a:extLst xmlns:a="http://schemas.openxmlformats.org/drawingml/2006/main">
              <a:ext uri="{FF2B5EF4-FFF2-40B4-BE49-F238E27FC236}">
                <a16:creationId xmlns:a16="http://schemas.microsoft.com/office/drawing/2014/main" id="{8FAE972E-2735-406E-B17D-66CC49558B7F}"/>
              </a:ext>
            </a:extLst>
          </p:cNvPr>
          <p:cNvSpPr>
            <a:spLocks xmlns:a="http://schemas.openxmlformats.org/drawingml/2006/main" noGrp="1"/>
          </p:cNvSpPr>
          <p:nvPr/>
        </p:nvSpPr>
        <p:spPr>
          <a:xfrm xmlns:a="http://schemas.openxmlformats.org/drawingml/2006/main">
            <a:off x="374904" y="1645920"/>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VIQRC Level Up Game Manual, Version 1.1</a:t>
            </a:r>
            <a:endParaRPr sz="830" b="0" i="0" u="none" cap="none">
              <a:solidFill>
                <a:schemeClr val="dk1"/>
              </a:solidFill>
              <a:latin typeface="Arial"/>
              <a:ea typeface="Arial"/>
              <a:cs typeface="Arial"/>
            </a:endParaRPr>
          </a:p>
        </p:txBody>
      </p:sp>
      <p:sp>
        <p:nvSpPr>
          <p:cNvPr id="3792" name="Google Shape;3792;p62">
            <a:extLst xmlns:a="http://schemas.openxmlformats.org/drawingml/2006/main">
              <a:ext uri="{FF2B5EF4-FFF2-40B4-BE49-F238E27FC236}">
                <a16:creationId xmlns:a16="http://schemas.microsoft.com/office/drawing/2014/main" id="{60F45D5E-4211-4CBE-92F6-9811005B41BC}"/>
              </a:ext>
            </a:extLst>
          </p:cNvPr>
          <p:cNvSpPr>
            <a:spLocks xmlns:a="http://schemas.openxmlformats.org/drawingml/2006/main" noGrp="1"/>
          </p:cNvSpPr>
          <p:nvPr/>
        </p:nvSpPr>
        <p:spPr>
          <a:xfrm xmlns:a="http://schemas.openxmlformats.org/drawingml/2006/main">
            <a:off x="2935224" y="1645920"/>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https://link.vex.com/docs/26-27/viqrc/game-manual</a:t>
            </a:r>
            <a:endParaRPr sz="830" b="0" i="0" u="none" cap="none">
              <a:solidFill>
                <a:schemeClr val="dk1"/>
              </a:solidFill>
              <a:latin typeface="Arial"/>
              <a:ea typeface="Arial"/>
              <a:cs typeface="Arial"/>
            </a:endParaRPr>
          </a:p>
        </p:txBody>
      </p:sp>
      <p:sp>
        <p:nvSpPr>
          <p:cNvPr id="3793" name="Google Shape;3793;p62">
            <a:extLst xmlns:a="http://schemas.openxmlformats.org/drawingml/2006/main">
              <a:ext uri="{FF2B5EF4-FFF2-40B4-BE49-F238E27FC236}">
                <a16:creationId xmlns:a16="http://schemas.microsoft.com/office/drawing/2014/main" id="{238009F6-1CAB-499A-869A-2625425F20BE}"/>
              </a:ext>
            </a:extLst>
          </p:cNvPr>
          <p:cNvSpPr>
            <a:spLocks xmlns:a="http://schemas.openxmlformats.org/drawingml/2006/main" noGrp="1"/>
          </p:cNvSpPr>
          <p:nvPr/>
        </p:nvSpPr>
        <p:spPr>
          <a:xfrm xmlns:a="http://schemas.openxmlformats.org/drawingml/2006/main">
            <a:off x="5495544" y="1645920"/>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794" name="Google Shape;3794;p62">
            <a:extLst xmlns:a="http://schemas.openxmlformats.org/drawingml/2006/main">
              <a:ext uri="{FF2B5EF4-FFF2-40B4-BE49-F238E27FC236}">
                <a16:creationId xmlns:a16="http://schemas.microsoft.com/office/drawing/2014/main" id="{BC9980E9-A59A-4780-A7E3-8A86465EA2D7}"/>
              </a:ext>
            </a:extLst>
          </p:cNvPr>
          <p:cNvSpPr>
            <a:spLocks xmlns:a="http://schemas.openxmlformats.org/drawingml/2006/main" noGrp="1"/>
          </p:cNvSpPr>
          <p:nvPr/>
        </p:nvSpPr>
        <p:spPr>
          <a:xfrm xmlns:a="http://schemas.openxmlformats.org/drawingml/2006/main">
            <a:off x="6592824" y="1645920"/>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Game rules, scoring</a:t>
            </a:r>
            <a:endParaRPr sz="830" b="0" i="0" u="none" cap="none">
              <a:solidFill>
                <a:schemeClr val="dk1"/>
              </a:solidFill>
              <a:latin typeface="Arial"/>
              <a:ea typeface="Arial"/>
              <a:cs typeface="Arial"/>
            </a:endParaRPr>
          </a:p>
        </p:txBody>
      </p:sp>
      <p:cxnSp>
        <p:nvCxnSpPr>
          <p:cNvPr id="3963" name="Google Shape;3795;p62"/>
          <p:cNvCxnSpPr/>
          <p:nvPr/>
        </p:nvCxnSpPr>
        <p:spPr>
          <a:xfrm xmlns:a="http://schemas.openxmlformats.org/drawingml/2006/main">
            <a:off x="320040" y="224256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796" name="Google Shape;3796;p62">
            <a:extLst xmlns:a="http://schemas.openxmlformats.org/drawingml/2006/main">
              <a:ext uri="{FF2B5EF4-FFF2-40B4-BE49-F238E27FC236}">
                <a16:creationId xmlns:a16="http://schemas.microsoft.com/office/drawing/2014/main" id="{1A5F77A9-8934-46A9-82BD-6ED0020CDA9B}"/>
              </a:ext>
            </a:extLst>
          </p:cNvPr>
          <p:cNvSpPr>
            <a:spLocks xmlns:a="http://schemas.openxmlformats.org/drawingml/2006/main" noGrp="1"/>
          </p:cNvSpPr>
          <p:nvPr/>
        </p:nvSpPr>
        <p:spPr>
          <a:xfrm xmlns:a="http://schemas.openxmlformats.org/drawingml/2006/main">
            <a:off x="374904" y="1944243"/>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[Official Global Robotics team resource]</a:t>
            </a:r>
            <a:endParaRPr sz="830" b="0" i="0" u="none" cap="none">
              <a:solidFill>
                <a:schemeClr val="dk1"/>
              </a:solidFill>
              <a:latin typeface="Arial"/>
              <a:ea typeface="Arial"/>
              <a:cs typeface="Arial"/>
            </a:endParaRPr>
          </a:p>
        </p:txBody>
      </p:sp>
      <p:sp>
        <p:nvSpPr>
          <p:cNvPr id="3797" name="Google Shape;3797;p62">
            <a:extLst xmlns:a="http://schemas.openxmlformats.org/drawingml/2006/main">
              <a:ext uri="{FF2B5EF4-FFF2-40B4-BE49-F238E27FC236}">
                <a16:creationId xmlns:a16="http://schemas.microsoft.com/office/drawing/2014/main" id="{892EAA67-7A81-4ABC-8BD9-EAF5746CEC2B}"/>
              </a:ext>
            </a:extLst>
          </p:cNvPr>
          <p:cNvSpPr>
            <a:spLocks xmlns:a="http://schemas.openxmlformats.org/drawingml/2006/main" noGrp="1"/>
          </p:cNvSpPr>
          <p:nvPr/>
        </p:nvSpPr>
        <p:spPr>
          <a:xfrm xmlns:a="http://schemas.openxmlformats.org/drawingml/2006/main">
            <a:off x="2935224" y="1944243"/>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https://library.globalrobotics.org/</a:t>
            </a:r>
            <a:endParaRPr sz="830" b="0" i="0" u="none" cap="none">
              <a:solidFill>
                <a:schemeClr val="dk1"/>
              </a:solidFill>
              <a:latin typeface="Arial"/>
              <a:ea typeface="Arial"/>
              <a:cs typeface="Arial"/>
            </a:endParaRPr>
          </a:p>
        </p:txBody>
      </p:sp>
      <p:sp>
        <p:nvSpPr>
          <p:cNvPr id="3798" name="Google Shape;3798;p62">
            <a:extLst xmlns:a="http://schemas.openxmlformats.org/drawingml/2006/main">
              <a:ext uri="{FF2B5EF4-FFF2-40B4-BE49-F238E27FC236}">
                <a16:creationId xmlns:a16="http://schemas.microsoft.com/office/drawing/2014/main" id="{E4C2AE51-BD88-4593-AD30-40A2C29334C1}"/>
              </a:ext>
            </a:extLst>
          </p:cNvPr>
          <p:cNvSpPr>
            <a:spLocks xmlns:a="http://schemas.openxmlformats.org/drawingml/2006/main" noGrp="1"/>
          </p:cNvSpPr>
          <p:nvPr/>
        </p:nvSpPr>
        <p:spPr>
          <a:xfrm xmlns:a="http://schemas.openxmlformats.org/drawingml/2006/main">
            <a:off x="5495544" y="1944243"/>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799" name="Google Shape;3799;p62">
            <a:extLst xmlns:a="http://schemas.openxmlformats.org/drawingml/2006/main">
              <a:ext uri="{FF2B5EF4-FFF2-40B4-BE49-F238E27FC236}">
                <a16:creationId xmlns:a16="http://schemas.microsoft.com/office/drawing/2014/main" id="{3260BC53-96BB-442D-B175-19D7CDDB6BEA}"/>
              </a:ext>
            </a:extLst>
          </p:cNvPr>
          <p:cNvSpPr>
            <a:spLocks xmlns:a="http://schemas.openxmlformats.org/drawingml/2006/main" noGrp="1"/>
          </p:cNvSpPr>
          <p:nvPr/>
        </p:nvSpPr>
        <p:spPr>
          <a:xfrm xmlns:a="http://schemas.openxmlformats.org/drawingml/2006/main">
            <a:off x="6592824" y="1944243"/>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Competition / judging guidance</a:t>
            </a:r>
            <a:endParaRPr sz="830" b="0" i="0" u="none" cap="none">
              <a:solidFill>
                <a:schemeClr val="dk1"/>
              </a:solidFill>
              <a:latin typeface="Arial"/>
              <a:ea typeface="Arial"/>
              <a:cs typeface="Arial"/>
            </a:endParaRPr>
          </a:p>
        </p:txBody>
      </p:sp>
      <p:sp>
        <p:nvSpPr>
          <p:cNvPr id="3800" name="Google Shape;3800;p62">
            <a:extLst xmlns:a="http://schemas.openxmlformats.org/drawingml/2006/main">
              <a:ext uri="{FF2B5EF4-FFF2-40B4-BE49-F238E27FC236}">
                <a16:creationId xmlns:a16="http://schemas.microsoft.com/office/drawing/2014/main" id="{E4470E5D-D19D-4F56-AF2A-E034517C6155}"/>
              </a:ext>
            </a:extLst>
          </p:cNvPr>
          <p:cNvSpPr>
            <a:spLocks xmlns:a="http://schemas.openxmlformats.org/drawingml/2006/main" noGrp="1"/>
          </p:cNvSpPr>
          <p:nvPr/>
        </p:nvSpPr>
        <p:spPr>
          <a:xfrm xmlns:a="http://schemas.openxmlformats.org/drawingml/2006/main">
            <a:off x="320040" y="2242566"/>
            <a:ext cx="8503920" cy="29832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969" name="Google Shape;3801;p62"/>
          <p:cNvCxnSpPr/>
          <p:nvPr/>
        </p:nvCxnSpPr>
        <p:spPr>
          <a:xfrm xmlns:a="http://schemas.openxmlformats.org/drawingml/2006/main">
            <a:off x="320040" y="2540889"/>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02" name="Google Shape;3802;p62">
            <a:extLst xmlns:a="http://schemas.openxmlformats.org/drawingml/2006/main">
              <a:ext uri="{FF2B5EF4-FFF2-40B4-BE49-F238E27FC236}">
                <a16:creationId xmlns:a16="http://schemas.microsoft.com/office/drawing/2014/main" id="{6D8FEDC8-FF22-49DB-9C97-D29F3B1E62AF}"/>
              </a:ext>
            </a:extLst>
          </p:cNvPr>
          <p:cNvSpPr>
            <a:spLocks xmlns:a="http://schemas.openxmlformats.org/drawingml/2006/main" noGrp="1"/>
          </p:cNvSpPr>
          <p:nvPr/>
        </p:nvSpPr>
        <p:spPr>
          <a:xfrm xmlns:a="http://schemas.openxmlformats.org/drawingml/2006/main">
            <a:off x="374904" y="2242566"/>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[Reveal video / forum post]</a:t>
            </a:r>
            <a:endParaRPr sz="830" b="0" i="0" u="none" cap="none">
              <a:solidFill>
                <a:schemeClr val="dk1"/>
              </a:solidFill>
              <a:latin typeface="Arial"/>
              <a:ea typeface="Arial"/>
              <a:cs typeface="Arial"/>
            </a:endParaRPr>
          </a:p>
        </p:txBody>
      </p:sp>
      <p:sp>
        <p:nvSpPr>
          <p:cNvPr id="3803" name="Google Shape;3803;p62">
            <a:extLst xmlns:a="http://schemas.openxmlformats.org/drawingml/2006/main">
              <a:ext uri="{FF2B5EF4-FFF2-40B4-BE49-F238E27FC236}">
                <a16:creationId xmlns:a16="http://schemas.microsoft.com/office/drawing/2014/main" id="{A56C09A1-C58A-4484-9A70-8A88D6BAF0A1}"/>
              </a:ext>
            </a:extLst>
          </p:cNvPr>
          <p:cNvSpPr>
            <a:spLocks xmlns:a="http://schemas.openxmlformats.org/drawingml/2006/main" noGrp="1"/>
          </p:cNvSpPr>
          <p:nvPr/>
        </p:nvSpPr>
        <p:spPr>
          <a:xfrm xmlns:a="http://schemas.openxmlformats.org/drawingml/2006/main">
            <a:off x="2935224" y="2242566"/>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[URL]</a:t>
            </a:r>
            <a:endParaRPr sz="830" b="0" i="0" u="none" cap="none">
              <a:solidFill>
                <a:schemeClr val="dk1"/>
              </a:solidFill>
              <a:latin typeface="Arial"/>
              <a:ea typeface="Arial"/>
              <a:cs typeface="Arial"/>
            </a:endParaRPr>
          </a:p>
        </p:txBody>
      </p:sp>
      <p:sp>
        <p:nvSpPr>
          <p:cNvPr id="3804" name="Google Shape;3804;p62">
            <a:extLst xmlns:a="http://schemas.openxmlformats.org/drawingml/2006/main">
              <a:ext uri="{FF2B5EF4-FFF2-40B4-BE49-F238E27FC236}">
                <a16:creationId xmlns:a16="http://schemas.microsoft.com/office/drawing/2014/main" id="{F8F4A76A-7261-481C-923D-EBF0540478BD}"/>
              </a:ext>
            </a:extLst>
          </p:cNvPr>
          <p:cNvSpPr>
            <a:spLocks xmlns:a="http://schemas.openxmlformats.org/drawingml/2006/main" noGrp="1"/>
          </p:cNvSpPr>
          <p:nvPr/>
        </p:nvSpPr>
        <p:spPr>
          <a:xfrm xmlns:a="http://schemas.openxmlformats.org/drawingml/2006/main">
            <a:off x="5495544" y="2242566"/>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805" name="Google Shape;3805;p62">
            <a:extLst xmlns:a="http://schemas.openxmlformats.org/drawingml/2006/main">
              <a:ext uri="{FF2B5EF4-FFF2-40B4-BE49-F238E27FC236}">
                <a16:creationId xmlns:a16="http://schemas.microsoft.com/office/drawing/2014/main" id="{6BBE3E46-8F13-4103-B342-A9030B535B86}"/>
              </a:ext>
            </a:extLst>
          </p:cNvPr>
          <p:cNvSpPr>
            <a:spLocks xmlns:a="http://schemas.openxmlformats.org/drawingml/2006/main" noGrp="1"/>
          </p:cNvSpPr>
          <p:nvPr/>
        </p:nvSpPr>
        <p:spPr>
          <a:xfrm xmlns:a="http://schemas.openxmlformats.org/drawingml/2006/main">
            <a:off x="6592824" y="2242566"/>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[How cited]</a:t>
            </a:r>
            <a:endParaRPr sz="830" b="0" i="0" u="none" cap="none">
              <a:solidFill>
                <a:schemeClr val="dk1"/>
              </a:solidFill>
              <a:latin typeface="Arial"/>
              <a:ea typeface="Arial"/>
              <a:cs typeface="Arial"/>
            </a:endParaRPr>
          </a:p>
        </p:txBody>
      </p:sp>
      <p:cxnSp>
        <p:nvCxnSpPr>
          <p:cNvPr id="3974" name="Google Shape;3806;p62"/>
          <p:cNvCxnSpPr/>
          <p:nvPr/>
        </p:nvCxnSpPr>
        <p:spPr>
          <a:xfrm xmlns:a="http://schemas.openxmlformats.org/drawingml/2006/main">
            <a:off x="320040" y="283921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07" name="Google Shape;3807;p62">
            <a:extLst xmlns:a="http://schemas.openxmlformats.org/drawingml/2006/main">
              <a:ext uri="{FF2B5EF4-FFF2-40B4-BE49-F238E27FC236}">
                <a16:creationId xmlns:a16="http://schemas.microsoft.com/office/drawing/2014/main" id="{A5A0B91C-5D86-4BBA-8F2E-51E3087E55B8}"/>
              </a:ext>
            </a:extLst>
          </p:cNvPr>
          <p:cNvSpPr>
            <a:spLocks xmlns:a="http://schemas.openxmlformats.org/drawingml/2006/main" noGrp="1"/>
          </p:cNvSpPr>
          <p:nvPr/>
        </p:nvSpPr>
        <p:spPr>
          <a:xfrm xmlns:a="http://schemas.openxmlformats.org/drawingml/2006/main">
            <a:off x="374904" y="2540889"/>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[VEX Forum thread]</a:t>
            </a:r>
            <a:endParaRPr sz="830" b="0" i="0" u="none" cap="none">
              <a:solidFill>
                <a:schemeClr val="dk1"/>
              </a:solidFill>
              <a:latin typeface="Arial"/>
              <a:ea typeface="Arial"/>
              <a:cs typeface="Arial"/>
            </a:endParaRPr>
          </a:p>
        </p:txBody>
      </p:sp>
      <p:sp>
        <p:nvSpPr>
          <p:cNvPr id="3808" name="Google Shape;3808;p62">
            <a:extLst xmlns:a="http://schemas.openxmlformats.org/drawingml/2006/main">
              <a:ext uri="{FF2B5EF4-FFF2-40B4-BE49-F238E27FC236}">
                <a16:creationId xmlns:a16="http://schemas.microsoft.com/office/drawing/2014/main" id="{5B0C4F5D-CD85-4A14-AD58-EC75988B7293}"/>
              </a:ext>
            </a:extLst>
          </p:cNvPr>
          <p:cNvSpPr>
            <a:spLocks xmlns:a="http://schemas.openxmlformats.org/drawingml/2006/main" noGrp="1"/>
          </p:cNvSpPr>
          <p:nvPr/>
        </p:nvSpPr>
        <p:spPr>
          <a:xfrm xmlns:a="http://schemas.openxmlformats.org/drawingml/2006/main">
            <a:off x="2935224" y="2540889"/>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[URL]</a:t>
            </a:r>
            <a:endParaRPr sz="830" b="0" i="0" u="none" cap="none">
              <a:solidFill>
                <a:schemeClr val="dk1"/>
              </a:solidFill>
              <a:latin typeface="Arial"/>
              <a:ea typeface="Arial"/>
              <a:cs typeface="Arial"/>
            </a:endParaRPr>
          </a:p>
        </p:txBody>
      </p:sp>
      <p:sp>
        <p:nvSpPr>
          <p:cNvPr id="3809" name="Google Shape;3809;p62">
            <a:extLst xmlns:a="http://schemas.openxmlformats.org/drawingml/2006/main">
              <a:ext uri="{FF2B5EF4-FFF2-40B4-BE49-F238E27FC236}">
                <a16:creationId xmlns:a16="http://schemas.microsoft.com/office/drawing/2014/main" id="{1DDEC733-E700-4065-81CE-CF8CB7BE32B8}"/>
              </a:ext>
            </a:extLst>
          </p:cNvPr>
          <p:cNvSpPr>
            <a:spLocks xmlns:a="http://schemas.openxmlformats.org/drawingml/2006/main" noGrp="1"/>
          </p:cNvSpPr>
          <p:nvPr/>
        </p:nvSpPr>
        <p:spPr>
          <a:xfrm xmlns:a="http://schemas.openxmlformats.org/drawingml/2006/main">
            <a:off x="5495544" y="2540889"/>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810" name="Google Shape;3810;p62">
            <a:extLst xmlns:a="http://schemas.openxmlformats.org/drawingml/2006/main">
              <a:ext uri="{FF2B5EF4-FFF2-40B4-BE49-F238E27FC236}">
                <a16:creationId xmlns:a16="http://schemas.microsoft.com/office/drawing/2014/main" id="{FF6CDAAD-0159-42BD-B736-8B72C9FB10C6}"/>
              </a:ext>
            </a:extLst>
          </p:cNvPr>
          <p:cNvSpPr>
            <a:spLocks xmlns:a="http://schemas.openxmlformats.org/drawingml/2006/main" noGrp="1"/>
          </p:cNvSpPr>
          <p:nvPr/>
        </p:nvSpPr>
        <p:spPr>
          <a:xfrm xmlns:a="http://schemas.openxmlformats.org/drawingml/2006/main">
            <a:off x="6592824" y="2540889"/>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[How cited]</a:t>
            </a:r>
            <a:endParaRPr sz="830" b="0" i="0" u="none" cap="none">
              <a:solidFill>
                <a:schemeClr val="dk1"/>
              </a:solidFill>
              <a:latin typeface="Arial"/>
              <a:ea typeface="Arial"/>
              <a:cs typeface="Arial"/>
            </a:endParaRPr>
          </a:p>
        </p:txBody>
      </p:sp>
      <p:sp>
        <p:nvSpPr>
          <p:cNvPr id="3811" name="Google Shape;3811;p62">
            <a:extLst xmlns:a="http://schemas.openxmlformats.org/drawingml/2006/main">
              <a:ext uri="{FF2B5EF4-FFF2-40B4-BE49-F238E27FC236}">
                <a16:creationId xmlns:a16="http://schemas.microsoft.com/office/drawing/2014/main" id="{A5CDDC33-3C82-48ED-8E1C-59C9D52B5755}"/>
              </a:ext>
            </a:extLst>
          </p:cNvPr>
          <p:cNvSpPr>
            <a:spLocks xmlns:a="http://schemas.openxmlformats.org/drawingml/2006/main" noGrp="1"/>
          </p:cNvSpPr>
          <p:nvPr/>
        </p:nvSpPr>
        <p:spPr>
          <a:xfrm xmlns:a="http://schemas.openxmlformats.org/drawingml/2006/main">
            <a:off x="320040" y="2839212"/>
            <a:ext cx="8503920" cy="29832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980" name="Google Shape;3812;p62"/>
          <p:cNvCxnSpPr/>
          <p:nvPr/>
        </p:nvCxnSpPr>
        <p:spPr>
          <a:xfrm xmlns:a="http://schemas.openxmlformats.org/drawingml/2006/main">
            <a:off x="320040" y="3137535"/>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13" name="Google Shape;3813;p62">
            <a:extLst xmlns:a="http://schemas.openxmlformats.org/drawingml/2006/main">
              <a:ext uri="{FF2B5EF4-FFF2-40B4-BE49-F238E27FC236}">
                <a16:creationId xmlns:a16="http://schemas.microsoft.com/office/drawing/2014/main" id="{FF5D7189-9AF8-4243-A9E9-6C145F24284B}"/>
              </a:ext>
            </a:extLst>
          </p:cNvPr>
          <p:cNvSpPr>
            <a:spLocks xmlns:a="http://schemas.openxmlformats.org/drawingml/2006/main" noGrp="1"/>
          </p:cNvSpPr>
          <p:nvPr/>
        </p:nvSpPr>
        <p:spPr>
          <a:xfrm xmlns:a="http://schemas.openxmlformats.org/drawingml/2006/main">
            <a:off x="374904" y="2839212"/>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[Research article / whitepaper]</a:t>
            </a:r>
            <a:endParaRPr sz="830" b="0" i="0" u="none" cap="none">
              <a:solidFill>
                <a:schemeClr val="dk1"/>
              </a:solidFill>
              <a:latin typeface="Arial"/>
              <a:ea typeface="Arial"/>
              <a:cs typeface="Arial"/>
            </a:endParaRPr>
          </a:p>
        </p:txBody>
      </p:sp>
      <p:sp>
        <p:nvSpPr>
          <p:cNvPr id="3814" name="Google Shape;3814;p62">
            <a:extLst xmlns:a="http://schemas.openxmlformats.org/drawingml/2006/main">
              <a:ext uri="{FF2B5EF4-FFF2-40B4-BE49-F238E27FC236}">
                <a16:creationId xmlns:a16="http://schemas.microsoft.com/office/drawing/2014/main" id="{02D0103C-E007-4297-9A9D-97A8BEC798EB}"/>
              </a:ext>
            </a:extLst>
          </p:cNvPr>
          <p:cNvSpPr>
            <a:spLocks xmlns:a="http://schemas.openxmlformats.org/drawingml/2006/main" noGrp="1"/>
          </p:cNvSpPr>
          <p:nvPr/>
        </p:nvSpPr>
        <p:spPr>
          <a:xfrm xmlns:a="http://schemas.openxmlformats.org/drawingml/2006/main">
            <a:off x="2935224" y="2839212"/>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[URL]</a:t>
            </a:r>
            <a:endParaRPr sz="830" b="0" i="0" u="none" cap="none">
              <a:solidFill>
                <a:schemeClr val="dk1"/>
              </a:solidFill>
              <a:latin typeface="Arial"/>
              <a:ea typeface="Arial"/>
              <a:cs typeface="Arial"/>
            </a:endParaRPr>
          </a:p>
        </p:txBody>
      </p:sp>
      <p:sp>
        <p:nvSpPr>
          <p:cNvPr id="3815" name="Google Shape;3815;p62">
            <a:extLst xmlns:a="http://schemas.openxmlformats.org/drawingml/2006/main">
              <a:ext uri="{FF2B5EF4-FFF2-40B4-BE49-F238E27FC236}">
                <a16:creationId xmlns:a16="http://schemas.microsoft.com/office/drawing/2014/main" id="{E7505113-4B13-4DB3-A640-56ECE6798261}"/>
              </a:ext>
            </a:extLst>
          </p:cNvPr>
          <p:cNvSpPr>
            <a:spLocks xmlns:a="http://schemas.openxmlformats.org/drawingml/2006/main" noGrp="1"/>
          </p:cNvSpPr>
          <p:nvPr/>
        </p:nvSpPr>
        <p:spPr>
          <a:xfrm xmlns:a="http://schemas.openxmlformats.org/drawingml/2006/main">
            <a:off x="5495544" y="2839212"/>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816" name="Google Shape;3816;p62">
            <a:extLst xmlns:a="http://schemas.openxmlformats.org/drawingml/2006/main">
              <a:ext uri="{FF2B5EF4-FFF2-40B4-BE49-F238E27FC236}">
                <a16:creationId xmlns:a16="http://schemas.microsoft.com/office/drawing/2014/main" id="{6D4473C6-845E-4EAC-89DE-429CF1810F5A}"/>
              </a:ext>
            </a:extLst>
          </p:cNvPr>
          <p:cNvSpPr>
            <a:spLocks xmlns:a="http://schemas.openxmlformats.org/drawingml/2006/main" noGrp="1"/>
          </p:cNvSpPr>
          <p:nvPr/>
        </p:nvSpPr>
        <p:spPr>
          <a:xfrm xmlns:a="http://schemas.openxmlformats.org/drawingml/2006/main">
            <a:off x="6592824" y="2839212"/>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[How cited]</a:t>
            </a:r>
            <a:endParaRPr sz="830" b="0" i="0" u="none" cap="none">
              <a:solidFill>
                <a:schemeClr val="dk1"/>
              </a:solidFill>
              <a:latin typeface="Arial"/>
              <a:ea typeface="Arial"/>
              <a:cs typeface="Arial"/>
            </a:endParaRPr>
          </a:p>
        </p:txBody>
      </p:sp>
      <p:cxnSp>
        <p:nvCxnSpPr>
          <p:cNvPr id="3985" name="Google Shape;3817;p62"/>
          <p:cNvCxnSpPr/>
          <p:nvPr/>
        </p:nvCxnSpPr>
        <p:spPr>
          <a:xfrm xmlns:a="http://schemas.openxmlformats.org/drawingml/2006/main">
            <a:off x="320040" y="343585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18" name="Google Shape;3818;p62">
            <a:extLst xmlns:a="http://schemas.openxmlformats.org/drawingml/2006/main">
              <a:ext uri="{FF2B5EF4-FFF2-40B4-BE49-F238E27FC236}">
                <a16:creationId xmlns:a16="http://schemas.microsoft.com/office/drawing/2014/main" id="{E8287394-31AC-4743-BEFB-7F7104AC6E11}"/>
              </a:ext>
            </a:extLst>
          </p:cNvPr>
          <p:cNvSpPr>
            <a:spLocks xmlns:a="http://schemas.openxmlformats.org/drawingml/2006/main" noGrp="1"/>
          </p:cNvSpPr>
          <p:nvPr/>
        </p:nvSpPr>
        <p:spPr>
          <a:xfrm xmlns:a="http://schemas.openxmlformats.org/drawingml/2006/main">
            <a:off x="374904" y="3137535"/>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Team-created reference or teacher demo</a:t>
            </a:r>
            <a:endParaRPr sz="830" b="0" i="0" u="none" cap="none">
              <a:solidFill>
                <a:schemeClr val="dk1"/>
              </a:solidFill>
              <a:latin typeface="Arial"/>
              <a:ea typeface="Arial"/>
              <a:cs typeface="Arial"/>
            </a:endParaRPr>
          </a:p>
        </p:txBody>
      </p:sp>
      <p:sp>
        <p:nvSpPr>
          <p:cNvPr id="3819" name="Google Shape;3819;p62">
            <a:extLst xmlns:a="http://schemas.openxmlformats.org/drawingml/2006/main">
              <a:ext uri="{FF2B5EF4-FFF2-40B4-BE49-F238E27FC236}">
                <a16:creationId xmlns:a16="http://schemas.microsoft.com/office/drawing/2014/main" id="{02DFC836-0F8D-4F09-ABD2-261751977326}"/>
              </a:ext>
            </a:extLst>
          </p:cNvPr>
          <p:cNvSpPr>
            <a:spLocks xmlns:a="http://schemas.openxmlformats.org/drawingml/2006/main" noGrp="1"/>
          </p:cNvSpPr>
          <p:nvPr/>
        </p:nvSpPr>
        <p:spPr>
          <a:xfrm xmlns:a="http://schemas.openxmlformats.org/drawingml/2006/main">
            <a:off x="2935224" y="3137535"/>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[title / URL / file name]</a:t>
            </a:r>
            <a:endParaRPr sz="830" b="0" i="0" u="none" cap="none">
              <a:solidFill>
                <a:schemeClr val="dk1"/>
              </a:solidFill>
              <a:latin typeface="Arial"/>
              <a:ea typeface="Arial"/>
              <a:cs typeface="Arial"/>
            </a:endParaRPr>
          </a:p>
        </p:txBody>
      </p:sp>
      <p:sp>
        <p:nvSpPr>
          <p:cNvPr id="3820" name="Google Shape;3820;p62">
            <a:extLst xmlns:a="http://schemas.openxmlformats.org/drawingml/2006/main">
              <a:ext uri="{FF2B5EF4-FFF2-40B4-BE49-F238E27FC236}">
                <a16:creationId xmlns:a16="http://schemas.microsoft.com/office/drawing/2014/main" id="{8C188FAF-7C07-4454-8731-89094F27FFFA}"/>
              </a:ext>
            </a:extLst>
          </p:cNvPr>
          <p:cNvSpPr>
            <a:spLocks xmlns:a="http://schemas.openxmlformats.org/drawingml/2006/main" noGrp="1"/>
          </p:cNvSpPr>
          <p:nvPr/>
        </p:nvSpPr>
        <p:spPr>
          <a:xfrm xmlns:a="http://schemas.openxmlformats.org/drawingml/2006/main">
            <a:off x="5495544" y="3137535"/>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821" name="Google Shape;3821;p62">
            <a:extLst xmlns:a="http://schemas.openxmlformats.org/drawingml/2006/main">
              <a:ext uri="{FF2B5EF4-FFF2-40B4-BE49-F238E27FC236}">
                <a16:creationId xmlns:a16="http://schemas.microsoft.com/office/drawing/2014/main" id="{C6CD0D07-7BB4-4D99-9999-CA65081F928F}"/>
              </a:ext>
            </a:extLst>
          </p:cNvPr>
          <p:cNvSpPr>
            <a:spLocks xmlns:a="http://schemas.openxmlformats.org/drawingml/2006/main" noGrp="1"/>
          </p:cNvSpPr>
          <p:nvPr/>
        </p:nvSpPr>
        <p:spPr>
          <a:xfrm xmlns:a="http://schemas.openxmlformats.org/drawingml/2006/main">
            <a:off x="6592824" y="3137535"/>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Describe exactly how the source informed this work</a:t>
            </a:r>
            <a:endParaRPr sz="830" b="0" i="0" u="none" cap="none">
              <a:solidFill>
                <a:schemeClr val="dk1"/>
              </a:solidFill>
              <a:latin typeface="Arial"/>
              <a:ea typeface="Arial"/>
              <a:cs typeface="Arial"/>
            </a:endParaRPr>
          </a:p>
        </p:txBody>
      </p:sp>
      <p:sp>
        <p:nvSpPr>
          <p:cNvPr id="3822" name="Google Shape;3822;p62">
            <a:extLst xmlns:a="http://schemas.openxmlformats.org/drawingml/2006/main">
              <a:ext uri="{FF2B5EF4-FFF2-40B4-BE49-F238E27FC236}">
                <a16:creationId xmlns:a16="http://schemas.microsoft.com/office/drawing/2014/main" id="{D5BC05EC-7F4F-43AD-AA48-C1D7053A6F54}"/>
              </a:ext>
            </a:extLst>
          </p:cNvPr>
          <p:cNvSpPr>
            <a:spLocks xmlns:a="http://schemas.openxmlformats.org/drawingml/2006/main" noGrp="1"/>
          </p:cNvSpPr>
          <p:nvPr/>
        </p:nvSpPr>
        <p:spPr>
          <a:xfrm xmlns:a="http://schemas.openxmlformats.org/drawingml/2006/main">
            <a:off x="320040" y="3435858"/>
            <a:ext cx="8503920" cy="298323"/>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3991" name="Google Shape;3823;p62"/>
          <p:cNvCxnSpPr/>
          <p:nvPr/>
        </p:nvCxnSpPr>
        <p:spPr>
          <a:xfrm xmlns:a="http://schemas.openxmlformats.org/drawingml/2006/main">
            <a:off x="320040" y="3734181"/>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24" name="Google Shape;3824;p62">
            <a:extLst xmlns:a="http://schemas.openxmlformats.org/drawingml/2006/main">
              <a:ext uri="{FF2B5EF4-FFF2-40B4-BE49-F238E27FC236}">
                <a16:creationId xmlns:a16="http://schemas.microsoft.com/office/drawing/2014/main" id="{66F35036-E3AA-46B4-BEF7-482A19CE08F3}"/>
              </a:ext>
            </a:extLst>
          </p:cNvPr>
          <p:cNvSpPr>
            <a:spLocks xmlns:a="http://schemas.openxmlformats.org/drawingml/2006/main" noGrp="1"/>
          </p:cNvSpPr>
          <p:nvPr/>
        </p:nvSpPr>
        <p:spPr>
          <a:xfrm xmlns:a="http://schemas.openxmlformats.org/drawingml/2006/main">
            <a:off x="374904" y="3435858"/>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[Reference]</a:t>
            </a:r>
            <a:endParaRPr sz="830" b="0" i="0" u="none" cap="none">
              <a:solidFill>
                <a:schemeClr val="dk1"/>
              </a:solidFill>
              <a:latin typeface="Arial"/>
              <a:ea typeface="Arial"/>
              <a:cs typeface="Arial"/>
            </a:endParaRPr>
          </a:p>
        </p:txBody>
      </p:sp>
      <p:sp>
        <p:nvSpPr>
          <p:cNvPr id="3825" name="Google Shape;3825;p62">
            <a:extLst xmlns:a="http://schemas.openxmlformats.org/drawingml/2006/main">
              <a:ext uri="{FF2B5EF4-FFF2-40B4-BE49-F238E27FC236}">
                <a16:creationId xmlns:a16="http://schemas.microsoft.com/office/drawing/2014/main" id="{AC127824-D757-47B7-9260-9FF94206037F}"/>
              </a:ext>
            </a:extLst>
          </p:cNvPr>
          <p:cNvSpPr>
            <a:spLocks xmlns:a="http://schemas.openxmlformats.org/drawingml/2006/main" noGrp="1"/>
          </p:cNvSpPr>
          <p:nvPr/>
        </p:nvSpPr>
        <p:spPr>
          <a:xfrm xmlns:a="http://schemas.openxmlformats.org/drawingml/2006/main">
            <a:off x="2935224" y="3435858"/>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[URL]</a:t>
            </a:r>
            <a:endParaRPr sz="830" b="0" i="0" u="none" cap="none">
              <a:solidFill>
                <a:schemeClr val="dk1"/>
              </a:solidFill>
              <a:latin typeface="Arial"/>
              <a:ea typeface="Arial"/>
              <a:cs typeface="Arial"/>
            </a:endParaRPr>
          </a:p>
        </p:txBody>
      </p:sp>
      <p:sp>
        <p:nvSpPr>
          <p:cNvPr id="3826" name="Google Shape;3826;p62">
            <a:extLst xmlns:a="http://schemas.openxmlformats.org/drawingml/2006/main">
              <a:ext uri="{FF2B5EF4-FFF2-40B4-BE49-F238E27FC236}">
                <a16:creationId xmlns:a16="http://schemas.microsoft.com/office/drawing/2014/main" id="{D6EC3DAB-83D1-41AE-B90F-CB90FEA94138}"/>
              </a:ext>
            </a:extLst>
          </p:cNvPr>
          <p:cNvSpPr>
            <a:spLocks xmlns:a="http://schemas.openxmlformats.org/drawingml/2006/main" noGrp="1"/>
          </p:cNvSpPr>
          <p:nvPr/>
        </p:nvSpPr>
        <p:spPr>
          <a:xfrm xmlns:a="http://schemas.openxmlformats.org/drawingml/2006/main">
            <a:off x="5495544" y="3435858"/>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827" name="Google Shape;3827;p62">
            <a:extLst xmlns:a="http://schemas.openxmlformats.org/drawingml/2006/main">
              <a:ext uri="{FF2B5EF4-FFF2-40B4-BE49-F238E27FC236}">
                <a16:creationId xmlns:a16="http://schemas.microsoft.com/office/drawing/2014/main" id="{5B8E1864-B019-4FEE-A343-4C2E8AA46B20}"/>
              </a:ext>
            </a:extLst>
          </p:cNvPr>
          <p:cNvSpPr>
            <a:spLocks xmlns:a="http://schemas.openxmlformats.org/drawingml/2006/main" noGrp="1"/>
          </p:cNvSpPr>
          <p:nvPr/>
        </p:nvSpPr>
        <p:spPr>
          <a:xfrm xmlns:a="http://schemas.openxmlformats.org/drawingml/2006/main">
            <a:off x="6592824" y="3435858"/>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[How cited]</a:t>
            </a:r>
            <a:endParaRPr sz="830" b="0" i="0" u="none" cap="none">
              <a:solidFill>
                <a:schemeClr val="dk1"/>
              </a:solidFill>
              <a:latin typeface="Arial"/>
              <a:ea typeface="Arial"/>
              <a:cs typeface="Arial"/>
            </a:endParaRPr>
          </a:p>
        </p:txBody>
      </p:sp>
      <p:cxnSp>
        <p:nvCxnSpPr>
          <p:cNvPr id="3996" name="Google Shape;3828;p62"/>
          <p:cNvCxnSpPr/>
          <p:nvPr/>
        </p:nvCxnSpPr>
        <p:spPr>
          <a:xfrm xmlns:a="http://schemas.openxmlformats.org/drawingml/2006/main">
            <a:off x="320040" y="403250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29" name="Google Shape;3829;p62">
            <a:extLst xmlns:a="http://schemas.openxmlformats.org/drawingml/2006/main">
              <a:ext uri="{FF2B5EF4-FFF2-40B4-BE49-F238E27FC236}">
                <a16:creationId xmlns:a16="http://schemas.microsoft.com/office/drawing/2014/main" id="{C7786D6C-0BBC-4B32-957C-F87D920F1558}"/>
              </a:ext>
            </a:extLst>
          </p:cNvPr>
          <p:cNvSpPr>
            <a:spLocks xmlns:a="http://schemas.openxmlformats.org/drawingml/2006/main" noGrp="1"/>
          </p:cNvSpPr>
          <p:nvPr/>
        </p:nvSpPr>
        <p:spPr>
          <a:xfrm xmlns:a="http://schemas.openxmlformats.org/drawingml/2006/main">
            <a:off x="374904" y="3734181"/>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[Reference]</a:t>
            </a:r>
            <a:endParaRPr sz="830" b="0" i="0" u="none" cap="none">
              <a:solidFill>
                <a:schemeClr val="dk1"/>
              </a:solidFill>
              <a:latin typeface="Arial"/>
              <a:ea typeface="Arial"/>
              <a:cs typeface="Arial"/>
            </a:endParaRPr>
          </a:p>
        </p:txBody>
      </p:sp>
      <p:sp>
        <p:nvSpPr>
          <p:cNvPr id="3830" name="Google Shape;3830;p62">
            <a:extLst xmlns:a="http://schemas.openxmlformats.org/drawingml/2006/main">
              <a:ext uri="{FF2B5EF4-FFF2-40B4-BE49-F238E27FC236}">
                <a16:creationId xmlns:a16="http://schemas.microsoft.com/office/drawing/2014/main" id="{D08E6EA9-C030-4305-94C0-1C14A396D365}"/>
              </a:ext>
            </a:extLst>
          </p:cNvPr>
          <p:cNvSpPr>
            <a:spLocks xmlns:a="http://schemas.openxmlformats.org/drawingml/2006/main" noGrp="1"/>
          </p:cNvSpPr>
          <p:nvPr/>
        </p:nvSpPr>
        <p:spPr>
          <a:xfrm xmlns:a="http://schemas.openxmlformats.org/drawingml/2006/main">
            <a:off x="2935224" y="3734181"/>
            <a:ext cx="250545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[URL]</a:t>
            </a:r>
            <a:endParaRPr sz="830" b="0" i="0" u="none" cap="none">
              <a:solidFill>
                <a:schemeClr val="dk1"/>
              </a:solidFill>
              <a:latin typeface="Arial"/>
              <a:ea typeface="Arial"/>
              <a:cs typeface="Arial"/>
            </a:endParaRPr>
          </a:p>
        </p:txBody>
      </p:sp>
      <p:sp>
        <p:nvSpPr>
          <p:cNvPr id="3831" name="Google Shape;3831;p62">
            <a:extLst xmlns:a="http://schemas.openxmlformats.org/drawingml/2006/main">
              <a:ext uri="{FF2B5EF4-FFF2-40B4-BE49-F238E27FC236}">
                <a16:creationId xmlns:a16="http://schemas.microsoft.com/office/drawing/2014/main" id="{8CE40485-97C4-45A9-AFC3-A50424ADFB46}"/>
              </a:ext>
            </a:extLst>
          </p:cNvPr>
          <p:cNvSpPr>
            <a:spLocks xmlns:a="http://schemas.openxmlformats.org/drawingml/2006/main" noGrp="1"/>
          </p:cNvSpPr>
          <p:nvPr/>
        </p:nvSpPr>
        <p:spPr>
          <a:xfrm xmlns:a="http://schemas.openxmlformats.org/drawingml/2006/main">
            <a:off x="5495544" y="3734181"/>
            <a:ext cx="104241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30"/>
              <a:buFont typeface="Arial"/>
              <a:buNone/>
            </a:pPr>
            <a:r>
              <a:rPr sz="830" b="0" i="0" u="none" cap="none">
                <a:solidFill>
                  <a:srgbClr val="0F172A"/>
                </a:solidFill>
                <a:latin typeface="Arial"/>
                <a:ea typeface="Arial"/>
                <a:cs typeface="Arial"/>
              </a:rPr>
              <a:t>__/__/____</a:t>
            </a:r>
            <a:endParaRPr sz="830" b="0" i="0" u="none" cap="none">
              <a:solidFill>
                <a:schemeClr val="dk1"/>
              </a:solidFill>
              <a:latin typeface="Arial"/>
              <a:ea typeface="Arial"/>
              <a:cs typeface="Arial"/>
            </a:endParaRPr>
          </a:p>
        </p:txBody>
      </p:sp>
      <p:sp>
        <p:nvSpPr>
          <p:cNvPr id="3832" name="Google Shape;3832;p62">
            <a:extLst xmlns:a="http://schemas.openxmlformats.org/drawingml/2006/main">
              <a:ext uri="{FF2B5EF4-FFF2-40B4-BE49-F238E27FC236}">
                <a16:creationId xmlns:a16="http://schemas.microsoft.com/office/drawing/2014/main" id="{581AC0F7-3191-4987-BA3F-A09ED60C9895}"/>
              </a:ext>
            </a:extLst>
          </p:cNvPr>
          <p:cNvSpPr>
            <a:spLocks xmlns:a="http://schemas.openxmlformats.org/drawingml/2006/main" noGrp="1"/>
          </p:cNvSpPr>
          <p:nvPr/>
        </p:nvSpPr>
        <p:spPr>
          <a:xfrm xmlns:a="http://schemas.openxmlformats.org/drawingml/2006/main">
            <a:off x="6592824" y="3734181"/>
            <a:ext cx="2231136" cy="2983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30"/>
              <a:buFont typeface="Arial"/>
              <a:buNone/>
            </a:pPr>
            <a:r>
              <a:rPr sz="830" b="0" i="1" u="none" cap="none">
                <a:solidFill>
                  <a:srgbClr val="94A3B8"/>
                </a:solidFill>
                <a:latin typeface="Arial"/>
                <a:ea typeface="Arial"/>
                <a:cs typeface="Arial"/>
              </a:rPr>
              <a:t>[How cited]</a:t>
            </a:r>
            <a:endParaRPr sz="830" b="0" i="0" u="none" cap="none">
              <a:solidFill>
                <a:schemeClr val="dk1"/>
              </a:solidFill>
              <a:latin typeface="Arial"/>
              <a:ea typeface="Arial"/>
              <a:cs typeface="Arial"/>
            </a:endParaRPr>
          </a:p>
        </p:txBody>
      </p:sp>
      <p:sp>
        <p:nvSpPr>
          <p:cNvPr id="3833" name="Google Shape;3833;p62">
            <a:extLst xmlns:a="http://schemas.openxmlformats.org/drawingml/2006/main">
              <a:ext uri="{FF2B5EF4-FFF2-40B4-BE49-F238E27FC236}">
                <a16:creationId xmlns:a16="http://schemas.microsoft.com/office/drawing/2014/main" id="{532F09D5-0F5B-441E-8F3A-9DD49962E320}"/>
              </a:ext>
            </a:extLst>
          </p:cNvPr>
          <p:cNvSpPr>
            <a:spLocks xmlns:a="http://schemas.openxmlformats.org/drawingml/2006/main" noGrp="1"/>
          </p:cNvSpPr>
          <p:nvPr/>
        </p:nvSpPr>
        <p:spPr>
          <a:xfrm xmlns:a="http://schemas.openxmlformats.org/drawingml/2006/main">
            <a:off x="320040" y="1426464"/>
            <a:ext cx="8503920" cy="260604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834" name="Google Shape;3834;p62">
            <a:extLst xmlns:a="http://schemas.openxmlformats.org/drawingml/2006/main">
              <a:ext uri="{FF2B5EF4-FFF2-40B4-BE49-F238E27FC236}">
                <a16:creationId xmlns:a16="http://schemas.microsoft.com/office/drawing/2014/main" id="{65AD03CF-8E9E-459F-BDC7-4BB3C77E99A7}"/>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4748B"/>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fbffa025421e4d55"/>
              </a:rPr>
              <a:t>library</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1340254758"/>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3840" name="Google Shape;3840;p63">
            <a:extLst xmlns:a="http://schemas.openxmlformats.org/drawingml/2006/main">
              <a:ext uri="{FF2B5EF4-FFF2-40B4-BE49-F238E27FC236}">
                <a16:creationId xmlns:a16="http://schemas.microsoft.com/office/drawing/2014/main" id="{E06773A9-D2E4-49EC-AE3A-D2DD5D5670F2}"/>
              </a:ext>
            </a:extLst>
          </p:cNvPr>
          <p:cNvSpPr>
            <a:spLocks xmlns:a="http://schemas.openxmlformats.org/drawingml/2006/main" noGrp="1"/>
          </p:cNvSpPr>
          <p:nvPr/>
        </p:nvSpPr>
        <p:spPr>
          <a:xfrm xmlns:a="http://schemas.openxmlformats.org/drawingml/2006/main">
            <a:off x="0" y="0"/>
            <a:ext cx="9144000" cy="29260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841" name="Google Shape;3841;p63">
            <a:extLst xmlns:a="http://schemas.openxmlformats.org/drawingml/2006/main">
              <a:ext uri="{FF2B5EF4-FFF2-40B4-BE49-F238E27FC236}">
                <a16:creationId xmlns:a16="http://schemas.microsoft.com/office/drawing/2014/main" id="{4E4C6DE7-FEF2-408E-83F2-2129D82E90E4}"/>
              </a:ext>
            </a:extLst>
          </p:cNvPr>
          <p:cNvSpPr>
            <a:spLocks xmlns:a="http://schemas.openxmlformats.org/drawingml/2006/main" noGrp="1"/>
          </p:cNvSpPr>
          <p:nvPr/>
        </p:nvSpPr>
        <p:spPr>
          <a:xfrm xmlns:a="http://schemas.openxmlformats.org/drawingml/2006/main">
            <a:off x="320040" y="0"/>
            <a:ext cx="73152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050"/>
              <a:buFont typeface="Arial"/>
              <a:buNone/>
            </a:pPr>
            <a:r>
              <a:rPr sz="1050" b="1" i="0" u="none" cap="none">
                <a:solidFill>
                  <a:srgbClr val="FFFFFF"/>
                </a:solidFill>
                <a:latin typeface="Arial"/>
                <a:ea typeface="Arial"/>
                <a:cs typeface="Arial"/>
              </a:rPr>
              <a:t>APPENDIX  ·  SUPPORTING DOCS</a:t>
            </a:r>
            <a:endParaRPr sz="1050" b="0" i="0" u="none" cap="none">
              <a:solidFill>
                <a:schemeClr val="dk1"/>
              </a:solidFill>
              <a:latin typeface="Arial"/>
              <a:ea typeface="Arial"/>
              <a:cs typeface="Arial"/>
            </a:endParaRPr>
          </a:p>
        </p:txBody>
      </p:sp>
      <p:sp>
        <p:nvSpPr>
          <p:cNvPr id="3842" name="Google Shape;3842;p63">
            <a:extLst xmlns:a="http://schemas.openxmlformats.org/drawingml/2006/main">
              <a:ext uri="{FF2B5EF4-FFF2-40B4-BE49-F238E27FC236}">
                <a16:creationId xmlns:a16="http://schemas.microsoft.com/office/drawing/2014/main" id="{1BD08B85-5F6D-4A2D-AFA1-1C37B8BCF286}"/>
              </a:ext>
            </a:extLst>
          </p:cNvPr>
          <p:cNvSpPr>
            <a:spLocks xmlns:a="http://schemas.openxmlformats.org/drawingml/2006/main" noGrp="1"/>
          </p:cNvSpPr>
          <p:nvPr/>
        </p:nvSpPr>
        <p:spPr>
          <a:xfrm xmlns:a="http://schemas.openxmlformats.org/drawingml/2006/main">
            <a:off x="8001000" y="0"/>
            <a:ext cx="8229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850"/>
              <a:buFont typeface="Arial"/>
              <a:buNone/>
            </a:pPr>
            <a:r>
              <a:rPr sz="850" b="0" i="1" u="none" cap="none">
                <a:solidFill>
                  <a:srgbClr val="FFFFFF"/>
                </a:solidFill>
                <a:latin typeface="Arial"/>
                <a:ea typeface="Arial"/>
                <a:cs typeface="Arial"/>
              </a:rPr>
              <a:t>[LOGO]</a:t>
            </a:r>
            <a:endParaRPr sz="850" b="0" i="0" u="none" cap="none">
              <a:solidFill>
                <a:schemeClr val="dk1"/>
              </a:solidFill>
              <a:latin typeface="Arial"/>
              <a:ea typeface="Arial"/>
              <a:cs typeface="Arial"/>
            </a:endParaRPr>
          </a:p>
        </p:txBody>
      </p:sp>
      <p:sp>
        <p:nvSpPr>
          <p:cNvPr id="3843" name="Google Shape;3843;p63">
            <a:extLst xmlns:a="http://schemas.openxmlformats.org/drawingml/2006/main">
              <a:ext uri="{FF2B5EF4-FFF2-40B4-BE49-F238E27FC236}">
                <a16:creationId xmlns:a16="http://schemas.microsoft.com/office/drawing/2014/main" id="{551896CF-6262-430B-8BBA-2B123494C49E}"/>
              </a:ext>
            </a:extLst>
          </p:cNvPr>
          <p:cNvSpPr>
            <a:spLocks xmlns:a="http://schemas.openxmlformats.org/drawingml/2006/main" noGrp="1"/>
          </p:cNvSpPr>
          <p:nvPr/>
        </p:nvSpPr>
        <p:spPr>
          <a:xfrm xmlns:a="http://schemas.openxmlformats.org/drawingml/2006/main">
            <a:off x="429768" y="347472"/>
            <a:ext cx="8394192"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2200"/>
              <a:buFont typeface="Arial"/>
              <a:buNone/>
            </a:pPr>
            <a:r>
              <a:rPr sz="2200" b="1" i="0" u="none" cap="none">
                <a:solidFill>
                  <a:srgbClr val="0F172A"/>
                </a:solidFill>
                <a:latin typeface="Arial"/>
                <a:ea typeface="Arial"/>
                <a:cs typeface="Arial"/>
              </a:rPr>
              <a:t>Budget, Parts Log  &amp;  Outreach</a:t>
            </a:r>
            <a:endParaRPr sz="2200" b="0" i="0" u="none" cap="none">
              <a:solidFill>
                <a:schemeClr val="dk1"/>
              </a:solidFill>
              <a:latin typeface="Arial"/>
              <a:ea typeface="Arial"/>
              <a:cs typeface="Arial"/>
            </a:endParaRPr>
          </a:p>
        </p:txBody>
      </p:sp>
      <p:sp>
        <p:nvSpPr>
          <p:cNvPr id="3844" name="Google Shape;3844;p63">
            <a:extLst xmlns:a="http://schemas.openxmlformats.org/drawingml/2006/main">
              <a:ext uri="{FF2B5EF4-FFF2-40B4-BE49-F238E27FC236}">
                <a16:creationId xmlns:a16="http://schemas.microsoft.com/office/drawing/2014/main" id="{4DB77661-418F-42F3-A72D-0689100451CF}"/>
              </a:ext>
            </a:extLst>
          </p:cNvPr>
          <p:cNvSpPr>
            <a:spLocks xmlns:a="http://schemas.openxmlformats.org/drawingml/2006/main" noGrp="1"/>
          </p:cNvSpPr>
          <p:nvPr/>
        </p:nvSpPr>
        <p:spPr>
          <a:xfrm xmlns:a="http://schemas.openxmlformats.org/drawingml/2006/main">
            <a:off x="429768" y="795528"/>
            <a:ext cx="8394192"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Team: [Team #]   |   Written By: ___   |   Date: __/__/____   |   Witnessed: ___</a:t>
            </a:r>
            <a:endParaRPr sz="900" b="0" i="0" u="none" cap="none">
              <a:solidFill>
                <a:schemeClr val="dk1"/>
              </a:solidFill>
              <a:latin typeface="Arial"/>
              <a:ea typeface="Arial"/>
              <a:cs typeface="Arial"/>
            </a:endParaRPr>
          </a:p>
        </p:txBody>
      </p:sp>
      <p:sp>
        <p:nvSpPr>
          <p:cNvPr id="3845" name="Google Shape;3845;p63">
            <a:extLst xmlns:a="http://schemas.openxmlformats.org/drawingml/2006/main">
              <a:ext uri="{FF2B5EF4-FFF2-40B4-BE49-F238E27FC236}">
                <a16:creationId xmlns:a16="http://schemas.microsoft.com/office/drawing/2014/main" id="{FE3BFEB0-80F7-4DED-8A54-EC1107429BA0}"/>
              </a:ext>
            </a:extLst>
          </p:cNvPr>
          <p:cNvSpPr>
            <a:spLocks xmlns:a="http://schemas.openxmlformats.org/drawingml/2006/main" noGrp="1"/>
          </p:cNvSpPr>
          <p:nvPr/>
        </p:nvSpPr>
        <p:spPr>
          <a:xfrm xmlns:a="http://schemas.openxmlformats.org/drawingml/2006/main">
            <a:off x="0" y="347472"/>
            <a:ext cx="73152" cy="61264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846" name="Google Shape;3846;p63">
            <a:extLst xmlns:a="http://schemas.openxmlformats.org/drawingml/2006/main">
              <a:ext uri="{FF2B5EF4-FFF2-40B4-BE49-F238E27FC236}">
                <a16:creationId xmlns:a16="http://schemas.microsoft.com/office/drawing/2014/main" id="{F94F690B-1F42-4516-99BD-FCE6EE4C9B4F}"/>
              </a:ext>
            </a:extLst>
          </p:cNvPr>
          <p:cNvSpPr>
            <a:spLocks xmlns:a="http://schemas.openxmlformats.org/drawingml/2006/main" noGrp="1"/>
          </p:cNvSpPr>
          <p:nvPr/>
        </p:nvSpPr>
        <p:spPr>
          <a:xfrm xmlns:a="http://schemas.openxmlformats.org/drawingml/2006/main">
            <a:off x="8092440" y="4892040"/>
            <a:ext cx="731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4748B"/>
              </a:buClr>
              <a:buSzPts val="900"/>
              <a:buFont typeface="Arial"/>
              <a:buNone/>
            </a:pPr>
            <a:r>
              <a:rPr sz="900" b="0" i="0" u="none" cap="none">
                <a:solidFill>
                  <a:srgbClr val="64748B"/>
                </a:solidFill>
                <a:latin typeface="Arial"/>
                <a:ea typeface="Arial"/>
                <a:cs typeface="Arial"/>
              </a:rPr>
              <a:t>61 / 61</a:t>
            </a:r>
            <a:endParaRPr sz="900" b="0" i="0" u="none" cap="none">
              <a:solidFill>
                <a:schemeClr val="dk1"/>
              </a:solidFill>
              <a:latin typeface="Arial"/>
              <a:ea typeface="Arial"/>
              <a:cs typeface="Arial"/>
            </a:endParaRPr>
          </a:p>
        </p:txBody>
      </p:sp>
      <p:sp>
        <p:nvSpPr>
          <p:cNvPr id="3847" name="Google Shape;3847;p63">
            <a:extLst xmlns:a="http://schemas.openxmlformats.org/drawingml/2006/main">
              <a:ext uri="{FF2B5EF4-FFF2-40B4-BE49-F238E27FC236}">
                <a16:creationId xmlns:a16="http://schemas.microsoft.com/office/drawing/2014/main" id="{6D682AD4-BE62-41A3-BE75-F7A603EC2A53}"/>
              </a:ext>
            </a:extLst>
          </p:cNvPr>
          <p:cNvSpPr>
            <a:spLocks xmlns:a="http://schemas.openxmlformats.org/drawingml/2006/main" noGrp="1"/>
          </p:cNvSpPr>
          <p:nvPr/>
        </p:nvSpPr>
        <p:spPr>
          <a:xfrm xmlns:a="http://schemas.openxmlformats.org/drawingml/2006/main">
            <a:off x="320040" y="4892040"/>
            <a:ext cx="22860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00"/>
              <a:buFont typeface="Arial"/>
              <a:buNone/>
            </a:pPr>
            <a:r>
              <a:rPr sz="900" b="0" i="1" u="none" cap="none">
                <a:solidFill>
                  <a:srgbClr val="64748B"/>
                </a:solidFill>
                <a:latin typeface="Arial"/>
                <a:ea typeface="Arial"/>
                <a:cs typeface="Arial"/>
              </a:rPr>
              <a:t>←  Back to TOC</a:t>
            </a:r>
            <a:endParaRPr sz="900" b="0" i="0" u="none" cap="none">
              <a:solidFill>
                <a:schemeClr val="dk1"/>
              </a:solidFill>
              <a:latin typeface="Arial"/>
              <a:ea typeface="Arial"/>
              <a:cs typeface="Arial"/>
            </a:endParaRPr>
          </a:p>
        </p:txBody>
      </p:sp>
      <p:sp>
        <p:nvSpPr>
          <p:cNvPr id="3848" name="Google Shape;3848;p63">
            <a:extLst xmlns:a="http://schemas.openxmlformats.org/drawingml/2006/main">
              <a:ext uri="{FF2B5EF4-FFF2-40B4-BE49-F238E27FC236}">
                <a16:creationId xmlns:a16="http://schemas.microsoft.com/office/drawing/2014/main" id="{BA8E0F6C-C76E-440A-95AE-71CF87BACDF6}"/>
              </a:ext>
            </a:extLst>
          </p:cNvPr>
          <p:cNvSpPr>
            <a:spLocks xmlns:a="http://schemas.openxmlformats.org/drawingml/2006/main" noGrp="1"/>
          </p:cNvSpPr>
          <p:nvPr/>
        </p:nvSpPr>
        <p:spPr>
          <a:xfrm xmlns:a="http://schemas.openxmlformats.org/drawingml/2006/main">
            <a:off x="320040" y="1078992"/>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1" i="0" u="none" cap="none">
                <a:solidFill>
                  <a:srgbClr val="64748B"/>
                </a:solidFill>
                <a:latin typeface="Arial"/>
                <a:ea typeface="Arial"/>
                <a:cs typeface="Arial"/>
              </a:rPr>
              <a:t>BUDGET &amp; MAJOR PURCHASES</a:t>
            </a:r>
            <a:endParaRPr sz="950" b="0" i="0" u="none" cap="none">
              <a:solidFill>
                <a:schemeClr val="dk1"/>
              </a:solidFill>
              <a:latin typeface="Arial"/>
              <a:ea typeface="Arial"/>
              <a:cs typeface="Arial"/>
            </a:endParaRPr>
          </a:p>
        </p:txBody>
      </p:sp>
      <p:sp>
        <p:nvSpPr>
          <p:cNvPr id="3849" name="Google Shape;3849;p63">
            <a:extLst xmlns:a="http://schemas.openxmlformats.org/drawingml/2006/main">
              <a:ext uri="{FF2B5EF4-FFF2-40B4-BE49-F238E27FC236}">
                <a16:creationId xmlns:a16="http://schemas.microsoft.com/office/drawing/2014/main" id="{ABE54EE2-6763-4ED5-914C-CB45FC66653D}"/>
              </a:ext>
            </a:extLst>
          </p:cNvPr>
          <p:cNvSpPr>
            <a:spLocks xmlns:a="http://schemas.openxmlformats.org/drawingml/2006/main" noGrp="1"/>
          </p:cNvSpPr>
          <p:nvPr/>
        </p:nvSpPr>
        <p:spPr>
          <a:xfrm xmlns:a="http://schemas.openxmlformats.org/drawingml/2006/main">
            <a:off x="320040" y="1316736"/>
            <a:ext cx="8503920" cy="20116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850" name="Google Shape;3850;p63">
            <a:extLst xmlns:a="http://schemas.openxmlformats.org/drawingml/2006/main">
              <a:ext uri="{FF2B5EF4-FFF2-40B4-BE49-F238E27FC236}">
                <a16:creationId xmlns:a16="http://schemas.microsoft.com/office/drawing/2014/main" id="{92DF9B53-0926-4E54-92ED-105CCE4C221B}"/>
              </a:ext>
            </a:extLst>
          </p:cNvPr>
          <p:cNvSpPr>
            <a:spLocks xmlns:a="http://schemas.openxmlformats.org/drawingml/2006/main" noGrp="1"/>
          </p:cNvSpPr>
          <p:nvPr/>
        </p:nvSpPr>
        <p:spPr>
          <a:xfrm xmlns:a="http://schemas.openxmlformats.org/drawingml/2006/main">
            <a:off x="374904" y="1316736"/>
            <a:ext cx="8595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3851" name="Google Shape;3851;p63">
            <a:extLst xmlns:a="http://schemas.openxmlformats.org/drawingml/2006/main">
              <a:ext uri="{FF2B5EF4-FFF2-40B4-BE49-F238E27FC236}">
                <a16:creationId xmlns:a16="http://schemas.microsoft.com/office/drawing/2014/main" id="{F86FE754-B47D-40B6-8C8D-603C70811D7D}"/>
              </a:ext>
            </a:extLst>
          </p:cNvPr>
          <p:cNvSpPr>
            <a:spLocks xmlns:a="http://schemas.openxmlformats.org/drawingml/2006/main" noGrp="1"/>
          </p:cNvSpPr>
          <p:nvPr/>
        </p:nvSpPr>
        <p:spPr>
          <a:xfrm xmlns:a="http://schemas.openxmlformats.org/drawingml/2006/main">
            <a:off x="1289304" y="1316736"/>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Item</a:t>
            </a:r>
            <a:endParaRPr sz="850" b="0" i="0" u="none" cap="none">
              <a:solidFill>
                <a:schemeClr val="dk1"/>
              </a:solidFill>
              <a:latin typeface="Arial"/>
              <a:ea typeface="Arial"/>
              <a:cs typeface="Arial"/>
            </a:endParaRPr>
          </a:p>
        </p:txBody>
      </p:sp>
      <p:sp>
        <p:nvSpPr>
          <p:cNvPr id="3852" name="Google Shape;3852;p63">
            <a:extLst xmlns:a="http://schemas.openxmlformats.org/drawingml/2006/main">
              <a:ext uri="{FF2B5EF4-FFF2-40B4-BE49-F238E27FC236}">
                <a16:creationId xmlns:a16="http://schemas.microsoft.com/office/drawing/2014/main" id="{DDCD978F-DB0E-4439-8FF4-316FF1F3F36A}"/>
              </a:ext>
            </a:extLst>
          </p:cNvPr>
          <p:cNvSpPr>
            <a:spLocks xmlns:a="http://schemas.openxmlformats.org/drawingml/2006/main" noGrp="1"/>
          </p:cNvSpPr>
          <p:nvPr/>
        </p:nvSpPr>
        <p:spPr>
          <a:xfrm xmlns:a="http://schemas.openxmlformats.org/drawingml/2006/main">
            <a:off x="4032504" y="1316736"/>
            <a:ext cx="49377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Qty</a:t>
            </a:r>
            <a:endParaRPr sz="850" b="0" i="0" u="none" cap="none">
              <a:solidFill>
                <a:schemeClr val="dk1"/>
              </a:solidFill>
              <a:latin typeface="Arial"/>
              <a:ea typeface="Arial"/>
              <a:cs typeface="Arial"/>
            </a:endParaRPr>
          </a:p>
        </p:txBody>
      </p:sp>
      <p:sp>
        <p:nvSpPr>
          <p:cNvPr id="3853" name="Google Shape;3853;p63">
            <a:extLst xmlns:a="http://schemas.openxmlformats.org/drawingml/2006/main">
              <a:ext uri="{FF2B5EF4-FFF2-40B4-BE49-F238E27FC236}">
                <a16:creationId xmlns:a16="http://schemas.microsoft.com/office/drawing/2014/main" id="{4E69B6D6-1A32-483E-8785-4C47F0801840}"/>
              </a:ext>
            </a:extLst>
          </p:cNvPr>
          <p:cNvSpPr>
            <a:spLocks xmlns:a="http://schemas.openxmlformats.org/drawingml/2006/main" noGrp="1"/>
          </p:cNvSpPr>
          <p:nvPr/>
        </p:nvSpPr>
        <p:spPr>
          <a:xfrm xmlns:a="http://schemas.openxmlformats.org/drawingml/2006/main">
            <a:off x="4581144" y="1316736"/>
            <a:ext cx="8595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Cost</a:t>
            </a:r>
            <a:endParaRPr sz="850" b="0" i="0" u="none" cap="none">
              <a:solidFill>
                <a:schemeClr val="dk1"/>
              </a:solidFill>
              <a:latin typeface="Arial"/>
              <a:ea typeface="Arial"/>
              <a:cs typeface="Arial"/>
            </a:endParaRPr>
          </a:p>
        </p:txBody>
      </p:sp>
      <p:sp>
        <p:nvSpPr>
          <p:cNvPr id="3854" name="Google Shape;3854;p63">
            <a:extLst xmlns:a="http://schemas.openxmlformats.org/drawingml/2006/main">
              <a:ext uri="{FF2B5EF4-FFF2-40B4-BE49-F238E27FC236}">
                <a16:creationId xmlns:a16="http://schemas.microsoft.com/office/drawing/2014/main" id="{F2504485-D4C4-4AF9-A357-75A0B91DE35C}"/>
              </a:ext>
            </a:extLst>
          </p:cNvPr>
          <p:cNvSpPr>
            <a:spLocks xmlns:a="http://schemas.openxmlformats.org/drawingml/2006/main" noGrp="1"/>
          </p:cNvSpPr>
          <p:nvPr/>
        </p:nvSpPr>
        <p:spPr>
          <a:xfrm xmlns:a="http://schemas.openxmlformats.org/drawingml/2006/main">
            <a:off x="5495544" y="1316736"/>
            <a:ext cx="332841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Purpose / Subsystem</a:t>
            </a:r>
            <a:endParaRPr sz="850" b="0" i="0" u="none" cap="none">
              <a:solidFill>
                <a:schemeClr val="dk1"/>
              </a:solidFill>
              <a:latin typeface="Arial"/>
              <a:ea typeface="Arial"/>
              <a:cs typeface="Arial"/>
            </a:endParaRPr>
          </a:p>
        </p:txBody>
      </p:sp>
      <p:sp>
        <p:nvSpPr>
          <p:cNvPr id="3855" name="Google Shape;3855;p63">
            <a:extLst xmlns:a="http://schemas.openxmlformats.org/drawingml/2006/main">
              <a:ext uri="{FF2B5EF4-FFF2-40B4-BE49-F238E27FC236}">
                <a16:creationId xmlns:a16="http://schemas.microsoft.com/office/drawing/2014/main" id="{6FAD88F6-F592-472C-BB7A-637EA425D8F4}"/>
              </a:ext>
            </a:extLst>
          </p:cNvPr>
          <p:cNvSpPr>
            <a:spLocks xmlns:a="http://schemas.openxmlformats.org/drawingml/2006/main" noGrp="1"/>
          </p:cNvSpPr>
          <p:nvPr/>
        </p:nvSpPr>
        <p:spPr>
          <a:xfrm xmlns:a="http://schemas.openxmlformats.org/drawingml/2006/main">
            <a:off x="320040" y="1517904"/>
            <a:ext cx="8503920" cy="2026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4133" name="Google Shape;3856;p63"/>
          <p:cNvCxnSpPr/>
          <p:nvPr/>
        </p:nvCxnSpPr>
        <p:spPr>
          <a:xfrm xmlns:a="http://schemas.openxmlformats.org/drawingml/2006/main">
            <a:off x="320040" y="172059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57" name="Google Shape;3857;p63">
            <a:extLst xmlns:a="http://schemas.openxmlformats.org/drawingml/2006/main">
              <a:ext uri="{FF2B5EF4-FFF2-40B4-BE49-F238E27FC236}">
                <a16:creationId xmlns:a16="http://schemas.microsoft.com/office/drawing/2014/main" id="{487E40BD-2576-450A-B371-227C88DEA0F2}"/>
              </a:ext>
            </a:extLst>
          </p:cNvPr>
          <p:cNvSpPr>
            <a:spLocks xmlns:a="http://schemas.openxmlformats.org/drawingml/2006/main" noGrp="1"/>
          </p:cNvSpPr>
          <p:nvPr/>
        </p:nvSpPr>
        <p:spPr>
          <a:xfrm xmlns:a="http://schemas.openxmlformats.org/drawingml/2006/main">
            <a:off x="374904" y="1517904"/>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858" name="Google Shape;3858;p63">
            <a:extLst xmlns:a="http://schemas.openxmlformats.org/drawingml/2006/main">
              <a:ext uri="{FF2B5EF4-FFF2-40B4-BE49-F238E27FC236}">
                <a16:creationId xmlns:a16="http://schemas.microsoft.com/office/drawing/2014/main" id="{59B10F2E-031F-4C0E-85E8-C80E63E9F748}"/>
              </a:ext>
            </a:extLst>
          </p:cNvPr>
          <p:cNvSpPr>
            <a:spLocks xmlns:a="http://schemas.openxmlformats.org/drawingml/2006/main" noGrp="1"/>
          </p:cNvSpPr>
          <p:nvPr/>
        </p:nvSpPr>
        <p:spPr>
          <a:xfrm xmlns:a="http://schemas.openxmlformats.org/drawingml/2006/main">
            <a:off x="1289304" y="1517904"/>
            <a:ext cx="26883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[Part / item]</a:t>
            </a:r>
            <a:endParaRPr sz="820" b="0" i="0" u="none" cap="none">
              <a:solidFill>
                <a:schemeClr val="dk1"/>
              </a:solidFill>
              <a:latin typeface="Arial"/>
              <a:ea typeface="Arial"/>
              <a:cs typeface="Arial"/>
            </a:endParaRPr>
          </a:p>
        </p:txBody>
      </p:sp>
      <p:sp>
        <p:nvSpPr>
          <p:cNvPr id="3859" name="Google Shape;3859;p63">
            <a:extLst xmlns:a="http://schemas.openxmlformats.org/drawingml/2006/main">
              <a:ext uri="{FF2B5EF4-FFF2-40B4-BE49-F238E27FC236}">
                <a16:creationId xmlns:a16="http://schemas.microsoft.com/office/drawing/2014/main" id="{2F194842-A34B-47D4-90ED-BA69143C88EE}"/>
              </a:ext>
            </a:extLst>
          </p:cNvPr>
          <p:cNvSpPr>
            <a:spLocks xmlns:a="http://schemas.openxmlformats.org/drawingml/2006/main" noGrp="1"/>
          </p:cNvSpPr>
          <p:nvPr/>
        </p:nvSpPr>
        <p:spPr>
          <a:xfrm xmlns:a="http://schemas.openxmlformats.org/drawingml/2006/main">
            <a:off x="4032504" y="1517904"/>
            <a:ext cx="49377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[Qty]</a:t>
            </a:r>
            <a:endParaRPr sz="820" b="0" i="0" u="none" cap="none">
              <a:solidFill>
                <a:schemeClr val="dk1"/>
              </a:solidFill>
              <a:latin typeface="Arial"/>
              <a:ea typeface="Arial"/>
              <a:cs typeface="Arial"/>
            </a:endParaRPr>
          </a:p>
        </p:txBody>
      </p:sp>
      <p:sp>
        <p:nvSpPr>
          <p:cNvPr id="3860" name="Google Shape;3860;p63">
            <a:extLst xmlns:a="http://schemas.openxmlformats.org/drawingml/2006/main">
              <a:ext uri="{FF2B5EF4-FFF2-40B4-BE49-F238E27FC236}">
                <a16:creationId xmlns:a16="http://schemas.microsoft.com/office/drawing/2014/main" id="{576FC371-C0AA-413C-971B-D03C40069880}"/>
              </a:ext>
            </a:extLst>
          </p:cNvPr>
          <p:cNvSpPr>
            <a:spLocks xmlns:a="http://schemas.openxmlformats.org/drawingml/2006/main" noGrp="1"/>
          </p:cNvSpPr>
          <p:nvPr/>
        </p:nvSpPr>
        <p:spPr>
          <a:xfrm xmlns:a="http://schemas.openxmlformats.org/drawingml/2006/main">
            <a:off x="4581144" y="1517904"/>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a:t>
            </a:r>
            <a:endParaRPr sz="820" b="0" i="0" u="none" cap="none">
              <a:solidFill>
                <a:schemeClr val="dk1"/>
              </a:solidFill>
              <a:latin typeface="Arial"/>
              <a:ea typeface="Arial"/>
              <a:cs typeface="Arial"/>
            </a:endParaRPr>
          </a:p>
        </p:txBody>
      </p:sp>
      <p:sp>
        <p:nvSpPr>
          <p:cNvPr id="3861" name="Google Shape;3861;p63">
            <a:extLst xmlns:a="http://schemas.openxmlformats.org/drawingml/2006/main">
              <a:ext uri="{FF2B5EF4-FFF2-40B4-BE49-F238E27FC236}">
                <a16:creationId xmlns:a16="http://schemas.microsoft.com/office/drawing/2014/main" id="{81EECEA6-5F9B-49A3-815F-0B1B82C987DD}"/>
              </a:ext>
            </a:extLst>
          </p:cNvPr>
          <p:cNvSpPr>
            <a:spLocks xmlns:a="http://schemas.openxmlformats.org/drawingml/2006/main" noGrp="1"/>
          </p:cNvSpPr>
          <p:nvPr/>
        </p:nvSpPr>
        <p:spPr>
          <a:xfrm xmlns:a="http://schemas.openxmlformats.org/drawingml/2006/main">
            <a:off x="5495544" y="1517904"/>
            <a:ext cx="332841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[Purpose]</a:t>
            </a:r>
            <a:endParaRPr sz="820" b="0" i="0" u="none" cap="none">
              <a:solidFill>
                <a:schemeClr val="dk1"/>
              </a:solidFill>
              <a:latin typeface="Arial"/>
              <a:ea typeface="Arial"/>
              <a:cs typeface="Arial"/>
            </a:endParaRPr>
          </a:p>
        </p:txBody>
      </p:sp>
      <p:cxnSp>
        <p:nvCxnSpPr>
          <p:cNvPr id="4139" name="Google Shape;3862;p63"/>
          <p:cNvCxnSpPr/>
          <p:nvPr/>
        </p:nvCxnSpPr>
        <p:spPr>
          <a:xfrm xmlns:a="http://schemas.openxmlformats.org/drawingml/2006/main">
            <a:off x="320040" y="192328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63" name="Google Shape;3863;p63">
            <a:extLst xmlns:a="http://schemas.openxmlformats.org/drawingml/2006/main">
              <a:ext uri="{FF2B5EF4-FFF2-40B4-BE49-F238E27FC236}">
                <a16:creationId xmlns:a16="http://schemas.microsoft.com/office/drawing/2014/main" id="{B057DE5D-77DA-4E72-9C26-AA636D35AE4F}"/>
              </a:ext>
            </a:extLst>
          </p:cNvPr>
          <p:cNvSpPr>
            <a:spLocks xmlns:a="http://schemas.openxmlformats.org/drawingml/2006/main" noGrp="1"/>
          </p:cNvSpPr>
          <p:nvPr/>
        </p:nvSpPr>
        <p:spPr>
          <a:xfrm xmlns:a="http://schemas.openxmlformats.org/drawingml/2006/main">
            <a:off x="374904" y="1720596"/>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864" name="Google Shape;3864;p63">
            <a:extLst xmlns:a="http://schemas.openxmlformats.org/drawingml/2006/main">
              <a:ext uri="{FF2B5EF4-FFF2-40B4-BE49-F238E27FC236}">
                <a16:creationId xmlns:a16="http://schemas.microsoft.com/office/drawing/2014/main" id="{16C6B951-5258-4EF6-B103-5832DC1A1FB3}"/>
              </a:ext>
            </a:extLst>
          </p:cNvPr>
          <p:cNvSpPr>
            <a:spLocks xmlns:a="http://schemas.openxmlformats.org/drawingml/2006/main" noGrp="1"/>
          </p:cNvSpPr>
          <p:nvPr/>
        </p:nvSpPr>
        <p:spPr>
          <a:xfrm xmlns:a="http://schemas.openxmlformats.org/drawingml/2006/main">
            <a:off x="1289304" y="1720596"/>
            <a:ext cx="26883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[Part / item]</a:t>
            </a:r>
            <a:endParaRPr sz="820" b="0" i="0" u="none" cap="none">
              <a:solidFill>
                <a:schemeClr val="dk1"/>
              </a:solidFill>
              <a:latin typeface="Arial"/>
              <a:ea typeface="Arial"/>
              <a:cs typeface="Arial"/>
            </a:endParaRPr>
          </a:p>
        </p:txBody>
      </p:sp>
      <p:sp>
        <p:nvSpPr>
          <p:cNvPr id="3865" name="Google Shape;3865;p63">
            <a:extLst xmlns:a="http://schemas.openxmlformats.org/drawingml/2006/main">
              <a:ext uri="{FF2B5EF4-FFF2-40B4-BE49-F238E27FC236}">
                <a16:creationId xmlns:a16="http://schemas.microsoft.com/office/drawing/2014/main" id="{2C2075A6-1934-47E8-AB27-EB6A72E00490}"/>
              </a:ext>
            </a:extLst>
          </p:cNvPr>
          <p:cNvSpPr>
            <a:spLocks xmlns:a="http://schemas.openxmlformats.org/drawingml/2006/main" noGrp="1"/>
          </p:cNvSpPr>
          <p:nvPr/>
        </p:nvSpPr>
        <p:spPr>
          <a:xfrm xmlns:a="http://schemas.openxmlformats.org/drawingml/2006/main">
            <a:off x="4032504" y="1720596"/>
            <a:ext cx="49377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[Qty]</a:t>
            </a:r>
            <a:endParaRPr sz="820" b="0" i="0" u="none" cap="none">
              <a:solidFill>
                <a:schemeClr val="dk1"/>
              </a:solidFill>
              <a:latin typeface="Arial"/>
              <a:ea typeface="Arial"/>
              <a:cs typeface="Arial"/>
            </a:endParaRPr>
          </a:p>
        </p:txBody>
      </p:sp>
      <p:sp>
        <p:nvSpPr>
          <p:cNvPr id="3866" name="Google Shape;3866;p63">
            <a:extLst xmlns:a="http://schemas.openxmlformats.org/drawingml/2006/main">
              <a:ext uri="{FF2B5EF4-FFF2-40B4-BE49-F238E27FC236}">
                <a16:creationId xmlns:a16="http://schemas.microsoft.com/office/drawing/2014/main" id="{27E5F878-4108-42A9-97B0-D549496B61EA}"/>
              </a:ext>
            </a:extLst>
          </p:cNvPr>
          <p:cNvSpPr>
            <a:spLocks xmlns:a="http://schemas.openxmlformats.org/drawingml/2006/main" noGrp="1"/>
          </p:cNvSpPr>
          <p:nvPr/>
        </p:nvSpPr>
        <p:spPr>
          <a:xfrm xmlns:a="http://schemas.openxmlformats.org/drawingml/2006/main">
            <a:off x="4581144" y="1720596"/>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a:t>
            </a:r>
            <a:endParaRPr sz="820" b="0" i="0" u="none" cap="none">
              <a:solidFill>
                <a:schemeClr val="dk1"/>
              </a:solidFill>
              <a:latin typeface="Arial"/>
              <a:ea typeface="Arial"/>
              <a:cs typeface="Arial"/>
            </a:endParaRPr>
          </a:p>
        </p:txBody>
      </p:sp>
      <p:sp>
        <p:nvSpPr>
          <p:cNvPr id="3867" name="Google Shape;3867;p63">
            <a:extLst xmlns:a="http://schemas.openxmlformats.org/drawingml/2006/main">
              <a:ext uri="{FF2B5EF4-FFF2-40B4-BE49-F238E27FC236}">
                <a16:creationId xmlns:a16="http://schemas.microsoft.com/office/drawing/2014/main" id="{7543D497-82A8-4547-935C-099092F71A16}"/>
              </a:ext>
            </a:extLst>
          </p:cNvPr>
          <p:cNvSpPr>
            <a:spLocks xmlns:a="http://schemas.openxmlformats.org/drawingml/2006/main" noGrp="1"/>
          </p:cNvSpPr>
          <p:nvPr/>
        </p:nvSpPr>
        <p:spPr>
          <a:xfrm xmlns:a="http://schemas.openxmlformats.org/drawingml/2006/main">
            <a:off x="5495544" y="1720596"/>
            <a:ext cx="332841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[Purpose]</a:t>
            </a:r>
            <a:endParaRPr sz="820" b="0" i="0" u="none" cap="none">
              <a:solidFill>
                <a:schemeClr val="dk1"/>
              </a:solidFill>
              <a:latin typeface="Arial"/>
              <a:ea typeface="Arial"/>
              <a:cs typeface="Arial"/>
            </a:endParaRPr>
          </a:p>
        </p:txBody>
      </p:sp>
      <p:sp>
        <p:nvSpPr>
          <p:cNvPr id="3868" name="Google Shape;3868;p63">
            <a:extLst xmlns:a="http://schemas.openxmlformats.org/drawingml/2006/main">
              <a:ext uri="{FF2B5EF4-FFF2-40B4-BE49-F238E27FC236}">
                <a16:creationId xmlns:a16="http://schemas.microsoft.com/office/drawing/2014/main" id="{1431E44C-30C9-4EFE-B13E-37F0760072EF}"/>
              </a:ext>
            </a:extLst>
          </p:cNvPr>
          <p:cNvSpPr>
            <a:spLocks xmlns:a="http://schemas.openxmlformats.org/drawingml/2006/main" noGrp="1"/>
          </p:cNvSpPr>
          <p:nvPr/>
        </p:nvSpPr>
        <p:spPr>
          <a:xfrm xmlns:a="http://schemas.openxmlformats.org/drawingml/2006/main">
            <a:off x="320040" y="1923288"/>
            <a:ext cx="8503920" cy="2026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4146" name="Google Shape;3869;p63"/>
          <p:cNvCxnSpPr/>
          <p:nvPr/>
        </p:nvCxnSpPr>
        <p:spPr>
          <a:xfrm xmlns:a="http://schemas.openxmlformats.org/drawingml/2006/main">
            <a:off x="320040" y="2125980"/>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70" name="Google Shape;3870;p63">
            <a:extLst xmlns:a="http://schemas.openxmlformats.org/drawingml/2006/main">
              <a:ext uri="{FF2B5EF4-FFF2-40B4-BE49-F238E27FC236}">
                <a16:creationId xmlns:a16="http://schemas.microsoft.com/office/drawing/2014/main" id="{80C19E20-6832-41A1-833F-C38109C9A869}"/>
              </a:ext>
            </a:extLst>
          </p:cNvPr>
          <p:cNvSpPr>
            <a:spLocks xmlns:a="http://schemas.openxmlformats.org/drawingml/2006/main" noGrp="1"/>
          </p:cNvSpPr>
          <p:nvPr/>
        </p:nvSpPr>
        <p:spPr>
          <a:xfrm xmlns:a="http://schemas.openxmlformats.org/drawingml/2006/main">
            <a:off x="374904" y="1923288"/>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871" name="Google Shape;3871;p63">
            <a:extLst xmlns:a="http://schemas.openxmlformats.org/drawingml/2006/main">
              <a:ext uri="{FF2B5EF4-FFF2-40B4-BE49-F238E27FC236}">
                <a16:creationId xmlns:a16="http://schemas.microsoft.com/office/drawing/2014/main" id="{92A47C2D-D4C2-498E-99F4-B59C2EF04068}"/>
              </a:ext>
            </a:extLst>
          </p:cNvPr>
          <p:cNvSpPr>
            <a:spLocks xmlns:a="http://schemas.openxmlformats.org/drawingml/2006/main" noGrp="1"/>
          </p:cNvSpPr>
          <p:nvPr/>
        </p:nvSpPr>
        <p:spPr>
          <a:xfrm xmlns:a="http://schemas.openxmlformats.org/drawingml/2006/main">
            <a:off x="1289304" y="1923288"/>
            <a:ext cx="26883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[Part / item]</a:t>
            </a:r>
            <a:endParaRPr sz="820" b="0" i="0" u="none" cap="none">
              <a:solidFill>
                <a:schemeClr val="dk1"/>
              </a:solidFill>
              <a:latin typeface="Arial"/>
              <a:ea typeface="Arial"/>
              <a:cs typeface="Arial"/>
            </a:endParaRPr>
          </a:p>
        </p:txBody>
      </p:sp>
      <p:sp>
        <p:nvSpPr>
          <p:cNvPr id="3872" name="Google Shape;3872;p63">
            <a:extLst xmlns:a="http://schemas.openxmlformats.org/drawingml/2006/main">
              <a:ext uri="{FF2B5EF4-FFF2-40B4-BE49-F238E27FC236}">
                <a16:creationId xmlns:a16="http://schemas.microsoft.com/office/drawing/2014/main" id="{13B0753C-31FD-4692-8BCB-B721C00A6FB8}"/>
              </a:ext>
            </a:extLst>
          </p:cNvPr>
          <p:cNvSpPr>
            <a:spLocks xmlns:a="http://schemas.openxmlformats.org/drawingml/2006/main" noGrp="1"/>
          </p:cNvSpPr>
          <p:nvPr/>
        </p:nvSpPr>
        <p:spPr>
          <a:xfrm xmlns:a="http://schemas.openxmlformats.org/drawingml/2006/main">
            <a:off x="4032504" y="1923288"/>
            <a:ext cx="49377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[Qty]</a:t>
            </a:r>
            <a:endParaRPr sz="820" b="0" i="0" u="none" cap="none">
              <a:solidFill>
                <a:schemeClr val="dk1"/>
              </a:solidFill>
              <a:latin typeface="Arial"/>
              <a:ea typeface="Arial"/>
              <a:cs typeface="Arial"/>
            </a:endParaRPr>
          </a:p>
        </p:txBody>
      </p:sp>
      <p:sp>
        <p:nvSpPr>
          <p:cNvPr id="3873" name="Google Shape;3873;p63">
            <a:extLst xmlns:a="http://schemas.openxmlformats.org/drawingml/2006/main">
              <a:ext uri="{FF2B5EF4-FFF2-40B4-BE49-F238E27FC236}">
                <a16:creationId xmlns:a16="http://schemas.microsoft.com/office/drawing/2014/main" id="{F854CEF9-B148-498A-9D1D-571BBD1300F7}"/>
              </a:ext>
            </a:extLst>
          </p:cNvPr>
          <p:cNvSpPr>
            <a:spLocks xmlns:a="http://schemas.openxmlformats.org/drawingml/2006/main" noGrp="1"/>
          </p:cNvSpPr>
          <p:nvPr/>
        </p:nvSpPr>
        <p:spPr>
          <a:xfrm xmlns:a="http://schemas.openxmlformats.org/drawingml/2006/main">
            <a:off x="4581144" y="1923288"/>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a:t>
            </a:r>
            <a:endParaRPr sz="820" b="0" i="0" u="none" cap="none">
              <a:solidFill>
                <a:schemeClr val="dk1"/>
              </a:solidFill>
              <a:latin typeface="Arial"/>
              <a:ea typeface="Arial"/>
              <a:cs typeface="Arial"/>
            </a:endParaRPr>
          </a:p>
        </p:txBody>
      </p:sp>
      <p:sp>
        <p:nvSpPr>
          <p:cNvPr id="3874" name="Google Shape;3874;p63">
            <a:extLst xmlns:a="http://schemas.openxmlformats.org/drawingml/2006/main">
              <a:ext uri="{FF2B5EF4-FFF2-40B4-BE49-F238E27FC236}">
                <a16:creationId xmlns:a16="http://schemas.microsoft.com/office/drawing/2014/main" id="{4690A03A-5DD3-405B-A246-A543FD91CF10}"/>
              </a:ext>
            </a:extLst>
          </p:cNvPr>
          <p:cNvSpPr>
            <a:spLocks xmlns:a="http://schemas.openxmlformats.org/drawingml/2006/main" noGrp="1"/>
          </p:cNvSpPr>
          <p:nvPr/>
        </p:nvSpPr>
        <p:spPr>
          <a:xfrm xmlns:a="http://schemas.openxmlformats.org/drawingml/2006/main">
            <a:off x="5495544" y="1923288"/>
            <a:ext cx="332841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[Purpose]</a:t>
            </a:r>
            <a:endParaRPr sz="820" b="0" i="0" u="none" cap="none">
              <a:solidFill>
                <a:schemeClr val="dk1"/>
              </a:solidFill>
              <a:latin typeface="Arial"/>
              <a:ea typeface="Arial"/>
              <a:cs typeface="Arial"/>
            </a:endParaRPr>
          </a:p>
        </p:txBody>
      </p:sp>
      <p:cxnSp>
        <p:nvCxnSpPr>
          <p:cNvPr id="4152" name="Google Shape;3875;p63"/>
          <p:cNvCxnSpPr/>
          <p:nvPr/>
        </p:nvCxnSpPr>
        <p:spPr>
          <a:xfrm xmlns:a="http://schemas.openxmlformats.org/drawingml/2006/main">
            <a:off x="320040" y="2328672"/>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76" name="Google Shape;3876;p63">
            <a:extLst xmlns:a="http://schemas.openxmlformats.org/drawingml/2006/main">
              <a:ext uri="{FF2B5EF4-FFF2-40B4-BE49-F238E27FC236}">
                <a16:creationId xmlns:a16="http://schemas.microsoft.com/office/drawing/2014/main" id="{02245A55-B738-4222-B2D4-F588695E18AA}"/>
              </a:ext>
            </a:extLst>
          </p:cNvPr>
          <p:cNvSpPr>
            <a:spLocks xmlns:a="http://schemas.openxmlformats.org/drawingml/2006/main" noGrp="1"/>
          </p:cNvSpPr>
          <p:nvPr/>
        </p:nvSpPr>
        <p:spPr>
          <a:xfrm xmlns:a="http://schemas.openxmlformats.org/drawingml/2006/main">
            <a:off x="374904" y="2125980"/>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877" name="Google Shape;3877;p63">
            <a:extLst xmlns:a="http://schemas.openxmlformats.org/drawingml/2006/main">
              <a:ext uri="{FF2B5EF4-FFF2-40B4-BE49-F238E27FC236}">
                <a16:creationId xmlns:a16="http://schemas.microsoft.com/office/drawing/2014/main" id="{99DF90D0-BE4F-4BEC-AEC6-3C9A4B482E89}"/>
              </a:ext>
            </a:extLst>
          </p:cNvPr>
          <p:cNvSpPr>
            <a:spLocks xmlns:a="http://schemas.openxmlformats.org/drawingml/2006/main" noGrp="1"/>
          </p:cNvSpPr>
          <p:nvPr/>
        </p:nvSpPr>
        <p:spPr>
          <a:xfrm xmlns:a="http://schemas.openxmlformats.org/drawingml/2006/main">
            <a:off x="1289304" y="2125980"/>
            <a:ext cx="26883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[Part / item]</a:t>
            </a:r>
            <a:endParaRPr sz="820" b="0" i="0" u="none" cap="none">
              <a:solidFill>
                <a:schemeClr val="dk1"/>
              </a:solidFill>
              <a:latin typeface="Arial"/>
              <a:ea typeface="Arial"/>
              <a:cs typeface="Arial"/>
            </a:endParaRPr>
          </a:p>
        </p:txBody>
      </p:sp>
      <p:sp>
        <p:nvSpPr>
          <p:cNvPr id="3878" name="Google Shape;3878;p63">
            <a:extLst xmlns:a="http://schemas.openxmlformats.org/drawingml/2006/main">
              <a:ext uri="{FF2B5EF4-FFF2-40B4-BE49-F238E27FC236}">
                <a16:creationId xmlns:a16="http://schemas.microsoft.com/office/drawing/2014/main" id="{D0C5B8EA-1EC5-40C4-8124-B6E876C86FB4}"/>
              </a:ext>
            </a:extLst>
          </p:cNvPr>
          <p:cNvSpPr>
            <a:spLocks xmlns:a="http://schemas.openxmlformats.org/drawingml/2006/main" noGrp="1"/>
          </p:cNvSpPr>
          <p:nvPr/>
        </p:nvSpPr>
        <p:spPr>
          <a:xfrm xmlns:a="http://schemas.openxmlformats.org/drawingml/2006/main">
            <a:off x="4032504" y="2125980"/>
            <a:ext cx="49377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[Qty]</a:t>
            </a:r>
            <a:endParaRPr sz="820" b="0" i="0" u="none" cap="none">
              <a:solidFill>
                <a:schemeClr val="dk1"/>
              </a:solidFill>
              <a:latin typeface="Arial"/>
              <a:ea typeface="Arial"/>
              <a:cs typeface="Arial"/>
            </a:endParaRPr>
          </a:p>
        </p:txBody>
      </p:sp>
      <p:sp>
        <p:nvSpPr>
          <p:cNvPr id="3879" name="Google Shape;3879;p63">
            <a:extLst xmlns:a="http://schemas.openxmlformats.org/drawingml/2006/main">
              <a:ext uri="{FF2B5EF4-FFF2-40B4-BE49-F238E27FC236}">
                <a16:creationId xmlns:a16="http://schemas.microsoft.com/office/drawing/2014/main" id="{2FC168C4-8D6F-48D1-9901-0308F7EF3715}"/>
              </a:ext>
            </a:extLst>
          </p:cNvPr>
          <p:cNvSpPr>
            <a:spLocks xmlns:a="http://schemas.openxmlformats.org/drawingml/2006/main" noGrp="1"/>
          </p:cNvSpPr>
          <p:nvPr/>
        </p:nvSpPr>
        <p:spPr>
          <a:xfrm xmlns:a="http://schemas.openxmlformats.org/drawingml/2006/main">
            <a:off x="4581144" y="2125980"/>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a:t>
            </a:r>
            <a:endParaRPr sz="820" b="0" i="0" u="none" cap="none">
              <a:solidFill>
                <a:schemeClr val="dk1"/>
              </a:solidFill>
              <a:latin typeface="Arial"/>
              <a:ea typeface="Arial"/>
              <a:cs typeface="Arial"/>
            </a:endParaRPr>
          </a:p>
        </p:txBody>
      </p:sp>
      <p:sp>
        <p:nvSpPr>
          <p:cNvPr id="3880" name="Google Shape;3880;p63">
            <a:extLst xmlns:a="http://schemas.openxmlformats.org/drawingml/2006/main">
              <a:ext uri="{FF2B5EF4-FFF2-40B4-BE49-F238E27FC236}">
                <a16:creationId xmlns:a16="http://schemas.microsoft.com/office/drawing/2014/main" id="{EF846701-994A-41A1-BE85-5A78614FD368}"/>
              </a:ext>
            </a:extLst>
          </p:cNvPr>
          <p:cNvSpPr>
            <a:spLocks xmlns:a="http://schemas.openxmlformats.org/drawingml/2006/main" noGrp="1"/>
          </p:cNvSpPr>
          <p:nvPr/>
        </p:nvSpPr>
        <p:spPr>
          <a:xfrm xmlns:a="http://schemas.openxmlformats.org/drawingml/2006/main">
            <a:off x="5495544" y="2125980"/>
            <a:ext cx="332841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[Purpose]</a:t>
            </a:r>
            <a:endParaRPr sz="820" b="0" i="0" u="none" cap="none">
              <a:solidFill>
                <a:schemeClr val="dk1"/>
              </a:solidFill>
              <a:latin typeface="Arial"/>
              <a:ea typeface="Arial"/>
              <a:cs typeface="Arial"/>
            </a:endParaRPr>
          </a:p>
        </p:txBody>
      </p:sp>
      <p:sp>
        <p:nvSpPr>
          <p:cNvPr id="3881" name="Google Shape;3881;p63">
            <a:extLst xmlns:a="http://schemas.openxmlformats.org/drawingml/2006/main">
              <a:ext uri="{FF2B5EF4-FFF2-40B4-BE49-F238E27FC236}">
                <a16:creationId xmlns:a16="http://schemas.microsoft.com/office/drawing/2014/main" id="{BF0A4B65-B4A1-4431-B38E-E36E240C5109}"/>
              </a:ext>
            </a:extLst>
          </p:cNvPr>
          <p:cNvSpPr>
            <a:spLocks xmlns:a="http://schemas.openxmlformats.org/drawingml/2006/main" noGrp="1"/>
          </p:cNvSpPr>
          <p:nvPr/>
        </p:nvSpPr>
        <p:spPr>
          <a:xfrm xmlns:a="http://schemas.openxmlformats.org/drawingml/2006/main">
            <a:off x="320040" y="2328672"/>
            <a:ext cx="8503920" cy="202692"/>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4159" name="Google Shape;3882;p63"/>
          <p:cNvCxnSpPr/>
          <p:nvPr/>
        </p:nvCxnSpPr>
        <p:spPr>
          <a:xfrm xmlns:a="http://schemas.openxmlformats.org/drawingml/2006/main">
            <a:off x="320040" y="2531364"/>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83" name="Google Shape;3883;p63">
            <a:extLst xmlns:a="http://schemas.openxmlformats.org/drawingml/2006/main">
              <a:ext uri="{FF2B5EF4-FFF2-40B4-BE49-F238E27FC236}">
                <a16:creationId xmlns:a16="http://schemas.microsoft.com/office/drawing/2014/main" id="{C541EAB2-F9DC-479A-B755-F58D163D8D48}"/>
              </a:ext>
            </a:extLst>
          </p:cNvPr>
          <p:cNvSpPr>
            <a:spLocks xmlns:a="http://schemas.openxmlformats.org/drawingml/2006/main" noGrp="1"/>
          </p:cNvSpPr>
          <p:nvPr/>
        </p:nvSpPr>
        <p:spPr>
          <a:xfrm xmlns:a="http://schemas.openxmlformats.org/drawingml/2006/main">
            <a:off x="374904" y="2328672"/>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884" name="Google Shape;3884;p63">
            <a:extLst xmlns:a="http://schemas.openxmlformats.org/drawingml/2006/main">
              <a:ext uri="{FF2B5EF4-FFF2-40B4-BE49-F238E27FC236}">
                <a16:creationId xmlns:a16="http://schemas.microsoft.com/office/drawing/2014/main" id="{6C258BC6-C409-471F-AC1D-3E730F55BD62}"/>
              </a:ext>
            </a:extLst>
          </p:cNvPr>
          <p:cNvSpPr>
            <a:spLocks xmlns:a="http://schemas.openxmlformats.org/drawingml/2006/main" noGrp="1"/>
          </p:cNvSpPr>
          <p:nvPr/>
        </p:nvSpPr>
        <p:spPr>
          <a:xfrm xmlns:a="http://schemas.openxmlformats.org/drawingml/2006/main">
            <a:off x="1289304" y="2328672"/>
            <a:ext cx="26883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[Part / item]</a:t>
            </a:r>
            <a:endParaRPr sz="820" b="0" i="0" u="none" cap="none">
              <a:solidFill>
                <a:schemeClr val="dk1"/>
              </a:solidFill>
              <a:latin typeface="Arial"/>
              <a:ea typeface="Arial"/>
              <a:cs typeface="Arial"/>
            </a:endParaRPr>
          </a:p>
        </p:txBody>
      </p:sp>
      <p:sp>
        <p:nvSpPr>
          <p:cNvPr id="3885" name="Google Shape;3885;p63">
            <a:extLst xmlns:a="http://schemas.openxmlformats.org/drawingml/2006/main">
              <a:ext uri="{FF2B5EF4-FFF2-40B4-BE49-F238E27FC236}">
                <a16:creationId xmlns:a16="http://schemas.microsoft.com/office/drawing/2014/main" id="{92125903-C1BA-430F-A683-D1948E5DF529}"/>
              </a:ext>
            </a:extLst>
          </p:cNvPr>
          <p:cNvSpPr>
            <a:spLocks xmlns:a="http://schemas.openxmlformats.org/drawingml/2006/main" noGrp="1"/>
          </p:cNvSpPr>
          <p:nvPr/>
        </p:nvSpPr>
        <p:spPr>
          <a:xfrm xmlns:a="http://schemas.openxmlformats.org/drawingml/2006/main">
            <a:off x="4032504" y="2328672"/>
            <a:ext cx="49377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[Qty]</a:t>
            </a:r>
            <a:endParaRPr sz="820" b="0" i="0" u="none" cap="none">
              <a:solidFill>
                <a:schemeClr val="dk1"/>
              </a:solidFill>
              <a:latin typeface="Arial"/>
              <a:ea typeface="Arial"/>
              <a:cs typeface="Arial"/>
            </a:endParaRPr>
          </a:p>
        </p:txBody>
      </p:sp>
      <p:sp>
        <p:nvSpPr>
          <p:cNvPr id="3886" name="Google Shape;3886;p63">
            <a:extLst xmlns:a="http://schemas.openxmlformats.org/drawingml/2006/main">
              <a:ext uri="{FF2B5EF4-FFF2-40B4-BE49-F238E27FC236}">
                <a16:creationId xmlns:a16="http://schemas.microsoft.com/office/drawing/2014/main" id="{709FDE54-CC7D-4144-B5CE-F968B685A6C8}"/>
              </a:ext>
            </a:extLst>
          </p:cNvPr>
          <p:cNvSpPr>
            <a:spLocks xmlns:a="http://schemas.openxmlformats.org/drawingml/2006/main" noGrp="1"/>
          </p:cNvSpPr>
          <p:nvPr/>
        </p:nvSpPr>
        <p:spPr>
          <a:xfrm xmlns:a="http://schemas.openxmlformats.org/drawingml/2006/main">
            <a:off x="4581144" y="2328672"/>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a:t>
            </a:r>
            <a:endParaRPr sz="820" b="0" i="0" u="none" cap="none">
              <a:solidFill>
                <a:schemeClr val="dk1"/>
              </a:solidFill>
              <a:latin typeface="Arial"/>
              <a:ea typeface="Arial"/>
              <a:cs typeface="Arial"/>
            </a:endParaRPr>
          </a:p>
        </p:txBody>
      </p:sp>
      <p:sp>
        <p:nvSpPr>
          <p:cNvPr id="3887" name="Google Shape;3887;p63">
            <a:extLst xmlns:a="http://schemas.openxmlformats.org/drawingml/2006/main">
              <a:ext uri="{FF2B5EF4-FFF2-40B4-BE49-F238E27FC236}">
                <a16:creationId xmlns:a16="http://schemas.microsoft.com/office/drawing/2014/main" id="{2ABC86B5-B21D-420A-9F43-8D2807895B46}"/>
              </a:ext>
            </a:extLst>
          </p:cNvPr>
          <p:cNvSpPr>
            <a:spLocks xmlns:a="http://schemas.openxmlformats.org/drawingml/2006/main" noGrp="1"/>
          </p:cNvSpPr>
          <p:nvPr/>
        </p:nvSpPr>
        <p:spPr>
          <a:xfrm xmlns:a="http://schemas.openxmlformats.org/drawingml/2006/main">
            <a:off x="5495544" y="2328672"/>
            <a:ext cx="332841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[Purpose]</a:t>
            </a:r>
            <a:endParaRPr sz="820" b="0" i="0" u="none" cap="none">
              <a:solidFill>
                <a:schemeClr val="dk1"/>
              </a:solidFill>
              <a:latin typeface="Arial"/>
              <a:ea typeface="Arial"/>
              <a:cs typeface="Arial"/>
            </a:endParaRPr>
          </a:p>
        </p:txBody>
      </p:sp>
      <p:cxnSp>
        <p:nvCxnSpPr>
          <p:cNvPr id="4165" name="Google Shape;3888;p63"/>
          <p:cNvCxnSpPr/>
          <p:nvPr/>
        </p:nvCxnSpPr>
        <p:spPr>
          <a:xfrm xmlns:a="http://schemas.openxmlformats.org/drawingml/2006/main">
            <a:off x="320040" y="273405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889" name="Google Shape;3889;p63">
            <a:extLst xmlns:a="http://schemas.openxmlformats.org/drawingml/2006/main">
              <a:ext uri="{FF2B5EF4-FFF2-40B4-BE49-F238E27FC236}">
                <a16:creationId xmlns:a16="http://schemas.microsoft.com/office/drawing/2014/main" id="{482EEFCA-2102-4820-88C8-B021E9790826}"/>
              </a:ext>
            </a:extLst>
          </p:cNvPr>
          <p:cNvSpPr>
            <a:spLocks xmlns:a="http://schemas.openxmlformats.org/drawingml/2006/main" noGrp="1"/>
          </p:cNvSpPr>
          <p:nvPr/>
        </p:nvSpPr>
        <p:spPr>
          <a:xfrm xmlns:a="http://schemas.openxmlformats.org/drawingml/2006/main">
            <a:off x="374904" y="2531364"/>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20"/>
              <a:buFont typeface="Arial"/>
              <a:buNone/>
            </a:pPr>
            <a:r>
              <a:t/>
            </a:r>
            <a:endParaRPr sz="820" b="0" i="0" u="none" cap="none">
              <a:solidFill>
                <a:schemeClr val="dk1"/>
              </a:solidFill>
              <a:latin typeface="Arial"/>
              <a:ea typeface="Arial"/>
              <a:cs typeface="Arial"/>
            </a:endParaRPr>
          </a:p>
        </p:txBody>
      </p:sp>
      <p:sp>
        <p:nvSpPr>
          <p:cNvPr id="3890" name="Google Shape;3890;p63">
            <a:extLst xmlns:a="http://schemas.openxmlformats.org/drawingml/2006/main">
              <a:ext uri="{FF2B5EF4-FFF2-40B4-BE49-F238E27FC236}">
                <a16:creationId xmlns:a16="http://schemas.microsoft.com/office/drawing/2014/main" id="{CFFC0204-BF14-47C1-989F-EFC22385910B}"/>
              </a:ext>
            </a:extLst>
          </p:cNvPr>
          <p:cNvSpPr>
            <a:spLocks xmlns:a="http://schemas.openxmlformats.org/drawingml/2006/main" noGrp="1"/>
          </p:cNvSpPr>
          <p:nvPr/>
        </p:nvSpPr>
        <p:spPr>
          <a:xfrm xmlns:a="http://schemas.openxmlformats.org/drawingml/2006/main">
            <a:off x="1289304" y="2531364"/>
            <a:ext cx="26883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Season total:</a:t>
            </a:r>
            <a:endParaRPr sz="820" b="0" i="0" u="none" cap="none">
              <a:solidFill>
                <a:schemeClr val="dk1"/>
              </a:solidFill>
              <a:latin typeface="Arial"/>
              <a:ea typeface="Arial"/>
              <a:cs typeface="Arial"/>
            </a:endParaRPr>
          </a:p>
        </p:txBody>
      </p:sp>
      <p:sp>
        <p:nvSpPr>
          <p:cNvPr id="3891" name="Google Shape;3891;p63">
            <a:extLst xmlns:a="http://schemas.openxmlformats.org/drawingml/2006/main">
              <a:ext uri="{FF2B5EF4-FFF2-40B4-BE49-F238E27FC236}">
                <a16:creationId xmlns:a16="http://schemas.microsoft.com/office/drawing/2014/main" id="{FCA46C59-701C-491B-B44D-58B876FEF064}"/>
              </a:ext>
            </a:extLst>
          </p:cNvPr>
          <p:cNvSpPr>
            <a:spLocks xmlns:a="http://schemas.openxmlformats.org/drawingml/2006/main" noGrp="1"/>
          </p:cNvSpPr>
          <p:nvPr/>
        </p:nvSpPr>
        <p:spPr>
          <a:xfrm xmlns:a="http://schemas.openxmlformats.org/drawingml/2006/main">
            <a:off x="4032504" y="2531364"/>
            <a:ext cx="49377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892" name="Google Shape;3892;p63">
            <a:extLst xmlns:a="http://schemas.openxmlformats.org/drawingml/2006/main">
              <a:ext uri="{FF2B5EF4-FFF2-40B4-BE49-F238E27FC236}">
                <a16:creationId xmlns:a16="http://schemas.microsoft.com/office/drawing/2014/main" id="{E8D59AA3-BC62-4D39-A26A-47262A156C34}"/>
              </a:ext>
            </a:extLst>
          </p:cNvPr>
          <p:cNvSpPr>
            <a:spLocks xmlns:a="http://schemas.openxmlformats.org/drawingml/2006/main" noGrp="1"/>
          </p:cNvSpPr>
          <p:nvPr/>
        </p:nvSpPr>
        <p:spPr>
          <a:xfrm xmlns:a="http://schemas.openxmlformats.org/drawingml/2006/main">
            <a:off x="4581144" y="2531364"/>
            <a:ext cx="85953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[$___]</a:t>
            </a:r>
            <a:endParaRPr sz="820" b="0" i="0" u="none" cap="none">
              <a:solidFill>
                <a:schemeClr val="dk1"/>
              </a:solidFill>
              <a:latin typeface="Arial"/>
              <a:ea typeface="Arial"/>
              <a:cs typeface="Arial"/>
            </a:endParaRPr>
          </a:p>
        </p:txBody>
      </p:sp>
      <p:sp>
        <p:nvSpPr>
          <p:cNvPr id="3893" name="Google Shape;3893;p63">
            <a:extLst xmlns:a="http://schemas.openxmlformats.org/drawingml/2006/main">
              <a:ext uri="{FF2B5EF4-FFF2-40B4-BE49-F238E27FC236}">
                <a16:creationId xmlns:a16="http://schemas.microsoft.com/office/drawing/2014/main" id="{8BDDF22C-1979-43CC-93E8-3B8DE5A2439B}"/>
              </a:ext>
            </a:extLst>
          </p:cNvPr>
          <p:cNvSpPr>
            <a:spLocks xmlns:a="http://schemas.openxmlformats.org/drawingml/2006/main" noGrp="1"/>
          </p:cNvSpPr>
          <p:nvPr/>
        </p:nvSpPr>
        <p:spPr>
          <a:xfrm xmlns:a="http://schemas.openxmlformats.org/drawingml/2006/main">
            <a:off x="5495544" y="2531364"/>
            <a:ext cx="3328416" cy="2026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[Budget status / variance]</a:t>
            </a:r>
            <a:endParaRPr sz="820" b="0" i="0" u="none" cap="none">
              <a:solidFill>
                <a:schemeClr val="dk1"/>
              </a:solidFill>
              <a:latin typeface="Arial"/>
              <a:ea typeface="Arial"/>
              <a:cs typeface="Arial"/>
            </a:endParaRPr>
          </a:p>
        </p:txBody>
      </p:sp>
      <p:sp>
        <p:nvSpPr>
          <p:cNvPr id="3894" name="Google Shape;3894;p63">
            <a:extLst xmlns:a="http://schemas.openxmlformats.org/drawingml/2006/main">
              <a:ext uri="{FF2B5EF4-FFF2-40B4-BE49-F238E27FC236}">
                <a16:creationId xmlns:a16="http://schemas.microsoft.com/office/drawing/2014/main" id="{854BEBD0-DC5D-47EA-B7F2-3FC3FFCA8131}"/>
              </a:ext>
            </a:extLst>
          </p:cNvPr>
          <p:cNvSpPr>
            <a:spLocks xmlns:a="http://schemas.openxmlformats.org/drawingml/2006/main" noGrp="1"/>
          </p:cNvSpPr>
          <p:nvPr/>
        </p:nvSpPr>
        <p:spPr>
          <a:xfrm xmlns:a="http://schemas.openxmlformats.org/drawingml/2006/main">
            <a:off x="320040" y="1316736"/>
            <a:ext cx="8503920" cy="14173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895" name="Google Shape;3895;p63">
            <a:extLst xmlns:a="http://schemas.openxmlformats.org/drawingml/2006/main">
              <a:ext uri="{FF2B5EF4-FFF2-40B4-BE49-F238E27FC236}">
                <a16:creationId xmlns:a16="http://schemas.microsoft.com/office/drawing/2014/main" id="{6694B6C2-EA1F-4143-999B-5E068A07C7A1}"/>
              </a:ext>
            </a:extLst>
          </p:cNvPr>
          <p:cNvSpPr>
            <a:spLocks xmlns:a="http://schemas.openxmlformats.org/drawingml/2006/main" noGrp="1"/>
          </p:cNvSpPr>
          <p:nvPr/>
        </p:nvSpPr>
        <p:spPr>
          <a:xfrm xmlns:a="http://schemas.openxmlformats.org/drawingml/2006/main">
            <a:off x="320040" y="2798064"/>
            <a:ext cx="850392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4748B"/>
              </a:buClr>
              <a:buSzPts val="950"/>
              <a:buFont typeface="Arial"/>
              <a:buNone/>
            </a:pPr>
            <a:r>
              <a:rPr sz="950" b="1" i="0" u="none" cap="none">
                <a:solidFill>
                  <a:srgbClr val="64748B"/>
                </a:solidFill>
                <a:latin typeface="Arial"/>
                <a:ea typeface="Arial"/>
                <a:cs typeface="Arial"/>
              </a:rPr>
              <a:t>OUTREACH &amp; COMMUNITY IMPACT</a:t>
            </a:r>
            <a:endParaRPr sz="950" b="0" i="0" u="none" cap="none">
              <a:solidFill>
                <a:schemeClr val="dk1"/>
              </a:solidFill>
              <a:latin typeface="Arial"/>
              <a:ea typeface="Arial"/>
              <a:cs typeface="Arial"/>
            </a:endParaRPr>
          </a:p>
        </p:txBody>
      </p:sp>
      <p:sp>
        <p:nvSpPr>
          <p:cNvPr id="3896" name="Google Shape;3896;p63">
            <a:extLst xmlns:a="http://schemas.openxmlformats.org/drawingml/2006/main">
              <a:ext uri="{FF2B5EF4-FFF2-40B4-BE49-F238E27FC236}">
                <a16:creationId xmlns:a16="http://schemas.microsoft.com/office/drawing/2014/main" id="{B489BE15-CCB3-4401-AF28-C4F467F1C1DA}"/>
              </a:ext>
            </a:extLst>
          </p:cNvPr>
          <p:cNvSpPr>
            <a:spLocks xmlns:a="http://schemas.openxmlformats.org/drawingml/2006/main" noGrp="1"/>
          </p:cNvSpPr>
          <p:nvPr/>
        </p:nvSpPr>
        <p:spPr>
          <a:xfrm xmlns:a="http://schemas.openxmlformats.org/drawingml/2006/main">
            <a:off x="320040" y="3035808"/>
            <a:ext cx="8503920" cy="201168"/>
          </a:xfrm>
          <a:prstGeom xmlns:a="http://schemas.openxmlformats.org/drawingml/2006/main" prst="rect">
            <a:avLst/>
          </a:prstGeom>
          <a:solidFill xmlns:a="http://schemas.openxmlformats.org/drawingml/2006/main">
            <a:srgbClr val="64748B"/>
          </a:solidFill>
          <a:ln xmlns:a="http://schemas.openxmlformats.org/drawingml/2006/main" w="12700" cmpd="sng">
            <a:solidFill>
              <a:srgbClr val="64748B"/>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897" name="Google Shape;3897;p63">
            <a:extLst xmlns:a="http://schemas.openxmlformats.org/drawingml/2006/main">
              <a:ext uri="{FF2B5EF4-FFF2-40B4-BE49-F238E27FC236}">
                <a16:creationId xmlns:a16="http://schemas.microsoft.com/office/drawing/2014/main" id="{35D65E02-0A52-40EA-B3F6-C302976A21C7}"/>
              </a:ext>
            </a:extLst>
          </p:cNvPr>
          <p:cNvSpPr>
            <a:spLocks xmlns:a="http://schemas.openxmlformats.org/drawingml/2006/main" noGrp="1"/>
          </p:cNvSpPr>
          <p:nvPr/>
        </p:nvSpPr>
        <p:spPr>
          <a:xfrm xmlns:a="http://schemas.openxmlformats.org/drawingml/2006/main">
            <a:off x="374904" y="3035808"/>
            <a:ext cx="8595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Entry Date</a:t>
            </a:r>
            <a:endParaRPr sz="850" b="0" i="0" u="none" cap="none">
              <a:solidFill>
                <a:schemeClr val="dk1"/>
              </a:solidFill>
              <a:latin typeface="Arial"/>
              <a:ea typeface="Arial"/>
              <a:cs typeface="Arial"/>
            </a:endParaRPr>
          </a:p>
        </p:txBody>
      </p:sp>
      <p:sp>
        <p:nvSpPr>
          <p:cNvPr id="3898" name="Google Shape;3898;p63">
            <a:extLst xmlns:a="http://schemas.openxmlformats.org/drawingml/2006/main">
              <a:ext uri="{FF2B5EF4-FFF2-40B4-BE49-F238E27FC236}">
                <a16:creationId xmlns:a16="http://schemas.microsoft.com/office/drawing/2014/main" id="{A9DE147E-20F3-4B89-B39F-7A7B3A905716}"/>
              </a:ext>
            </a:extLst>
          </p:cNvPr>
          <p:cNvSpPr>
            <a:spLocks xmlns:a="http://schemas.openxmlformats.org/drawingml/2006/main" noGrp="1"/>
          </p:cNvSpPr>
          <p:nvPr/>
        </p:nvSpPr>
        <p:spPr>
          <a:xfrm xmlns:a="http://schemas.openxmlformats.org/drawingml/2006/main">
            <a:off x="1289304" y="3035808"/>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Activity</a:t>
            </a:r>
            <a:endParaRPr sz="850" b="0" i="0" u="none" cap="none">
              <a:solidFill>
                <a:schemeClr val="dk1"/>
              </a:solidFill>
              <a:latin typeface="Arial"/>
              <a:ea typeface="Arial"/>
              <a:cs typeface="Arial"/>
            </a:endParaRPr>
          </a:p>
        </p:txBody>
      </p:sp>
      <p:sp>
        <p:nvSpPr>
          <p:cNvPr id="3899" name="Google Shape;3899;p63">
            <a:extLst xmlns:a="http://schemas.openxmlformats.org/drawingml/2006/main">
              <a:ext uri="{FF2B5EF4-FFF2-40B4-BE49-F238E27FC236}">
                <a16:creationId xmlns:a16="http://schemas.microsoft.com/office/drawing/2014/main" id="{4DE07FFB-7B3A-43D7-9968-C2181FA9E4FD}"/>
              </a:ext>
            </a:extLst>
          </p:cNvPr>
          <p:cNvSpPr>
            <a:spLocks xmlns:a="http://schemas.openxmlformats.org/drawingml/2006/main" noGrp="1"/>
          </p:cNvSpPr>
          <p:nvPr/>
        </p:nvSpPr>
        <p:spPr>
          <a:xfrm xmlns:a="http://schemas.openxmlformats.org/drawingml/2006/main">
            <a:off x="4032504" y="3035808"/>
            <a:ext cx="67665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Hours</a:t>
            </a:r>
            <a:endParaRPr sz="850" b="0" i="0" u="none" cap="none">
              <a:solidFill>
                <a:schemeClr val="dk1"/>
              </a:solidFill>
              <a:latin typeface="Arial"/>
              <a:ea typeface="Arial"/>
              <a:cs typeface="Arial"/>
            </a:endParaRPr>
          </a:p>
        </p:txBody>
      </p:sp>
      <p:sp>
        <p:nvSpPr>
          <p:cNvPr id="3900" name="Google Shape;3900;p63">
            <a:extLst xmlns:a="http://schemas.openxmlformats.org/drawingml/2006/main">
              <a:ext uri="{FF2B5EF4-FFF2-40B4-BE49-F238E27FC236}">
                <a16:creationId xmlns:a16="http://schemas.microsoft.com/office/drawing/2014/main" id="{19BEB245-DB13-4894-9304-453A6FB6F952}"/>
              </a:ext>
            </a:extLst>
          </p:cNvPr>
          <p:cNvSpPr>
            <a:spLocks xmlns:a="http://schemas.openxmlformats.org/drawingml/2006/main" noGrp="1"/>
          </p:cNvSpPr>
          <p:nvPr/>
        </p:nvSpPr>
        <p:spPr>
          <a:xfrm xmlns:a="http://schemas.openxmlformats.org/drawingml/2006/main">
            <a:off x="4764024" y="3035808"/>
            <a:ext cx="13167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Reach</a:t>
            </a:r>
            <a:endParaRPr sz="850" b="0" i="0" u="none" cap="none">
              <a:solidFill>
                <a:schemeClr val="dk1"/>
              </a:solidFill>
              <a:latin typeface="Arial"/>
              <a:ea typeface="Arial"/>
              <a:cs typeface="Arial"/>
            </a:endParaRPr>
          </a:p>
        </p:txBody>
      </p:sp>
      <p:sp>
        <p:nvSpPr>
          <p:cNvPr id="3901" name="Google Shape;3901;p63">
            <a:extLst xmlns:a="http://schemas.openxmlformats.org/drawingml/2006/main">
              <a:ext uri="{FF2B5EF4-FFF2-40B4-BE49-F238E27FC236}">
                <a16:creationId xmlns:a16="http://schemas.microsoft.com/office/drawing/2014/main" id="{8DDDA0D7-BF95-4BCD-97E3-A077DDBC9CDB}"/>
              </a:ext>
            </a:extLst>
          </p:cNvPr>
          <p:cNvSpPr>
            <a:spLocks xmlns:a="http://schemas.openxmlformats.org/drawingml/2006/main" noGrp="1"/>
          </p:cNvSpPr>
          <p:nvPr/>
        </p:nvSpPr>
        <p:spPr>
          <a:xfrm xmlns:a="http://schemas.openxmlformats.org/drawingml/2006/main">
            <a:off x="6135624" y="3035808"/>
            <a:ext cx="2688336"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850"/>
              <a:buFont typeface="Arial"/>
              <a:buNone/>
            </a:pPr>
            <a:r>
              <a:rPr sz="850" b="1" i="0" u="none" cap="none">
                <a:solidFill>
                  <a:srgbClr val="FFFFFF"/>
                </a:solidFill>
                <a:latin typeface="Arial"/>
                <a:ea typeface="Arial"/>
                <a:cs typeface="Arial"/>
              </a:rPr>
              <a:t>Impact / Description</a:t>
            </a:r>
            <a:endParaRPr sz="850" b="0" i="0" u="none" cap="none">
              <a:solidFill>
                <a:schemeClr val="dk1"/>
              </a:solidFill>
              <a:latin typeface="Arial"/>
              <a:ea typeface="Arial"/>
              <a:cs typeface="Arial"/>
            </a:endParaRPr>
          </a:p>
        </p:txBody>
      </p:sp>
      <p:sp>
        <p:nvSpPr>
          <p:cNvPr id="3902" name="Google Shape;3902;p63">
            <a:extLst xmlns:a="http://schemas.openxmlformats.org/drawingml/2006/main">
              <a:ext uri="{FF2B5EF4-FFF2-40B4-BE49-F238E27FC236}">
                <a16:creationId xmlns:a16="http://schemas.microsoft.com/office/drawing/2014/main" id="{91AF2518-E8D5-469F-B236-D95F61DE9DC7}"/>
              </a:ext>
            </a:extLst>
          </p:cNvPr>
          <p:cNvSpPr>
            <a:spLocks xmlns:a="http://schemas.openxmlformats.org/drawingml/2006/main" noGrp="1"/>
          </p:cNvSpPr>
          <p:nvPr/>
        </p:nvSpPr>
        <p:spPr>
          <a:xfrm xmlns:a="http://schemas.openxmlformats.org/drawingml/2006/main">
            <a:off x="320040" y="3236976"/>
            <a:ext cx="850392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4180" name="Google Shape;3903;p63"/>
          <p:cNvCxnSpPr/>
          <p:nvPr/>
        </p:nvCxnSpPr>
        <p:spPr>
          <a:xfrm xmlns:a="http://schemas.openxmlformats.org/drawingml/2006/main">
            <a:off x="320040" y="3434486"/>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04" name="Google Shape;3904;p63">
            <a:extLst xmlns:a="http://schemas.openxmlformats.org/drawingml/2006/main">
              <a:ext uri="{FF2B5EF4-FFF2-40B4-BE49-F238E27FC236}">
                <a16:creationId xmlns:a16="http://schemas.microsoft.com/office/drawing/2014/main" id="{7A0845EE-9EB7-4B55-83A0-08D3BC1272F1}"/>
              </a:ext>
            </a:extLst>
          </p:cNvPr>
          <p:cNvSpPr>
            <a:spLocks xmlns:a="http://schemas.openxmlformats.org/drawingml/2006/main" noGrp="1"/>
          </p:cNvSpPr>
          <p:nvPr/>
        </p:nvSpPr>
        <p:spPr>
          <a:xfrm xmlns:a="http://schemas.openxmlformats.org/drawingml/2006/main">
            <a:off x="374904" y="3236976"/>
            <a:ext cx="8595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905" name="Google Shape;3905;p63">
            <a:extLst xmlns:a="http://schemas.openxmlformats.org/drawingml/2006/main">
              <a:ext uri="{FF2B5EF4-FFF2-40B4-BE49-F238E27FC236}">
                <a16:creationId xmlns:a16="http://schemas.microsoft.com/office/drawing/2014/main" id="{0F0B2866-FF53-4922-B0F0-EF98080B493F}"/>
              </a:ext>
            </a:extLst>
          </p:cNvPr>
          <p:cNvSpPr>
            <a:spLocks xmlns:a="http://schemas.openxmlformats.org/drawingml/2006/main" noGrp="1"/>
          </p:cNvSpPr>
          <p:nvPr/>
        </p:nvSpPr>
        <p:spPr>
          <a:xfrm xmlns:a="http://schemas.openxmlformats.org/drawingml/2006/main">
            <a:off x="1289304" y="3236976"/>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[Event / activity name]</a:t>
            </a:r>
            <a:endParaRPr sz="820" b="0" i="0" u="none" cap="none">
              <a:solidFill>
                <a:schemeClr val="dk1"/>
              </a:solidFill>
              <a:latin typeface="Arial"/>
              <a:ea typeface="Arial"/>
              <a:cs typeface="Arial"/>
            </a:endParaRPr>
          </a:p>
        </p:txBody>
      </p:sp>
      <p:sp>
        <p:nvSpPr>
          <p:cNvPr id="3906" name="Google Shape;3906;p63">
            <a:extLst xmlns:a="http://schemas.openxmlformats.org/drawingml/2006/main">
              <a:ext uri="{FF2B5EF4-FFF2-40B4-BE49-F238E27FC236}">
                <a16:creationId xmlns:a16="http://schemas.microsoft.com/office/drawing/2014/main" id="{54B1C068-C25B-4810-89A4-4ECF4F7B6E31}"/>
              </a:ext>
            </a:extLst>
          </p:cNvPr>
          <p:cNvSpPr>
            <a:spLocks xmlns:a="http://schemas.openxmlformats.org/drawingml/2006/main" noGrp="1"/>
          </p:cNvSpPr>
          <p:nvPr/>
        </p:nvSpPr>
        <p:spPr>
          <a:xfrm xmlns:a="http://schemas.openxmlformats.org/drawingml/2006/main">
            <a:off x="4032504" y="3236976"/>
            <a:ext cx="67665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[Hours]</a:t>
            </a:r>
            <a:endParaRPr sz="820" b="0" i="0" u="none" cap="none">
              <a:solidFill>
                <a:schemeClr val="dk1"/>
              </a:solidFill>
              <a:latin typeface="Arial"/>
              <a:ea typeface="Arial"/>
              <a:cs typeface="Arial"/>
            </a:endParaRPr>
          </a:p>
        </p:txBody>
      </p:sp>
      <p:sp>
        <p:nvSpPr>
          <p:cNvPr id="3907" name="Google Shape;3907;p63">
            <a:extLst xmlns:a="http://schemas.openxmlformats.org/drawingml/2006/main">
              <a:ext uri="{FF2B5EF4-FFF2-40B4-BE49-F238E27FC236}">
                <a16:creationId xmlns:a16="http://schemas.microsoft.com/office/drawing/2014/main" id="{171CD43A-67A9-4C7C-A1D6-695718F59BF5}"/>
              </a:ext>
            </a:extLst>
          </p:cNvPr>
          <p:cNvSpPr>
            <a:spLocks xmlns:a="http://schemas.openxmlformats.org/drawingml/2006/main" noGrp="1"/>
          </p:cNvSpPr>
          <p:nvPr/>
        </p:nvSpPr>
        <p:spPr>
          <a:xfrm xmlns:a="http://schemas.openxmlformats.org/drawingml/2006/main">
            <a:off x="4764024" y="3236976"/>
            <a:ext cx="13167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 Students / people reached]</a:t>
            </a:r>
            <a:endParaRPr sz="820" b="0" i="0" u="none" cap="none">
              <a:solidFill>
                <a:schemeClr val="dk1"/>
              </a:solidFill>
              <a:latin typeface="Arial"/>
              <a:ea typeface="Arial"/>
              <a:cs typeface="Arial"/>
            </a:endParaRPr>
          </a:p>
        </p:txBody>
      </p:sp>
      <p:sp>
        <p:nvSpPr>
          <p:cNvPr id="3908" name="Google Shape;3908;p63">
            <a:extLst xmlns:a="http://schemas.openxmlformats.org/drawingml/2006/main">
              <a:ext uri="{FF2B5EF4-FFF2-40B4-BE49-F238E27FC236}">
                <a16:creationId xmlns:a16="http://schemas.microsoft.com/office/drawing/2014/main" id="{E8382059-07F8-43CE-9FD0-F52C0A2607CB}"/>
              </a:ext>
            </a:extLst>
          </p:cNvPr>
          <p:cNvSpPr>
            <a:spLocks xmlns:a="http://schemas.openxmlformats.org/drawingml/2006/main" noGrp="1"/>
          </p:cNvSpPr>
          <p:nvPr/>
        </p:nvSpPr>
        <p:spPr>
          <a:xfrm xmlns:a="http://schemas.openxmlformats.org/drawingml/2006/main">
            <a:off x="6135624" y="3236976"/>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[Impact]</a:t>
            </a:r>
            <a:endParaRPr sz="820" b="0" i="0" u="none" cap="none">
              <a:solidFill>
                <a:schemeClr val="dk1"/>
              </a:solidFill>
              <a:latin typeface="Arial"/>
              <a:ea typeface="Arial"/>
              <a:cs typeface="Arial"/>
            </a:endParaRPr>
          </a:p>
        </p:txBody>
      </p:sp>
      <p:cxnSp>
        <p:nvCxnSpPr>
          <p:cNvPr id="4186" name="Google Shape;3909;p63"/>
          <p:cNvCxnSpPr/>
          <p:nvPr/>
        </p:nvCxnSpPr>
        <p:spPr>
          <a:xfrm xmlns:a="http://schemas.openxmlformats.org/drawingml/2006/main">
            <a:off x="320040" y="3631997"/>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10" name="Google Shape;3910;p63">
            <a:extLst xmlns:a="http://schemas.openxmlformats.org/drawingml/2006/main">
              <a:ext uri="{FF2B5EF4-FFF2-40B4-BE49-F238E27FC236}">
                <a16:creationId xmlns:a16="http://schemas.microsoft.com/office/drawing/2014/main" id="{B0DAA5BB-7EDF-44D2-A9AB-7285F99861AF}"/>
              </a:ext>
            </a:extLst>
          </p:cNvPr>
          <p:cNvSpPr>
            <a:spLocks xmlns:a="http://schemas.openxmlformats.org/drawingml/2006/main" noGrp="1"/>
          </p:cNvSpPr>
          <p:nvPr/>
        </p:nvSpPr>
        <p:spPr>
          <a:xfrm xmlns:a="http://schemas.openxmlformats.org/drawingml/2006/main">
            <a:off x="374904" y="3434486"/>
            <a:ext cx="8595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911" name="Google Shape;3911;p63">
            <a:extLst xmlns:a="http://schemas.openxmlformats.org/drawingml/2006/main">
              <a:ext uri="{FF2B5EF4-FFF2-40B4-BE49-F238E27FC236}">
                <a16:creationId xmlns:a16="http://schemas.microsoft.com/office/drawing/2014/main" id="{8D03CE69-87AD-44C1-879D-AE5E6FF946DA}"/>
              </a:ext>
            </a:extLst>
          </p:cNvPr>
          <p:cNvSpPr>
            <a:spLocks xmlns:a="http://schemas.openxmlformats.org/drawingml/2006/main" noGrp="1"/>
          </p:cNvSpPr>
          <p:nvPr/>
        </p:nvSpPr>
        <p:spPr>
          <a:xfrm xmlns:a="http://schemas.openxmlformats.org/drawingml/2006/main">
            <a:off x="1289304" y="3434486"/>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[Event / activity name]</a:t>
            </a:r>
            <a:endParaRPr sz="820" b="0" i="0" u="none" cap="none">
              <a:solidFill>
                <a:schemeClr val="dk1"/>
              </a:solidFill>
              <a:latin typeface="Arial"/>
              <a:ea typeface="Arial"/>
              <a:cs typeface="Arial"/>
            </a:endParaRPr>
          </a:p>
        </p:txBody>
      </p:sp>
      <p:sp>
        <p:nvSpPr>
          <p:cNvPr id="3912" name="Google Shape;3912;p63">
            <a:extLst xmlns:a="http://schemas.openxmlformats.org/drawingml/2006/main">
              <a:ext uri="{FF2B5EF4-FFF2-40B4-BE49-F238E27FC236}">
                <a16:creationId xmlns:a16="http://schemas.microsoft.com/office/drawing/2014/main" id="{6E55F59D-C3AE-494F-A465-DD49E174C3B1}"/>
              </a:ext>
            </a:extLst>
          </p:cNvPr>
          <p:cNvSpPr>
            <a:spLocks xmlns:a="http://schemas.openxmlformats.org/drawingml/2006/main" noGrp="1"/>
          </p:cNvSpPr>
          <p:nvPr/>
        </p:nvSpPr>
        <p:spPr>
          <a:xfrm xmlns:a="http://schemas.openxmlformats.org/drawingml/2006/main">
            <a:off x="4032504" y="3434486"/>
            <a:ext cx="67665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[Hours]</a:t>
            </a:r>
            <a:endParaRPr sz="820" b="0" i="0" u="none" cap="none">
              <a:solidFill>
                <a:schemeClr val="dk1"/>
              </a:solidFill>
              <a:latin typeface="Arial"/>
              <a:ea typeface="Arial"/>
              <a:cs typeface="Arial"/>
            </a:endParaRPr>
          </a:p>
        </p:txBody>
      </p:sp>
      <p:sp>
        <p:nvSpPr>
          <p:cNvPr id="3913" name="Google Shape;3913;p63">
            <a:extLst xmlns:a="http://schemas.openxmlformats.org/drawingml/2006/main">
              <a:ext uri="{FF2B5EF4-FFF2-40B4-BE49-F238E27FC236}">
                <a16:creationId xmlns:a16="http://schemas.microsoft.com/office/drawing/2014/main" id="{A31B6F98-2059-4567-8804-75E62EA24B78}"/>
              </a:ext>
            </a:extLst>
          </p:cNvPr>
          <p:cNvSpPr>
            <a:spLocks xmlns:a="http://schemas.openxmlformats.org/drawingml/2006/main" noGrp="1"/>
          </p:cNvSpPr>
          <p:nvPr/>
        </p:nvSpPr>
        <p:spPr>
          <a:xfrm xmlns:a="http://schemas.openxmlformats.org/drawingml/2006/main">
            <a:off x="4764024" y="3434486"/>
            <a:ext cx="13167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914" name="Google Shape;3914;p63">
            <a:extLst xmlns:a="http://schemas.openxmlformats.org/drawingml/2006/main">
              <a:ext uri="{FF2B5EF4-FFF2-40B4-BE49-F238E27FC236}">
                <a16:creationId xmlns:a16="http://schemas.microsoft.com/office/drawing/2014/main" id="{0E3B473D-213F-4386-9ED0-721621E3521D}"/>
              </a:ext>
            </a:extLst>
          </p:cNvPr>
          <p:cNvSpPr>
            <a:spLocks xmlns:a="http://schemas.openxmlformats.org/drawingml/2006/main" noGrp="1"/>
          </p:cNvSpPr>
          <p:nvPr/>
        </p:nvSpPr>
        <p:spPr>
          <a:xfrm xmlns:a="http://schemas.openxmlformats.org/drawingml/2006/main">
            <a:off x="6135624" y="3434486"/>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[Impact]</a:t>
            </a:r>
            <a:endParaRPr sz="820" b="0" i="0" u="none" cap="none">
              <a:solidFill>
                <a:schemeClr val="dk1"/>
              </a:solidFill>
              <a:latin typeface="Arial"/>
              <a:ea typeface="Arial"/>
              <a:cs typeface="Arial"/>
            </a:endParaRPr>
          </a:p>
        </p:txBody>
      </p:sp>
      <p:sp>
        <p:nvSpPr>
          <p:cNvPr id="3915" name="Google Shape;3915;p63">
            <a:extLst xmlns:a="http://schemas.openxmlformats.org/drawingml/2006/main">
              <a:ext uri="{FF2B5EF4-FFF2-40B4-BE49-F238E27FC236}">
                <a16:creationId xmlns:a16="http://schemas.microsoft.com/office/drawing/2014/main" id="{61326F9C-AB11-487E-A9A0-38DA014E0FD7}"/>
              </a:ext>
            </a:extLst>
          </p:cNvPr>
          <p:cNvSpPr>
            <a:spLocks xmlns:a="http://schemas.openxmlformats.org/drawingml/2006/main" noGrp="1"/>
          </p:cNvSpPr>
          <p:nvPr/>
        </p:nvSpPr>
        <p:spPr>
          <a:xfrm xmlns:a="http://schemas.openxmlformats.org/drawingml/2006/main">
            <a:off x="320040" y="3631997"/>
            <a:ext cx="850392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4193" name="Google Shape;3916;p63"/>
          <p:cNvCxnSpPr/>
          <p:nvPr/>
        </p:nvCxnSpPr>
        <p:spPr>
          <a:xfrm xmlns:a="http://schemas.openxmlformats.org/drawingml/2006/main">
            <a:off x="320040" y="3829507"/>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17" name="Google Shape;3917;p63">
            <a:extLst xmlns:a="http://schemas.openxmlformats.org/drawingml/2006/main">
              <a:ext uri="{FF2B5EF4-FFF2-40B4-BE49-F238E27FC236}">
                <a16:creationId xmlns:a16="http://schemas.microsoft.com/office/drawing/2014/main" id="{A55C9B0B-E8DB-401D-9BD2-43396C4091C6}"/>
              </a:ext>
            </a:extLst>
          </p:cNvPr>
          <p:cNvSpPr>
            <a:spLocks xmlns:a="http://schemas.openxmlformats.org/drawingml/2006/main" noGrp="1"/>
          </p:cNvSpPr>
          <p:nvPr/>
        </p:nvSpPr>
        <p:spPr>
          <a:xfrm xmlns:a="http://schemas.openxmlformats.org/drawingml/2006/main">
            <a:off x="374904" y="3631997"/>
            <a:ext cx="8595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918" name="Google Shape;3918;p63">
            <a:extLst xmlns:a="http://schemas.openxmlformats.org/drawingml/2006/main">
              <a:ext uri="{FF2B5EF4-FFF2-40B4-BE49-F238E27FC236}">
                <a16:creationId xmlns:a16="http://schemas.microsoft.com/office/drawing/2014/main" id="{B05DE2F4-1B2D-4E83-B37F-7B9FB74FD2E5}"/>
              </a:ext>
            </a:extLst>
          </p:cNvPr>
          <p:cNvSpPr>
            <a:spLocks xmlns:a="http://schemas.openxmlformats.org/drawingml/2006/main" noGrp="1"/>
          </p:cNvSpPr>
          <p:nvPr/>
        </p:nvSpPr>
        <p:spPr>
          <a:xfrm xmlns:a="http://schemas.openxmlformats.org/drawingml/2006/main">
            <a:off x="1289304" y="3631997"/>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[Event / activity name]</a:t>
            </a:r>
            <a:endParaRPr sz="820" b="0" i="0" u="none" cap="none">
              <a:solidFill>
                <a:schemeClr val="dk1"/>
              </a:solidFill>
              <a:latin typeface="Arial"/>
              <a:ea typeface="Arial"/>
              <a:cs typeface="Arial"/>
            </a:endParaRPr>
          </a:p>
        </p:txBody>
      </p:sp>
      <p:sp>
        <p:nvSpPr>
          <p:cNvPr id="3919" name="Google Shape;3919;p63">
            <a:extLst xmlns:a="http://schemas.openxmlformats.org/drawingml/2006/main">
              <a:ext uri="{FF2B5EF4-FFF2-40B4-BE49-F238E27FC236}">
                <a16:creationId xmlns:a16="http://schemas.microsoft.com/office/drawing/2014/main" id="{26E9520B-8669-457A-A055-9B5C1207B5AF}"/>
              </a:ext>
            </a:extLst>
          </p:cNvPr>
          <p:cNvSpPr>
            <a:spLocks xmlns:a="http://schemas.openxmlformats.org/drawingml/2006/main" noGrp="1"/>
          </p:cNvSpPr>
          <p:nvPr/>
        </p:nvSpPr>
        <p:spPr>
          <a:xfrm xmlns:a="http://schemas.openxmlformats.org/drawingml/2006/main">
            <a:off x="4032504" y="3631997"/>
            <a:ext cx="67665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[Hours]</a:t>
            </a:r>
            <a:endParaRPr sz="820" b="0" i="0" u="none" cap="none">
              <a:solidFill>
                <a:schemeClr val="dk1"/>
              </a:solidFill>
              <a:latin typeface="Arial"/>
              <a:ea typeface="Arial"/>
              <a:cs typeface="Arial"/>
            </a:endParaRPr>
          </a:p>
        </p:txBody>
      </p:sp>
      <p:sp>
        <p:nvSpPr>
          <p:cNvPr id="3920" name="Google Shape;3920;p63">
            <a:extLst xmlns:a="http://schemas.openxmlformats.org/drawingml/2006/main">
              <a:ext uri="{FF2B5EF4-FFF2-40B4-BE49-F238E27FC236}">
                <a16:creationId xmlns:a16="http://schemas.microsoft.com/office/drawing/2014/main" id="{EE989AFC-5451-4A70-B57F-C800FA27CE59}"/>
              </a:ext>
            </a:extLst>
          </p:cNvPr>
          <p:cNvSpPr>
            <a:spLocks xmlns:a="http://schemas.openxmlformats.org/drawingml/2006/main" noGrp="1"/>
          </p:cNvSpPr>
          <p:nvPr/>
        </p:nvSpPr>
        <p:spPr>
          <a:xfrm xmlns:a="http://schemas.openxmlformats.org/drawingml/2006/main">
            <a:off x="4764024" y="3631997"/>
            <a:ext cx="13167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921" name="Google Shape;3921;p63">
            <a:extLst xmlns:a="http://schemas.openxmlformats.org/drawingml/2006/main">
              <a:ext uri="{FF2B5EF4-FFF2-40B4-BE49-F238E27FC236}">
                <a16:creationId xmlns:a16="http://schemas.microsoft.com/office/drawing/2014/main" id="{FE3DC313-B2C8-459F-8668-C34A9BCBA5E8}"/>
              </a:ext>
            </a:extLst>
          </p:cNvPr>
          <p:cNvSpPr>
            <a:spLocks xmlns:a="http://schemas.openxmlformats.org/drawingml/2006/main" noGrp="1"/>
          </p:cNvSpPr>
          <p:nvPr/>
        </p:nvSpPr>
        <p:spPr>
          <a:xfrm xmlns:a="http://schemas.openxmlformats.org/drawingml/2006/main">
            <a:off x="6135624" y="3631997"/>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[Impact]</a:t>
            </a:r>
            <a:endParaRPr sz="820" b="0" i="0" u="none" cap="none">
              <a:solidFill>
                <a:schemeClr val="dk1"/>
              </a:solidFill>
              <a:latin typeface="Arial"/>
              <a:ea typeface="Arial"/>
              <a:cs typeface="Arial"/>
            </a:endParaRPr>
          </a:p>
        </p:txBody>
      </p:sp>
      <p:cxnSp>
        <p:nvCxnSpPr>
          <p:cNvPr id="4199" name="Google Shape;3922;p63"/>
          <p:cNvCxnSpPr/>
          <p:nvPr/>
        </p:nvCxnSpPr>
        <p:spPr>
          <a:xfrm xmlns:a="http://schemas.openxmlformats.org/drawingml/2006/main">
            <a:off x="320040" y="402701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23" name="Google Shape;3923;p63">
            <a:extLst xmlns:a="http://schemas.openxmlformats.org/drawingml/2006/main">
              <a:ext uri="{FF2B5EF4-FFF2-40B4-BE49-F238E27FC236}">
                <a16:creationId xmlns:a16="http://schemas.microsoft.com/office/drawing/2014/main" id="{E0C2C659-37B6-43BF-AA1D-1E320BA8EF77}"/>
              </a:ext>
            </a:extLst>
          </p:cNvPr>
          <p:cNvSpPr>
            <a:spLocks xmlns:a="http://schemas.openxmlformats.org/drawingml/2006/main" noGrp="1"/>
          </p:cNvSpPr>
          <p:nvPr/>
        </p:nvSpPr>
        <p:spPr>
          <a:xfrm xmlns:a="http://schemas.openxmlformats.org/drawingml/2006/main">
            <a:off x="374904" y="3829507"/>
            <a:ext cx="8595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__/__/____</a:t>
            </a:r>
            <a:endParaRPr sz="820" b="0" i="0" u="none" cap="none">
              <a:solidFill>
                <a:schemeClr val="dk1"/>
              </a:solidFill>
              <a:latin typeface="Arial"/>
              <a:ea typeface="Arial"/>
              <a:cs typeface="Arial"/>
            </a:endParaRPr>
          </a:p>
        </p:txBody>
      </p:sp>
      <p:sp>
        <p:nvSpPr>
          <p:cNvPr id="3924" name="Google Shape;3924;p63">
            <a:extLst xmlns:a="http://schemas.openxmlformats.org/drawingml/2006/main">
              <a:ext uri="{FF2B5EF4-FFF2-40B4-BE49-F238E27FC236}">
                <a16:creationId xmlns:a16="http://schemas.microsoft.com/office/drawing/2014/main" id="{477D4767-C793-4B0A-AC81-5462BDD22C17}"/>
              </a:ext>
            </a:extLst>
          </p:cNvPr>
          <p:cNvSpPr>
            <a:spLocks xmlns:a="http://schemas.openxmlformats.org/drawingml/2006/main" noGrp="1"/>
          </p:cNvSpPr>
          <p:nvPr/>
        </p:nvSpPr>
        <p:spPr>
          <a:xfrm xmlns:a="http://schemas.openxmlformats.org/drawingml/2006/main">
            <a:off x="1289304" y="3829507"/>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[Event / activity name]</a:t>
            </a:r>
            <a:endParaRPr sz="820" b="0" i="0" u="none" cap="none">
              <a:solidFill>
                <a:schemeClr val="dk1"/>
              </a:solidFill>
              <a:latin typeface="Arial"/>
              <a:ea typeface="Arial"/>
              <a:cs typeface="Arial"/>
            </a:endParaRPr>
          </a:p>
        </p:txBody>
      </p:sp>
      <p:sp>
        <p:nvSpPr>
          <p:cNvPr id="3925" name="Google Shape;3925;p63">
            <a:extLst xmlns:a="http://schemas.openxmlformats.org/drawingml/2006/main">
              <a:ext uri="{FF2B5EF4-FFF2-40B4-BE49-F238E27FC236}">
                <a16:creationId xmlns:a16="http://schemas.microsoft.com/office/drawing/2014/main" id="{C4C06221-DF69-4F14-BC79-B7AC70244DBF}"/>
              </a:ext>
            </a:extLst>
          </p:cNvPr>
          <p:cNvSpPr>
            <a:spLocks xmlns:a="http://schemas.openxmlformats.org/drawingml/2006/main" noGrp="1"/>
          </p:cNvSpPr>
          <p:nvPr/>
        </p:nvSpPr>
        <p:spPr>
          <a:xfrm xmlns:a="http://schemas.openxmlformats.org/drawingml/2006/main">
            <a:off x="4032504" y="3829507"/>
            <a:ext cx="67665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[Hours]</a:t>
            </a:r>
            <a:endParaRPr sz="820" b="0" i="0" u="none" cap="none">
              <a:solidFill>
                <a:schemeClr val="dk1"/>
              </a:solidFill>
              <a:latin typeface="Arial"/>
              <a:ea typeface="Arial"/>
              <a:cs typeface="Arial"/>
            </a:endParaRPr>
          </a:p>
        </p:txBody>
      </p:sp>
      <p:sp>
        <p:nvSpPr>
          <p:cNvPr id="3926" name="Google Shape;3926;p63">
            <a:extLst xmlns:a="http://schemas.openxmlformats.org/drawingml/2006/main">
              <a:ext uri="{FF2B5EF4-FFF2-40B4-BE49-F238E27FC236}">
                <a16:creationId xmlns:a16="http://schemas.microsoft.com/office/drawing/2014/main" id="{A8EF62B3-45B3-4DFC-90C8-65913CDC7995}"/>
              </a:ext>
            </a:extLst>
          </p:cNvPr>
          <p:cNvSpPr>
            <a:spLocks xmlns:a="http://schemas.openxmlformats.org/drawingml/2006/main" noGrp="1"/>
          </p:cNvSpPr>
          <p:nvPr/>
        </p:nvSpPr>
        <p:spPr>
          <a:xfrm xmlns:a="http://schemas.openxmlformats.org/drawingml/2006/main">
            <a:off x="4764024" y="3829507"/>
            <a:ext cx="13167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927" name="Google Shape;3927;p63">
            <a:extLst xmlns:a="http://schemas.openxmlformats.org/drawingml/2006/main">
              <a:ext uri="{FF2B5EF4-FFF2-40B4-BE49-F238E27FC236}">
                <a16:creationId xmlns:a16="http://schemas.microsoft.com/office/drawing/2014/main" id="{3E4B94BB-DC74-4677-BC66-CF8F0572A661}"/>
              </a:ext>
            </a:extLst>
          </p:cNvPr>
          <p:cNvSpPr>
            <a:spLocks xmlns:a="http://schemas.openxmlformats.org/drawingml/2006/main" noGrp="1"/>
          </p:cNvSpPr>
          <p:nvPr/>
        </p:nvSpPr>
        <p:spPr>
          <a:xfrm xmlns:a="http://schemas.openxmlformats.org/drawingml/2006/main">
            <a:off x="6135624" y="3829507"/>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[Impact]</a:t>
            </a:r>
            <a:endParaRPr sz="820" b="0" i="0" u="none" cap="none">
              <a:solidFill>
                <a:schemeClr val="dk1"/>
              </a:solidFill>
              <a:latin typeface="Arial"/>
              <a:ea typeface="Arial"/>
              <a:cs typeface="Arial"/>
            </a:endParaRPr>
          </a:p>
        </p:txBody>
      </p:sp>
      <p:sp>
        <p:nvSpPr>
          <p:cNvPr id="3928" name="Google Shape;3928;p63">
            <a:extLst xmlns:a="http://schemas.openxmlformats.org/drawingml/2006/main">
              <a:ext uri="{FF2B5EF4-FFF2-40B4-BE49-F238E27FC236}">
                <a16:creationId xmlns:a16="http://schemas.microsoft.com/office/drawing/2014/main" id="{3ACBA32D-3F84-407F-90B4-9497A32BEC65}"/>
              </a:ext>
            </a:extLst>
          </p:cNvPr>
          <p:cNvSpPr>
            <a:spLocks xmlns:a="http://schemas.openxmlformats.org/drawingml/2006/main" noGrp="1"/>
          </p:cNvSpPr>
          <p:nvPr/>
        </p:nvSpPr>
        <p:spPr>
          <a:xfrm xmlns:a="http://schemas.openxmlformats.org/drawingml/2006/main">
            <a:off x="320040" y="4027018"/>
            <a:ext cx="8503920" cy="197510"/>
          </a:xfrm>
          <a:prstGeom xmlns:a="http://schemas.openxmlformats.org/drawingml/2006/main" prst="rect">
            <a:avLst/>
          </a:prstGeom>
          <a:solidFill xmlns:a="http://schemas.openxmlformats.org/drawingml/2006/main">
            <a:srgbClr val="F8FAFC"/>
          </a:solidFill>
          <a:ln xmlns:a="http://schemas.openxmlformats.org/drawingml/2006/main" w="12700" cmpd="sng">
            <a:solidFill>
              <a:srgbClr val="F8FAFC"/>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cxnSp>
        <p:nvCxnSpPr>
          <p:cNvPr id="4206" name="Google Shape;3929;p63"/>
          <p:cNvCxnSpPr/>
          <p:nvPr/>
        </p:nvCxnSpPr>
        <p:spPr>
          <a:xfrm xmlns:a="http://schemas.openxmlformats.org/drawingml/2006/main">
            <a:off x="320040" y="4224528"/>
            <a:ext cx="8503920" cy="0"/>
          </a:xfrm>
          <a:prstGeom xmlns:a="http://schemas.openxmlformats.org/drawingml/2006/main" prst="straightConnector1">
            <a:avLst/>
          </a:prstGeom>
          <a:ln xmlns:a="http://schemas.openxmlformats.org/drawingml/2006/main" w="9525" cap="flat">
            <a:solidFill>
              <a:srgbClr val="E2E8F0"/>
            </a:solidFill>
            <a:prstDash val="solid"/>
            <a:round/>
            <a:headEnd type="none" w="sm" len="sm"/>
            <a:tailEnd type="none" w="sm" len="sm"/>
          </a:ln>
        </p:spPr>
      </p:cxnSp>
      <p:sp>
        <p:nvSpPr>
          <p:cNvPr id="3930" name="Google Shape;3930;p63">
            <a:extLst xmlns:a="http://schemas.openxmlformats.org/drawingml/2006/main">
              <a:ext uri="{FF2B5EF4-FFF2-40B4-BE49-F238E27FC236}">
                <a16:creationId xmlns:a16="http://schemas.microsoft.com/office/drawing/2014/main" id="{3290FC29-CFB2-41E2-B3F8-6AD616EBB539}"/>
              </a:ext>
            </a:extLst>
          </p:cNvPr>
          <p:cNvSpPr>
            <a:spLocks xmlns:a="http://schemas.openxmlformats.org/drawingml/2006/main" noGrp="1"/>
          </p:cNvSpPr>
          <p:nvPr/>
        </p:nvSpPr>
        <p:spPr>
          <a:xfrm xmlns:a="http://schemas.openxmlformats.org/drawingml/2006/main">
            <a:off x="374904" y="4027018"/>
            <a:ext cx="8595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820"/>
              <a:buFont typeface="Arial"/>
              <a:buNone/>
            </a:pPr>
            <a:r>
              <a:t/>
            </a:r>
            <a:endParaRPr sz="820" b="0" i="0" u="none" cap="none">
              <a:solidFill>
                <a:schemeClr val="dk1"/>
              </a:solidFill>
              <a:latin typeface="Arial"/>
              <a:ea typeface="Arial"/>
              <a:cs typeface="Arial"/>
            </a:endParaRPr>
          </a:p>
        </p:txBody>
      </p:sp>
      <p:sp>
        <p:nvSpPr>
          <p:cNvPr id="3931" name="Google Shape;3931;p63">
            <a:extLst xmlns:a="http://schemas.openxmlformats.org/drawingml/2006/main">
              <a:ext uri="{FF2B5EF4-FFF2-40B4-BE49-F238E27FC236}">
                <a16:creationId xmlns:a16="http://schemas.microsoft.com/office/drawing/2014/main" id="{B031ADDD-A385-4BC0-8B7E-2C0C65F7BB6B}"/>
              </a:ext>
            </a:extLst>
          </p:cNvPr>
          <p:cNvSpPr>
            <a:spLocks xmlns:a="http://schemas.openxmlformats.org/drawingml/2006/main" noGrp="1"/>
          </p:cNvSpPr>
          <p:nvPr/>
        </p:nvSpPr>
        <p:spPr>
          <a:xfrm xmlns:a="http://schemas.openxmlformats.org/drawingml/2006/main">
            <a:off x="1289304" y="4027018"/>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F172A"/>
              </a:buClr>
              <a:buSzPts val="820"/>
              <a:buFont typeface="Arial"/>
              <a:buNone/>
            </a:pPr>
            <a:r>
              <a:rPr sz="820" b="0" i="0" u="none" cap="none">
                <a:solidFill>
                  <a:srgbClr val="0F172A"/>
                </a:solidFill>
                <a:latin typeface="Arial"/>
                <a:ea typeface="Arial"/>
                <a:cs typeface="Arial"/>
              </a:rPr>
              <a:t>Season total:</a:t>
            </a:r>
            <a:endParaRPr sz="820" b="0" i="0" u="none" cap="none">
              <a:solidFill>
                <a:schemeClr val="dk1"/>
              </a:solidFill>
              <a:latin typeface="Arial"/>
              <a:ea typeface="Arial"/>
              <a:cs typeface="Arial"/>
            </a:endParaRPr>
          </a:p>
        </p:txBody>
      </p:sp>
      <p:sp>
        <p:nvSpPr>
          <p:cNvPr id="3932" name="Google Shape;3932;p63">
            <a:extLst xmlns:a="http://schemas.openxmlformats.org/drawingml/2006/main">
              <a:ext uri="{FF2B5EF4-FFF2-40B4-BE49-F238E27FC236}">
                <a16:creationId xmlns:a16="http://schemas.microsoft.com/office/drawing/2014/main" id="{04E9FDE7-95E2-45C0-A402-85F54AECEC2B}"/>
              </a:ext>
            </a:extLst>
          </p:cNvPr>
          <p:cNvSpPr>
            <a:spLocks xmlns:a="http://schemas.openxmlformats.org/drawingml/2006/main" noGrp="1"/>
          </p:cNvSpPr>
          <p:nvPr/>
        </p:nvSpPr>
        <p:spPr>
          <a:xfrm xmlns:a="http://schemas.openxmlformats.org/drawingml/2006/main">
            <a:off x="4032504" y="4027018"/>
            <a:ext cx="67665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[hrs]</a:t>
            </a:r>
            <a:endParaRPr sz="820" b="0" i="0" u="none" cap="none">
              <a:solidFill>
                <a:schemeClr val="dk1"/>
              </a:solidFill>
              <a:latin typeface="Arial"/>
              <a:ea typeface="Arial"/>
              <a:cs typeface="Arial"/>
            </a:endParaRPr>
          </a:p>
        </p:txBody>
      </p:sp>
      <p:sp>
        <p:nvSpPr>
          <p:cNvPr id="3933" name="Google Shape;3933;p63">
            <a:extLst xmlns:a="http://schemas.openxmlformats.org/drawingml/2006/main">
              <a:ext uri="{FF2B5EF4-FFF2-40B4-BE49-F238E27FC236}">
                <a16:creationId xmlns:a16="http://schemas.microsoft.com/office/drawing/2014/main" id="{C4B53A0C-88DE-4CAD-A713-4A693584F171}"/>
              </a:ext>
            </a:extLst>
          </p:cNvPr>
          <p:cNvSpPr>
            <a:spLocks xmlns:a="http://schemas.openxmlformats.org/drawingml/2006/main" noGrp="1"/>
          </p:cNvSpPr>
          <p:nvPr/>
        </p:nvSpPr>
        <p:spPr>
          <a:xfrm xmlns:a="http://schemas.openxmlformats.org/drawingml/2006/main">
            <a:off x="4764024" y="4027018"/>
            <a:ext cx="13167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 reached]</a:t>
            </a:r>
            <a:endParaRPr sz="820" b="0" i="0" u="none" cap="none">
              <a:solidFill>
                <a:schemeClr val="dk1"/>
              </a:solidFill>
              <a:latin typeface="Arial"/>
              <a:ea typeface="Arial"/>
              <a:cs typeface="Arial"/>
            </a:endParaRPr>
          </a:p>
        </p:txBody>
      </p:sp>
      <p:sp>
        <p:nvSpPr>
          <p:cNvPr id="3934" name="Google Shape;3934;p63">
            <a:extLst xmlns:a="http://schemas.openxmlformats.org/drawingml/2006/main">
              <a:ext uri="{FF2B5EF4-FFF2-40B4-BE49-F238E27FC236}">
                <a16:creationId xmlns:a16="http://schemas.microsoft.com/office/drawing/2014/main" id="{9DE2CD1E-1AE3-4E5F-8BED-70927D8E4FB1}"/>
              </a:ext>
            </a:extLst>
          </p:cNvPr>
          <p:cNvSpPr>
            <a:spLocks xmlns:a="http://schemas.openxmlformats.org/drawingml/2006/main" noGrp="1"/>
          </p:cNvSpPr>
          <p:nvPr/>
        </p:nvSpPr>
        <p:spPr>
          <a:xfrm xmlns:a="http://schemas.openxmlformats.org/drawingml/2006/main">
            <a:off x="6135624" y="4027018"/>
            <a:ext cx="2688336" cy="19751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94A3B8"/>
              </a:buClr>
              <a:buSzPts val="820"/>
              <a:buFont typeface="Arial"/>
              <a:buNone/>
            </a:pPr>
            <a:r>
              <a:rPr sz="820" b="0" i="1" u="none" cap="none">
                <a:solidFill>
                  <a:srgbClr val="94A3B8"/>
                </a:solidFill>
                <a:latin typeface="Arial"/>
                <a:ea typeface="Arial"/>
                <a:cs typeface="Arial"/>
              </a:rPr>
              <a:t>—</a:t>
            </a:r>
            <a:endParaRPr sz="820" b="0" i="0" u="none" cap="none">
              <a:solidFill>
                <a:schemeClr val="dk1"/>
              </a:solidFill>
              <a:latin typeface="Arial"/>
              <a:ea typeface="Arial"/>
              <a:cs typeface="Arial"/>
            </a:endParaRPr>
          </a:p>
        </p:txBody>
      </p:sp>
      <p:sp>
        <p:nvSpPr>
          <p:cNvPr id="3935" name="Google Shape;3935;p63">
            <a:extLst xmlns:a="http://schemas.openxmlformats.org/drawingml/2006/main">
              <a:ext uri="{FF2B5EF4-FFF2-40B4-BE49-F238E27FC236}">
                <a16:creationId xmlns:a16="http://schemas.microsoft.com/office/drawing/2014/main" id="{249D496E-53B9-4FB2-93F1-CB8A7304F0F8}"/>
              </a:ext>
            </a:extLst>
          </p:cNvPr>
          <p:cNvSpPr>
            <a:spLocks xmlns:a="http://schemas.openxmlformats.org/drawingml/2006/main" noGrp="1"/>
          </p:cNvSpPr>
          <p:nvPr/>
        </p:nvSpPr>
        <p:spPr>
          <a:xfrm xmlns:a="http://schemas.openxmlformats.org/drawingml/2006/main">
            <a:off x="320040" y="3035808"/>
            <a:ext cx="8503920" cy="1188720"/>
          </a:xfrm>
          <a:prstGeom xmlns:a="http://schemas.openxmlformats.org/drawingml/2006/main" prst="rect">
            <a:avLst/>
          </a:prstGeom>
          <a:noFill xmlns:a="http://schemas.openxmlformats.org/drawingml/2006/main"/>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cap="none">
              <a:solidFill>
                <a:schemeClr val="dk1"/>
              </a:solidFill>
              <a:latin typeface="Arial"/>
              <a:ea typeface="Arial"/>
              <a:cs typeface="Arial"/>
            </a:endParaRPr>
          </a:p>
        </p:txBody>
      </p:sp>
      <p:sp>
        <p:nvSpPr>
          <p:cNvPr id="3936" name="Google Shape;3936;p63">
            <a:extLst xmlns:a="http://schemas.openxmlformats.org/drawingml/2006/main">
              <a:ext uri="{FF2B5EF4-FFF2-40B4-BE49-F238E27FC236}">
                <a16:creationId xmlns:a16="http://schemas.microsoft.com/office/drawing/2014/main" id="{0CC33247-AB61-451B-976C-2812A7B4A8C6}"/>
              </a:ext>
            </a:extLst>
          </p:cNvPr>
          <p:cNvSpPr>
            <a:spLocks xmlns:a="http://schemas.openxmlformats.org/drawingml/2006/main" noGrp="1"/>
          </p:cNvSpPr>
          <p:nvPr/>
        </p:nvSpPr>
        <p:spPr>
          <a:xfrm xmlns:a="http://schemas.openxmlformats.org/drawingml/2006/main">
            <a:off x="2286000" y="4892040"/>
            <a:ext cx="562356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4748B"/>
              </a:buClr>
              <a:buSzPts val="800"/>
              <a:buFont typeface="Courier New"/>
              <a:buNone/>
            </a:pPr>
            <a:r>
              <a:rPr sz="800" b="1" i="0" u="sng" cap="none">
                <a:solidFill>
                  <a:schemeClr val="hlink"/>
                </a:solidFill>
                <a:latin typeface="Courier New"/>
                <a:ea typeface="Courier New"/>
                <a:cs typeface="Courier New"/>
                <a:hlinkClick xmlns:r="http://schemas.openxmlformats.org/officeDocument/2006/relationships" r:id="Rdd6892728daf4824"/>
              </a:rPr>
              <a:t>budget-hub</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657df4d9e5134d56"/>
              </a:rPr>
              <a:t>budget-parts</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daa7b0bd178e4705"/>
              </a:rPr>
              <a:t>outreach</a:t>
            </a:r>
            <a:r>
              <a:rPr sz="800" b="0" i="0" u="none" cap="none">
                <a:solidFill>
                  <a:srgbClr val="94A3B8"/>
                </a:solidFill>
                <a:latin typeface="Arial"/>
                <a:ea typeface="Arial"/>
                <a:cs typeface="Arial"/>
              </a:rPr>
              <a:t>   ·   </a:t>
            </a:r>
            <a:r>
              <a:rPr sz="800" b="1" i="0" u="sng" cap="none">
                <a:solidFill>
                  <a:schemeClr val="hlink"/>
                </a:solidFill>
                <a:latin typeface="Courier New"/>
                <a:ea typeface="Courier New"/>
                <a:cs typeface="Courier New"/>
                <a:hlinkClick xmlns:r="http://schemas.openxmlformats.org/officeDocument/2006/relationships" r:id="R90158d97cc654611"/>
              </a:rPr>
              <a:t>bom-cost-tradeoffs</a:t>
            </a:r>
            <a:endParaRPr sz="800" b="0" i="0" u="none" cap="none">
              <a:solidFill>
                <a:schemeClr val="dk1"/>
              </a:solidFill>
              <a:latin typeface="Arial"/>
              <a:ea typeface="Arial"/>
              <a:cs typeface="Arial"/>
            </a:endParaRPr>
          </a:p>
        </p:txBody>
      </p:sp>
    </p:spTree>
    <p:extLst>
      <p:ext uri="{BB962C8B-B14F-4D97-AF65-F5344CB8AC3E}">
        <p14:creationId xmlns:p14="http://schemas.microsoft.com/office/powerpoint/2010/main" val="34040606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2026-08-12T03:54:20.1040000Z</dcterms:created>
  <dcterms:modified xsi:type="dcterms:W3CDTF">2026-08-12T03:54:20.1040000Z</dcterms:modified>
</coreProperties>
</file>